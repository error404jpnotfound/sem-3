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4"/>
  </p:notesMasterIdLst>
  <p:handoutMasterIdLst>
    <p:handoutMasterId r:id="rId235"/>
  </p:handoutMasterIdLst>
  <p:sldIdLst>
    <p:sldId id="256" r:id="rId2"/>
    <p:sldId id="1186" r:id="rId3"/>
    <p:sldId id="268" r:id="rId4"/>
    <p:sldId id="856" r:id="rId5"/>
    <p:sldId id="1176" r:id="rId6"/>
    <p:sldId id="1187" r:id="rId7"/>
    <p:sldId id="857" r:id="rId8"/>
    <p:sldId id="1188" r:id="rId9"/>
    <p:sldId id="1362" r:id="rId10"/>
    <p:sldId id="1177" r:id="rId11"/>
    <p:sldId id="928" r:id="rId12"/>
    <p:sldId id="1179" r:id="rId13"/>
    <p:sldId id="1180" r:id="rId14"/>
    <p:sldId id="1363" r:id="rId15"/>
    <p:sldId id="1181" r:id="rId16"/>
    <p:sldId id="1364" r:id="rId17"/>
    <p:sldId id="1200" r:id="rId18"/>
    <p:sldId id="1365" r:id="rId19"/>
    <p:sldId id="1141" r:id="rId20"/>
    <p:sldId id="1366" r:id="rId21"/>
    <p:sldId id="1201" r:id="rId22"/>
    <p:sldId id="1182" r:id="rId23"/>
    <p:sldId id="929" r:id="rId24"/>
    <p:sldId id="1183" r:id="rId25"/>
    <p:sldId id="930" r:id="rId26"/>
    <p:sldId id="945" r:id="rId27"/>
    <p:sldId id="946" r:id="rId28"/>
    <p:sldId id="947" r:id="rId29"/>
    <p:sldId id="948" r:id="rId30"/>
    <p:sldId id="949" r:id="rId31"/>
    <p:sldId id="950" r:id="rId32"/>
    <p:sldId id="951" r:id="rId33"/>
    <p:sldId id="1189" r:id="rId34"/>
    <p:sldId id="954" r:id="rId35"/>
    <p:sldId id="955" r:id="rId36"/>
    <p:sldId id="956" r:id="rId37"/>
    <p:sldId id="1190" r:id="rId38"/>
    <p:sldId id="1127" r:id="rId39"/>
    <p:sldId id="969" r:id="rId40"/>
    <p:sldId id="1129" r:id="rId41"/>
    <p:sldId id="1130" r:id="rId42"/>
    <p:sldId id="1191" r:id="rId43"/>
    <p:sldId id="1192" r:id="rId44"/>
    <p:sldId id="1193" r:id="rId45"/>
    <p:sldId id="1194" r:id="rId46"/>
    <p:sldId id="1195" r:id="rId47"/>
    <p:sldId id="979" r:id="rId48"/>
    <p:sldId id="1196" r:id="rId49"/>
    <p:sldId id="1197" r:id="rId50"/>
    <p:sldId id="1198" r:id="rId51"/>
    <p:sldId id="1235" r:id="rId52"/>
    <p:sldId id="932" r:id="rId53"/>
    <p:sldId id="1203" r:id="rId54"/>
    <p:sldId id="1367" r:id="rId55"/>
    <p:sldId id="1204" r:id="rId56"/>
    <p:sldId id="1205" r:id="rId57"/>
    <p:sldId id="1107" r:id="rId58"/>
    <p:sldId id="1368" r:id="rId59"/>
    <p:sldId id="1215" r:id="rId60"/>
    <p:sldId id="1238" r:id="rId61"/>
    <p:sldId id="1239" r:id="rId62"/>
    <p:sldId id="1237" r:id="rId63"/>
    <p:sldId id="1209" r:id="rId64"/>
    <p:sldId id="1369" r:id="rId65"/>
    <p:sldId id="1370" r:id="rId66"/>
    <p:sldId id="935" r:id="rId67"/>
    <p:sldId id="1109" r:id="rId68"/>
    <p:sldId id="986" r:id="rId69"/>
    <p:sldId id="1211" r:id="rId70"/>
    <p:sldId id="987" r:id="rId71"/>
    <p:sldId id="989" r:id="rId72"/>
    <p:sldId id="1144" r:id="rId73"/>
    <p:sldId id="991" r:id="rId74"/>
    <p:sldId id="992" r:id="rId75"/>
    <p:sldId id="1217" r:id="rId76"/>
    <p:sldId id="1371" r:id="rId77"/>
    <p:sldId id="999" r:id="rId78"/>
    <p:sldId id="1147" r:id="rId79"/>
    <p:sldId id="1000" r:id="rId80"/>
    <p:sldId id="1001" r:id="rId81"/>
    <p:sldId id="1372" r:id="rId82"/>
    <p:sldId id="1149" r:id="rId83"/>
    <p:sldId id="1150" r:id="rId84"/>
    <p:sldId id="1218" r:id="rId85"/>
    <p:sldId id="941" r:id="rId86"/>
    <p:sldId id="1373" r:id="rId87"/>
    <p:sldId id="1374" r:id="rId88"/>
    <p:sldId id="1225" r:id="rId89"/>
    <p:sldId id="1219" r:id="rId90"/>
    <p:sldId id="1220" r:id="rId91"/>
    <p:sldId id="1223" r:id="rId92"/>
    <p:sldId id="1221" r:id="rId93"/>
    <p:sldId id="1224" r:id="rId94"/>
    <p:sldId id="1226" r:id="rId95"/>
    <p:sldId id="1227" r:id="rId96"/>
    <p:sldId id="1228" r:id="rId97"/>
    <p:sldId id="1231" r:id="rId98"/>
    <p:sldId id="1232" r:id="rId99"/>
    <p:sldId id="1375" r:id="rId100"/>
    <p:sldId id="1376" r:id="rId101"/>
    <p:sldId id="1242" r:id="rId102"/>
    <p:sldId id="1248" r:id="rId103"/>
    <p:sldId id="1249" r:id="rId104"/>
    <p:sldId id="1250" r:id="rId105"/>
    <p:sldId id="1004" r:id="rId106"/>
    <p:sldId id="1251" r:id="rId107"/>
    <p:sldId id="1172" r:id="rId108"/>
    <p:sldId id="1174" r:id="rId109"/>
    <p:sldId id="1253" r:id="rId110"/>
    <p:sldId id="1010" r:id="rId111"/>
    <p:sldId id="1255" r:id="rId112"/>
    <p:sldId id="1012" r:id="rId113"/>
    <p:sldId id="1256" r:id="rId114"/>
    <p:sldId id="1258" r:id="rId115"/>
    <p:sldId id="1259" r:id="rId116"/>
    <p:sldId id="1260" r:id="rId117"/>
    <p:sldId id="1261" r:id="rId118"/>
    <p:sldId id="1262" r:id="rId119"/>
    <p:sldId id="1263" r:id="rId120"/>
    <p:sldId id="1264" r:id="rId121"/>
    <p:sldId id="1265" r:id="rId122"/>
    <p:sldId id="1377" r:id="rId123"/>
    <p:sldId id="1272" r:id="rId124"/>
    <p:sldId id="1379" r:id="rId125"/>
    <p:sldId id="1282" r:id="rId126"/>
    <p:sldId id="1283" r:id="rId127"/>
    <p:sldId id="1297" r:id="rId128"/>
    <p:sldId id="1298" r:id="rId129"/>
    <p:sldId id="1378" r:id="rId130"/>
    <p:sldId id="1383" r:id="rId131"/>
    <p:sldId id="1385" r:id="rId132"/>
    <p:sldId id="1380" r:id="rId133"/>
    <p:sldId id="1381" r:id="rId134"/>
    <p:sldId id="1382" r:id="rId135"/>
    <p:sldId id="1394" r:id="rId136"/>
    <p:sldId id="1393" r:id="rId137"/>
    <p:sldId id="937" r:id="rId138"/>
    <p:sldId id="1301" r:id="rId139"/>
    <p:sldId id="1386" r:id="rId140"/>
    <p:sldId id="1302" r:id="rId141"/>
    <p:sldId id="1387" r:id="rId142"/>
    <p:sldId id="1303" r:id="rId143"/>
    <p:sldId id="1304" r:id="rId144"/>
    <p:sldId id="1306" r:id="rId145"/>
    <p:sldId id="1308" r:id="rId146"/>
    <p:sldId id="1309" r:id="rId147"/>
    <p:sldId id="1310" r:id="rId148"/>
    <p:sldId id="1311" r:id="rId149"/>
    <p:sldId id="1312" r:id="rId150"/>
    <p:sldId id="1313" r:id="rId151"/>
    <p:sldId id="1314" r:id="rId152"/>
    <p:sldId id="1315" r:id="rId153"/>
    <p:sldId id="1166" r:id="rId154"/>
    <p:sldId id="1389" r:id="rId155"/>
    <p:sldId id="1388" r:id="rId156"/>
    <p:sldId id="1031" r:id="rId157"/>
    <p:sldId id="1316" r:id="rId158"/>
    <p:sldId id="1390" r:id="rId159"/>
    <p:sldId id="1317" r:id="rId160"/>
    <p:sldId id="1318" r:id="rId161"/>
    <p:sldId id="1391" r:id="rId162"/>
    <p:sldId id="1319" r:id="rId163"/>
    <p:sldId id="1322" r:id="rId164"/>
    <p:sldId id="1323" r:id="rId165"/>
    <p:sldId id="1392" r:id="rId166"/>
    <p:sldId id="1324" r:id="rId167"/>
    <p:sldId id="1034" r:id="rId168"/>
    <p:sldId id="1036" r:id="rId169"/>
    <p:sldId id="1113" r:id="rId170"/>
    <p:sldId id="1325" r:id="rId171"/>
    <p:sldId id="1038" r:id="rId172"/>
    <p:sldId id="1039" r:id="rId173"/>
    <p:sldId id="1333" r:id="rId174"/>
    <p:sldId id="1040" r:id="rId175"/>
    <p:sldId id="1326" r:id="rId176"/>
    <p:sldId id="1334" r:id="rId177"/>
    <p:sldId id="1327" r:id="rId178"/>
    <p:sldId id="1328" r:id="rId179"/>
    <p:sldId id="1329" r:id="rId180"/>
    <p:sldId id="1335" r:id="rId181"/>
    <p:sldId id="1330" r:id="rId182"/>
    <p:sldId id="1049" r:id="rId183"/>
    <p:sldId id="1050" r:id="rId184"/>
    <p:sldId id="1331" r:id="rId185"/>
    <p:sldId id="1159" r:id="rId186"/>
    <p:sldId id="1332" r:id="rId187"/>
    <p:sldId id="1062" r:id="rId188"/>
    <p:sldId id="1093" r:id="rId189"/>
    <p:sldId id="1051" r:id="rId190"/>
    <p:sldId id="1160" r:id="rId191"/>
    <p:sldId id="1053" r:id="rId192"/>
    <p:sldId id="1336" r:id="rId193"/>
    <p:sldId id="1337" r:id="rId194"/>
    <p:sldId id="1056" r:id="rId195"/>
    <p:sldId id="1338" r:id="rId196"/>
    <p:sldId id="1057" r:id="rId197"/>
    <p:sldId id="1095" r:id="rId198"/>
    <p:sldId id="1058" r:id="rId199"/>
    <p:sldId id="1059" r:id="rId200"/>
    <p:sldId id="1119" r:id="rId201"/>
    <p:sldId id="1348" r:id="rId202"/>
    <p:sldId id="1349" r:id="rId203"/>
    <p:sldId id="1350" r:id="rId204"/>
    <p:sldId id="1351" r:id="rId205"/>
    <p:sldId id="1352" r:id="rId206"/>
    <p:sldId id="1063" r:id="rId207"/>
    <p:sldId id="1161" r:id="rId208"/>
    <p:sldId id="1341" r:id="rId209"/>
    <p:sldId id="1066" r:id="rId210"/>
    <p:sldId id="1067" r:id="rId211"/>
    <p:sldId id="1068" r:id="rId212"/>
    <p:sldId id="1069" r:id="rId213"/>
    <p:sldId id="1342" r:id="rId214"/>
    <p:sldId id="1343" r:id="rId215"/>
    <p:sldId id="1347" r:id="rId216"/>
    <p:sldId id="1080" r:id="rId217"/>
    <p:sldId id="1345" r:id="rId218"/>
    <p:sldId id="1081" r:id="rId219"/>
    <p:sldId id="1346" r:id="rId220"/>
    <p:sldId id="1102" r:id="rId221"/>
    <p:sldId id="1353" r:id="rId222"/>
    <p:sldId id="1083" r:id="rId223"/>
    <p:sldId id="1354" r:id="rId224"/>
    <p:sldId id="1355" r:id="rId225"/>
    <p:sldId id="1356" r:id="rId226"/>
    <p:sldId id="1357" r:id="rId227"/>
    <p:sldId id="1116" r:id="rId228"/>
    <p:sldId id="1358" r:id="rId229"/>
    <p:sldId id="1361" r:id="rId230"/>
    <p:sldId id="1359" r:id="rId231"/>
    <p:sldId id="1118" r:id="rId232"/>
    <p:sldId id="1360" r:id="rId233"/>
  </p:sldIdLst>
  <p:sldSz cx="12192000" cy="6858000"/>
  <p:notesSz cx="6858000" cy="9144000"/>
  <p:embeddedFontLst>
    <p:embeddedFont>
      <p:font typeface="Cambria" panose="02040503050406030204" pitchFamily="18" charset="0"/>
      <p:regular r:id="rId236"/>
      <p:bold r:id="rId237"/>
      <p:italic r:id="rId238"/>
      <p:boldItalic r:id="rId239"/>
    </p:embeddedFont>
    <p:embeddedFont>
      <p:font typeface="Cambria Math" panose="02040503050406030204" pitchFamily="18" charset="0"/>
      <p:regular r:id="rId240"/>
    </p:embeddedFont>
    <p:embeddedFont>
      <p:font typeface="Roboto Condensed" panose="02000000000000000000" pitchFamily="2" charset="0"/>
      <p:regular r:id="rId241"/>
      <p:bold r:id="rId242"/>
      <p:italic r:id="rId243"/>
      <p:boldItalic r:id="rId244"/>
    </p:embeddedFont>
    <p:embeddedFont>
      <p:font typeface="Roboto Condensed Light" panose="02000000000000000000" pitchFamily="2" charset="0"/>
      <p:regular r:id="rId245"/>
      <p:italic r:id="rId246"/>
    </p:embeddedFont>
    <p:embeddedFont>
      <p:font typeface="Wingdings 2" panose="05020102010507070707" pitchFamily="18" charset="2"/>
      <p:regular r:id="rId247"/>
    </p:embeddedFont>
    <p:embeddedFont>
      <p:font typeface="Wingdings 3" panose="05040102010807070707" pitchFamily="18" charset="2"/>
      <p:regular r:id="rId2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/j/rA+001Ha/p4C2JU2FiQ==" hashData="+QtUtYOXBB2aaKbWyMsb63UhpS4hESwShwH0b0FIcYHUiz7zVrRTYr+1dCYdYQlslHubtgZMgLRKlaMdZvtA6Q=="/>
  <p:extLst>
    <p:ext uri="{521415D9-36F7-43E2-AB2F-B90AF26B5E84}">
      <p14:sectionLst xmlns:p14="http://schemas.microsoft.com/office/powerpoint/2010/main">
        <p14:section name="Introduction" id="{4C7717EA-605E-4A53-8581-8E510265544C}">
          <p14:sldIdLst>
            <p14:sldId id="256"/>
            <p14:sldId id="1186"/>
            <p14:sldId id="268"/>
            <p14:sldId id="856"/>
            <p14:sldId id="1176"/>
            <p14:sldId id="1187"/>
            <p14:sldId id="857"/>
            <p14:sldId id="1188"/>
            <p14:sldId id="1362"/>
            <p14:sldId id="1177"/>
          </p14:sldIdLst>
        </p14:section>
        <p14:section name="Binomial Distribution" id="{06B9C80A-8F71-4273-98BD-7BE4C64DAF22}">
          <p14:sldIdLst>
            <p14:sldId id="928"/>
            <p14:sldId id="1179"/>
            <p14:sldId id="1180"/>
            <p14:sldId id="1363"/>
            <p14:sldId id="1181"/>
            <p14:sldId id="1364"/>
            <p14:sldId id="1200"/>
            <p14:sldId id="1365"/>
            <p14:sldId id="1141"/>
            <p14:sldId id="1366"/>
            <p14:sldId id="1201"/>
            <p14:sldId id="1182"/>
            <p14:sldId id="929"/>
            <p14:sldId id="1183"/>
            <p14:sldId id="930"/>
            <p14:sldId id="945"/>
            <p14:sldId id="946"/>
            <p14:sldId id="947"/>
            <p14:sldId id="948"/>
            <p14:sldId id="949"/>
            <p14:sldId id="950"/>
            <p14:sldId id="951"/>
            <p14:sldId id="1189"/>
            <p14:sldId id="954"/>
            <p14:sldId id="955"/>
            <p14:sldId id="956"/>
            <p14:sldId id="1190"/>
            <p14:sldId id="1127"/>
            <p14:sldId id="969"/>
            <p14:sldId id="1129"/>
            <p14:sldId id="1130"/>
            <p14:sldId id="1191"/>
            <p14:sldId id="1192"/>
            <p14:sldId id="1193"/>
            <p14:sldId id="1194"/>
            <p14:sldId id="1195"/>
            <p14:sldId id="979"/>
            <p14:sldId id="1196"/>
            <p14:sldId id="1197"/>
            <p14:sldId id="1198"/>
            <p14:sldId id="1235"/>
          </p14:sldIdLst>
        </p14:section>
        <p14:section name="Poisson Distribution" id="{355D51EE-1E25-4405-839B-50E2057A51F8}">
          <p14:sldIdLst>
            <p14:sldId id="932"/>
            <p14:sldId id="1203"/>
            <p14:sldId id="1367"/>
            <p14:sldId id="1204"/>
            <p14:sldId id="1205"/>
            <p14:sldId id="1107"/>
            <p14:sldId id="1368"/>
            <p14:sldId id="1215"/>
            <p14:sldId id="1238"/>
            <p14:sldId id="1239"/>
            <p14:sldId id="1237"/>
            <p14:sldId id="1209"/>
            <p14:sldId id="1369"/>
            <p14:sldId id="1370"/>
            <p14:sldId id="935"/>
            <p14:sldId id="1109"/>
            <p14:sldId id="986"/>
            <p14:sldId id="1211"/>
            <p14:sldId id="987"/>
            <p14:sldId id="989"/>
            <p14:sldId id="1144"/>
            <p14:sldId id="991"/>
            <p14:sldId id="992"/>
            <p14:sldId id="1217"/>
            <p14:sldId id="1371"/>
            <p14:sldId id="999"/>
            <p14:sldId id="1147"/>
            <p14:sldId id="1000"/>
            <p14:sldId id="1001"/>
            <p14:sldId id="1372"/>
            <p14:sldId id="1149"/>
            <p14:sldId id="1150"/>
            <p14:sldId id="1218"/>
          </p14:sldIdLst>
        </p14:section>
        <p14:section name="Exponential Distribution" id="{6EF4FF87-4DDE-4535-8962-4ED1DC61E0AF}">
          <p14:sldIdLst>
            <p14:sldId id="941"/>
            <p14:sldId id="1373"/>
            <p14:sldId id="1374"/>
            <p14:sldId id="1225"/>
            <p14:sldId id="1219"/>
            <p14:sldId id="1220"/>
            <p14:sldId id="1223"/>
            <p14:sldId id="1221"/>
            <p14:sldId id="1224"/>
            <p14:sldId id="1226"/>
            <p14:sldId id="1227"/>
            <p14:sldId id="1228"/>
            <p14:sldId id="1231"/>
            <p14:sldId id="1232"/>
            <p14:sldId id="1375"/>
            <p14:sldId id="1376"/>
            <p14:sldId id="1242"/>
            <p14:sldId id="1248"/>
            <p14:sldId id="1249"/>
            <p14:sldId id="1250"/>
            <p14:sldId id="1004"/>
            <p14:sldId id="1251"/>
            <p14:sldId id="1172"/>
            <p14:sldId id="1174"/>
            <p14:sldId id="1253"/>
            <p14:sldId id="1010"/>
            <p14:sldId id="1255"/>
            <p14:sldId id="1012"/>
            <p14:sldId id="1256"/>
            <p14:sldId id="1258"/>
            <p14:sldId id="1259"/>
            <p14:sldId id="1260"/>
            <p14:sldId id="1261"/>
            <p14:sldId id="1262"/>
            <p14:sldId id="1263"/>
            <p14:sldId id="1264"/>
            <p14:sldId id="1265"/>
            <p14:sldId id="1377"/>
            <p14:sldId id="1272"/>
            <p14:sldId id="1379"/>
            <p14:sldId id="1282"/>
            <p14:sldId id="1283"/>
            <p14:sldId id="1297"/>
            <p14:sldId id="1298"/>
            <p14:sldId id="1378"/>
            <p14:sldId id="1383"/>
            <p14:sldId id="1385"/>
            <p14:sldId id="1380"/>
            <p14:sldId id="1381"/>
            <p14:sldId id="1382"/>
            <p14:sldId id="1394"/>
            <p14:sldId id="1393"/>
          </p14:sldIdLst>
        </p14:section>
        <p14:section name="Normal Distribution" id="{CC110789-9228-444A-9EFB-6B466C84B889}">
          <p14:sldIdLst>
            <p14:sldId id="937"/>
            <p14:sldId id="1301"/>
            <p14:sldId id="1386"/>
            <p14:sldId id="1302"/>
            <p14:sldId id="1387"/>
            <p14:sldId id="1303"/>
            <p14:sldId id="1304"/>
            <p14:sldId id="1306"/>
            <p14:sldId id="1308"/>
            <p14:sldId id="1309"/>
            <p14:sldId id="1310"/>
            <p14:sldId id="1311"/>
            <p14:sldId id="1312"/>
            <p14:sldId id="1313"/>
            <p14:sldId id="1314"/>
            <p14:sldId id="1315"/>
            <p14:sldId id="1166"/>
            <p14:sldId id="1389"/>
            <p14:sldId id="1388"/>
            <p14:sldId id="1031"/>
            <p14:sldId id="1316"/>
            <p14:sldId id="1390"/>
            <p14:sldId id="1317"/>
            <p14:sldId id="1318"/>
            <p14:sldId id="1391"/>
            <p14:sldId id="1319"/>
            <p14:sldId id="1322"/>
            <p14:sldId id="1323"/>
            <p14:sldId id="1392"/>
            <p14:sldId id="1324"/>
            <p14:sldId id="1034"/>
            <p14:sldId id="1036"/>
            <p14:sldId id="1113"/>
            <p14:sldId id="1325"/>
            <p14:sldId id="1038"/>
            <p14:sldId id="1039"/>
            <p14:sldId id="1333"/>
            <p14:sldId id="1040"/>
            <p14:sldId id="1326"/>
            <p14:sldId id="1334"/>
            <p14:sldId id="1327"/>
            <p14:sldId id="1328"/>
            <p14:sldId id="1329"/>
            <p14:sldId id="1335"/>
            <p14:sldId id="1330"/>
            <p14:sldId id="1049"/>
            <p14:sldId id="1050"/>
            <p14:sldId id="1331"/>
            <p14:sldId id="1159"/>
            <p14:sldId id="1332"/>
            <p14:sldId id="1062"/>
            <p14:sldId id="1093"/>
            <p14:sldId id="1051"/>
            <p14:sldId id="1160"/>
            <p14:sldId id="1053"/>
            <p14:sldId id="1336"/>
            <p14:sldId id="1337"/>
            <p14:sldId id="1056"/>
            <p14:sldId id="1338"/>
            <p14:sldId id="1057"/>
            <p14:sldId id="1095"/>
            <p14:sldId id="1058"/>
            <p14:sldId id="1059"/>
            <p14:sldId id="1119"/>
            <p14:sldId id="1348"/>
            <p14:sldId id="1349"/>
            <p14:sldId id="1350"/>
            <p14:sldId id="1351"/>
            <p14:sldId id="1352"/>
            <p14:sldId id="1063"/>
            <p14:sldId id="1161"/>
            <p14:sldId id="1341"/>
            <p14:sldId id="1066"/>
            <p14:sldId id="1067"/>
            <p14:sldId id="1068"/>
            <p14:sldId id="1069"/>
            <p14:sldId id="1342"/>
            <p14:sldId id="1343"/>
            <p14:sldId id="1347"/>
            <p14:sldId id="1080"/>
            <p14:sldId id="1345"/>
            <p14:sldId id="1081"/>
            <p14:sldId id="1346"/>
            <p14:sldId id="1102"/>
            <p14:sldId id="1353"/>
            <p14:sldId id="1083"/>
            <p14:sldId id="1354"/>
            <p14:sldId id="1355"/>
            <p14:sldId id="1356"/>
            <p14:sldId id="1357"/>
            <p14:sldId id="1116"/>
            <p14:sldId id="1358"/>
            <p14:sldId id="1361"/>
            <p14:sldId id="1359"/>
            <p14:sldId id="1118"/>
          </p14:sldIdLst>
        </p14:section>
        <p14:section name="Thank you" id="{483D8745-203F-4EED-9105-1CCD1FBEA77C}">
          <p14:sldIdLst>
            <p14:sldId id="13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ujain39@gmail.com" initials="v" lastIdx="1" clrIdx="0">
    <p:extLst>
      <p:ext uri="{19B8F6BF-5375-455C-9EA6-DF929625EA0E}">
        <p15:presenceInfo xmlns:p15="http://schemas.microsoft.com/office/powerpoint/2012/main" userId="4e3c4d1726c659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76765"/>
    <a:srgbClr val="009788"/>
    <a:srgbClr val="301B92"/>
    <a:srgbClr val="0690DF"/>
    <a:srgbClr val="FF4848"/>
    <a:srgbClr val="FE5722"/>
    <a:srgbClr val="B14440"/>
    <a:srgbClr val="FF9801"/>
    <a:srgbClr val="B7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07" y="77"/>
      </p:cViewPr>
      <p:guideLst/>
    </p:cSldViewPr>
  </p:slideViewPr>
  <p:outlineViewPr>
    <p:cViewPr>
      <p:scale>
        <a:sx n="33" d="100"/>
        <a:sy n="33" d="100"/>
      </p:scale>
      <p:origin x="0" y="-2659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0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font" Target="fonts/font12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font" Target="fonts/font2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font" Target="fonts/font13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font" Target="fonts/font3.fntdata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commentAuthors" Target="commentAuthor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font" Target="fonts/font4.fntdata"/><Relationship Id="rId250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font" Target="fonts/font5.fntdata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font" Target="fonts/font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font" Target="fonts/font7.fntdata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font" Target="fonts/font8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font" Target="fonts/font9.fntdata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font" Target="fonts/font10.fntdata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handoutMaster" Target="handoutMasters/handoutMaster1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font" Target="fonts/font11.fntdata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1-30T06:49:55.6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2008 1941 10 0,'0'-3'39'16,"0"1"-37"-16,-2 2 10 16,2 0 17-16,0 0-8 0,0 0 1 15,-1 0-13-15,1 0-4 0,0 0 2 16,-2-2 5-1,2 2 6-15,0-1-6 16,0 1 1-16,0-1-4 16,0-1-2-16,0 0 4 0,0 1-8 0,0 0 0 31,0-1-1-31,0 1 2 16,0-1 0-16,0 1 1 15,0 1 0-15,0-1 3 16,0-1-2-16,0 2 3 15,0 0 1-15,0-1-3 16,0 1-3-16,0 0 1 16,0 0 0-16,0-2-2 15,0 2 3-15,0 0-1 0,0 0-2 16,0 0 0-16,0 0-3 16,0 0 0-16,0 0-2 15,0 5-2-15,0 14 2 16,5 12 2-16,-2 7 0 15,-3 5 0-15,3 5 0 16,-3 3 0-16,0 1 2 16,0 0-1-16,-3-1 0 0,-5-7-1 15,-1-3 1 1,3-7-1-16,-1-4 0 0,4-4 1 16,0-5-1-16,3-1 0 15,0-2 0-15,-3-7 0 16,3 1 0-16,0-4 0 15,0-3 0-15,0 0-1 16,0-1-8-16,0 1-8 16,0-1 6-16,-3-2-1 15,3-2-10-15,-6 0-31 16,1-12-48-16</inkml:trace>
  <inkml:trace contextRef="#ctx0" brushRef="#br0" timeOffset="923.6">1941 2021 79 0,'0'0'34'0,"0"0"-24"0,0 0 14 16,0 0 11-16,0 0-2 16,0 0-10-16,-8-23-1 15,8 19-4-15,0-2-4 16,0-2 1-16,0-2-9 15,6-2 1-15,6-2-6 16,6 0-1 0,10 1 0-1,-4 3-1-15,4 5 0 16,-5 5 0-16,-1 0-3 16,-1 12-1-16,3 15 2 0,-3 5 2 15,-2 2 1-15,-7-1 0 16,-7-2 0-16,-5 1 0 15,0 1 0-15,-15 1 0 16,-12 0-3-16,-3-1-2 16,-3-3 5-16,-1-3 0 15,4-8 0-15,3-5 1 16,8-6-1-16,7-4 1 16,6-4 1-16,6 0 9 0,0 0 0 15,0-6-2-15,0-4 0 16,0-3-6-16,12 1-3 15,4 2 0-15,-2 2-1 16,2 4 0-16,-1 1 0 16,1 1 0-16,4 2-2 15,4 0 1-15,3 9 1 16,4 7 0-16,0 8 1 16,-4 0-1-16,-2 2 1 15,-11 4-2-15,-8-1-1 0,-6 3 2 16,-6-1-2-16,-21 1-1 15,-9-1 0 1,-7-3 4-16,-8-4 1 0,-2-5 2 16,-1-7-1-16,-3-5 4 15,8-6 0-15,10-1-3 16,11-8 2-16,7-14-3 16,12-2-2-16,9-3-22 15,0 0-12-15,19-1-48 0,20 6-67 16</inkml:trace>
  <inkml:trace contextRef="#ctx0" brushRef="#br0" timeOffset="1466.5">2460 2283 123 0,'0'0'38'31,"0"0"-18"-31,0 0 13 0,0 0 4 0,0 0-16 16,0 0-21-16,3 1 0 15,3 25-4 1,0 8 4-16,1 4 6 15,-4-3 5-15,-3-1-6 0,0-5-3 0,0-1-1 16,0-4 0 0,-7-4 5-1,4-3-4-15,0-5 0 16,3-4-1-16,0-3-1 16,0-1 0-16,0-1 0 15,0 0 0-15,0 1 0 16,0-2-12-16,0 0-17 0,0-2-10 15,0 0-10-15,0 0-5 16,0 0 19-16,0-2-19 16</inkml:trace>
  <inkml:trace contextRef="#ctx0" brushRef="#br0" timeOffset="1847.97">2618 1948 255 0,'0'0'0'15,"0"0"-4"-15,0 0-1 0,0 0 4 16,0 0-1-16,0 0-3 15,-22 81 5-15,26-80 1 16,11-1-1-16,4 0-2 16,-1-11 2-16,-3-9 2 15,-1-2 0-15,-8-1 2 16,-6 3 3 0,0 3 12-16,-9 2-4 0,-12 5 13 0,-2 6-12 15,-1 4-13-15,2 0-3 16,3 10-3-1,5 8 0-15,7 4-8 16,5 0-23-16,2 0-34 0,12-2-54 16</inkml:trace>
  <inkml:trace contextRef="#ctx0" brushRef="#br0" timeOffset="2897.29">2782 2317 10 0,'0'0'6'0,"0"0"12"15,0 0-4-15,0 0-12 16,0 0 14-16,0 0 17 16,0-10-6-16,0 9 0 0,0 1 0 15,0-2-1-15,0 2-5 16,0-2 3-16,0 2 0 16,0 0-2-16,0 0-6 15,0 0-2-15,0 0-9 16,-3 0-5-16,0 15-5 15,-1 7 1-15,1 3 3 16,-2 5 1-16,5 0 0 16,-3 1 0-16,3-1 1 0,0-2-1 15,-3 1 0 1,3-2 2-16,0-2-2 0,0-6 0 16,-4-4 1-16,4-5-1 15,0-3 1-15,0-6-1 16,0-1-1-16,0 0 1 15,0 0 0-15,0 0 4 16,0 0 0-16,0 0 2 16,0 0 6-16,0-2-1 0,0-10-9 15,0-3-1-15,0-4-1 16,4-4 0-16,5-4 0 16,2-4 0-16,2 0-1 15,-1 2 0-15,4 1 0 16,-1 7 1-16,-1 7-4 15,-1 3 2-15,-2 2-1 16,0 5 1-16,-3 3 1 0,4 1-2 16,0 0-2-16,-2 11 0 15,-2 11 3 1,2 5 1-16,-7 9 0 16,-3 1 1-16,0 2 0 0,0-3 1 15,0-6-1-15,0-4 1 16,0-7 0-16,0-6-1 15,-3-4 0 1,3-6 0-16,0-3 0 0,0 2-1 16,0-2-19-16,0 0-17 15,0 0-9 1,9-9-14-16,6-6-93 16</inkml:trace>
  <inkml:trace contextRef="#ctx0" brushRef="#br0" timeOffset="3327">3222 2323 123 0,'0'0'35'0,"0"0"6"15,0 0 6-15,0 0-22 16,0 0-8-16,0 0-11 16,-21 23-2-16,7 5-1 0,0 6 7 15,0 3-5-15,3-3-1 16,6-3-2-16,4-3-2 16,1-8 1-16,0-7 2 15,0-1-3-15,12-7-8 16,7-5-1-16,6 0-3 15,-1-9-5-15,-1-11 11 16,-4-1 6-16,-4-1 0 16,-5-5 0-16,-4-4 0 15,-6-1 1-15,0-2-1 16,0 2 2-16,-10 4-2 0,-8 6 5 16,6 6 3-16,-3 4 0 15,5 6-7-15,-1 3 1 16,4 3-2-16,1 0-15 15,-2 9 2-15,5 5-32 16,3 4-51-16</inkml:trace>
  <inkml:trace contextRef="#ctx0" brushRef="#br0" timeOffset="4552.02">3410 2307 68 0,'0'0'24'0,"0"0"12"16,0 0-2-16,0 0 5 16,0 0-6-16,0 0-6 15,0-24-7-15,0 24-8 16,0 0-5-16,0 1-7 0,0 16-1 15,0 8 1-15,0 3 3 16,-6 7 1-16,-1-1-2 16,4-2 1-16,-3 1-1 15,1-5-2-15,1-5 1 16,-1-3 0-16,4-4-1 16,-2-6 0-16,2-1 0 15,1-4 0 1,0-2 1-16,0-2-1 15,0-1 0-15,0 0 0 16,0 0 2-16,0 0 2 16,0 0 4-16,0-1 7 0,0-9 11 15,0-5-20-15,1 2-4 16,8-5 1-16,-5-1 1 0,5-4-3 16,3-4 0-1,2-1-1-15,3 2 1 0,0 3-1 16,4 3-1-16,-3 4 1 15,0 6-2-15,-2 5 1 0,-1 5-2 16,-1 0 0 0,2 10-2-16,-4 15 1 0,-2 10 3 31,-4-1 1-31,-4 3 1 0,-2-4 0 16,0-5 0-16,0-2-1 0,0-8 1 15,-2-6-1-15,-1-6 1 16,3-5 0-1,0-1-1-15,0 0 3 0,0-1 2 0,0-14 2 32,3-9-4-32,9-8-3 0,6-4-2 0,4-5 1 15,1 0 0 1,5 7-1-16,-4 8 0 16,-2 13-3-1,-5 8 2-15,-4 5 0 16,-1 3-4-16,-3 15 3 15,1 9 1-15,-2 3 3 16,-2-1 3-16,-3-2-3 0,5-5 0 16,-1-5 0-16,-1-7 0 15,3-1-5-15,4-8-8 16,5-1-2-16,3 0 11 16,1-7 1-16,-2-5 3 15,-1-4 0-15,-4-3 2 16,0-3-1-16,-3-4 1 15,1-3 0-15,-5 1 4 16,-1 2 3-16,-4 10-4 0,-1 5 3 16,-2 5 5-1,0 6 2-15,0 0-4 0,0 0-11 16,3 3-3-16,-3 12-2 16,0 9 4-16,0 7 1 15,0 2 1-15,0 3-1 16,0-3 1-16,-5-1 0 15,2-3 1-15,0-7-2 16,2-3 0-16,-1-7 0 16,1-3-7-16,1-5-4 15,0-1 0-15,0-3-1 0,0 0 1 16,0 0 3-16,0 0-4 16,0 0-9-16,0-2-2 15,0-5-11 1,0-3-42-16,0-2-29 15</inkml:trace>
  <inkml:trace contextRef="#ctx0" brushRef="#br0" timeOffset="4882.95">4083 1912 112 0,'0'0'6'0,"0"0"-1"0,0 0 13 16,0 0 4-1,0 0 1-15,0 0-4 0,6 107-10 16,12-107-4-16,1 0 0 16,-1-6-2-16,-3-11 2 15,-4-2 3 1,-4-2 9-16,-7-1 5 15,0 4-2-15,-3 5 8 16,-9 4-6-16,0 4-14 16,-1 5-8-16,1 0-3 15,0 18-3-15,0 9-26 0,9 6-66 0</inkml:trace>
  <inkml:trace contextRef="#ctx0" brushRef="#br0" timeOffset="5984.83">4355 2366 81 0,'0'0'57'0,"0"0"-29"15,0 0 13-15,0 0 2 16,0 0-9-16,0 0 2 0,-8-35-15 16,5 31 1-1,0 4-3-15,0 0-5 16,-3 0-8-16,-4 0-2 15,-1 0-4-15,-2 12-2 0,-5 2 1 16,7 6-1-16,-5 6 0 16,4 2 2-16,-1 6 0 15,5 3 0-15,5-3 0 16,3 1 0-16,0-7-3 16,0-6-12-16,11-7-12 15,8-9-2-15,5-6 4 0,-1 0 0 16,2-11 4-1,3-9 7-15,-4-8 12 0,-2 0 1 16,-5-2 1-16,-7-1 0 16,-4 10 4-16,-1 3 10 15,-2 8 2-15,-3 4-3 16,1 6-3-16,-1 0-6 16,0 3-4-16,0 16-4 15,2 0 4-15,2 3 3 16,-1-3-3-1,4-4 1-15,1-3-1 0,1-4 1 0,3-3-1 16,4-3 1 0,2-2-1-16,2 0-1 0,-1-2-16 15,2-13-11-15,-6 1 7 16,-3-4-6-16,1-6-5 16,-1 1 20-16,3-12 8 15,-3-5 4 1,7-7 2-16,-4-10 3 0,0 0 2 0,-6 3 15 15,-1 6-1 1,-7 12 4-16,-1 13 9 0,0 6-6 16,0 8 4-1,0 4-23-15,0 2 11 0,0 1-6 16,-3 2-5-16,3 0-1 16,0 0 0-16,-1 0-6 15,-1 0-2 1,-5 10-3-16,-5 17-2 0,0 14 0 15,-3 15 5 1,0 7 2-16,3 4-1 0,0-4 1 16,6-6-2-16,2-5 0 0,2-4 0 15,2-5 1 1,0-9-1 0,0-8 0-16,6-9-1 0,7-6-1 15,1-6-9-15,7-4 3 16,-5-1 2-16,-1 0-9 0,0 0 4 31,-6-1 0-31,-2-8-8 0,-4 0-6 16,-1-6-11-16,-2 2-17 15,6 1-43-15</inkml:trace>
  <inkml:trace contextRef="#ctx0" brushRef="#br0" timeOffset="7203.5">5353 2157 117 0,'0'0'21'16,"0"0"13"-16,0 0 8 0,0 0-8 0,0 0-5 31,0 0-5-31,0 0 2 0,-5-41 2 0,5 40-1 31,0 1-8-31,0 0-7 16,0 0-1-16,0 0-2 0,0 0-4 15,0 0-2-15,0 0-1 16,0 0-2-16,0 0 0 0,0 0-1 31,0 16-2-31,0 11-1 0,-3 19 4 16,-1 14 1-1,-2 11 1-15,0 6-2 0,0 0 2 16,1-2-2-16,1-5 1 16,0-8 0-16,1-8-1 15,1-13 1-15,-1-12 1 16,3-7-2-16,0-12 0 16,0-2-3-16,0-5-7 15,0-3-2-15,0 0 5 16,0 0 1-16,0-11-18 0,-3-8-17 15,-3-1-34-15,0-4-26 16,0 6-45-16</inkml:trace>
  <inkml:trace contextRef="#ctx0" brushRef="#br0" timeOffset="7817.64">5232 2257 75 0,'0'0'57'0,"0"0"-27"15,0 0 15-15,0 0-12 16,0 0-16-16,0 0-9 16,82-155-2-16,-48 131-2 15,5 4 5-15,1 8 12 16,-2 10-13-1,-1 2-8-15,-6 12 0 16,3 20-1-16,-4 12-2 16,-10 6 3-16,-7-3 3 0,-13 0-3 15,0-6 1-15,-22-1-1 16,-14-5 3-16,-6-1 3 0,-4-7-3 16,9-5-1-16,7-8-1 15,9-9-1 1,9-5 5-16,7 0 9 0,4-14-4 15,1-3-7-15,0 3 4 16,1 4-1-16,10 8-6 0,5 2-4 31,4 7-2-31,1 20 0 16,2 9 4-16,-1 5 1 0,-5 3 1 16,0-3-4-16,4-4-2 0,-2-6 2 15,4-9-6-15,2-5-16 16,-1-5-18-16,-2-6-55 15</inkml:trace>
  <inkml:trace contextRef="#ctx0" brushRef="#br0" timeOffset="8151.91">5948 2598 155 0,'0'0'39'0,"0"0"-39"15,0 0 0-15,0 0 5 16,0 0 9-16,0 0 1 16,0 0 1-16,-22 71-10 0,22-69-3 15,0-2-1 1,1 0 0-1,8 0-2-15,-3 0 1 16,0-7 2-16,0-6-3 16,-6 2 0-16,0 1-2 15,0 0-4-15,-6 7-4 16,-3 0-1-16,0 3-4 16,-1 0-1-16,4 0-13 0,3 0-32 15</inkml:trace>
  <inkml:trace contextRef="#ctx0" brushRef="#br0" timeOffset="8784.62">6227 2151 81 0,'0'0'30'16,"0"0"2"-16,0 0 12 16,0 0-10-16,0 0-3 0,0 0-4 15,-12-15-13-15,12 15-6 16,0 0-5-16,0 3-3 0,0 15-6 15,6 13 5 1,5 10 1-16,5 7 7 16,2 2-2-16,0-3 0 15,-1-2 0-15,0-6-3 0,-2-3-1 16,-3-4 0 0,-3-6 1-16,-2-3-1 0,-7-2 1 15,3-3 0-15,-3-2-2 16,0-1 0-16,0-9 0 15,0-3-2-15,0-3-6 0,3 0 0 16,-1-3 3 0,1-13 5-16,1 0-2 15,1-4-1-15,1-2-5 0,2 3-7 16,0-1-9-16,-2-1-16 16,5 0-13-16,0-4-18 15</inkml:trace>
  <inkml:trace contextRef="#ctx0" brushRef="#br0" timeOffset="9186.34">6594 2105 119 0,'0'0'13'16,"0"0"25"-16,0 0-10 15,0 0 5-15,0 0-5 0,0 0-19 32,0 8-9-32,0 24-2 15,-12 8 2-15,-4 7 2 16,-4-1 3-16,2 0-3 16,-2-6 2-16,3-2-4 15,-1-2 2-15,5-5-2 16,-2 0 0-16,6-3 0 15,1-4 1-15,2-2 1 16,1-5-2-16,2-5 0 16,-2-5 0-16,5-1-6 0,0-6-8 15,0 0-9-15,0 0 6 16,0 0-1-16,0 0 0 16,0 0-7-16,-3-2 1 15,3 0 10-15,0-2 1 16,0 0-30-16,0 1-26 15</inkml:trace>
  <inkml:trace contextRef="#ctx0" brushRef="#br0" timeOffset="9551.54">6658 2555 113 0,'0'0'11'0,"0"0"-9"16,0 0 6-16,0 0 3 15,0 0-3-15,0 0-3 16,-1 26 0-16,1-26 4 15,0 0 12-15,0 0 0 16,0 0-7-16,0-7-9 0,0 2-1 16,0-3-3-16,0 2 0 15,0 2 1-15,0-1-2 16,-3 3-1-16,1 0 0 16,2 2-5-16,0 0-18 15,0 0-43-15,0 0-34 16</inkml:trace>
  <inkml:trace contextRef="#ctx0" brushRef="#br0" timeOffset="10378.24">7519 2111 80 0,'0'0'10'16,"0"0"30"-16,0 0-9 16,0 0 22-16,0 0 4 15,0 0-20-15,9-49-9 0,-9 47-1 16,0 0-4 0,0 2 0-16,0 0-10 0,0 0-13 15,-4 20 0 1,-12 11 0-16,-7 12 0 0,-6 10 1 15,-2 4 1-15,0-2 0 16,1-3 0-16,-3 0-2 16,5-2 1-16,1-5-1 15,2 0 0-15,5-5 1 16,4-8-1-16,2-8 1 16,5-10-1-16,2-8 0 0,5-6 1 15,1 0-1 1,1 0 2-16,0 0-1 0,0 0-1 15,0 0-1-15,0 0-3 16,0-3-2-16,0-1 0 16,0-6-8-16,0-4-21 15,0-2-23 1,0-7-28-16,3-1-72 0</inkml:trace>
  <inkml:trace contextRef="#ctx0" brushRef="#br0" timeOffset="11013.21">7265 1882 59 0,'0'0'31'16,"0"0"15"-16,0 0 6 16,0 0-12-16,0 0-13 15,0 0-22-15,-3-17-5 0,6 46-1 16,8 13 1 0,7 11 8-16,-2 7-2 15,-1 4 2-15,3 3 2 16,0 2 0-16,-2-4-4 15,-1-6-4-15,-1-6 0 16,-4-8 0-16,-1-4-2 0,0-5 2 16,-6-5-2-16,0-6 0 0,-3-3 1 15,0-8 1-15,0-6-2 32,0-4 1-32,0-4 0 15,0 2 0-15,0-2 1 0,0 0 2 16,0 0-1-1,0 0-3-15,0 0 4 0,0 0-2 16,1 0 2-16,1 0 3 16,1 0 1-16,-2 0-5 15,1 0-3-15,-1 0 0 16,1 0-1-16,-2-2-8 16,1 0-1-16,-1-2 4 15,0 4 4-15,2-1-5 16,-1 0-4-16,1-2 1 15,1 0 1-15,-3 0 3 16,0 1 1-16,0 1 2 0,0-1 3 16,0 0 0-16,0 1-1 15,0-3 0-15,3 0-12 16,0-3-27-16,1-2-15 16,4 1-2-16</inkml:trace>
  <inkml:trace contextRef="#ctx0" brushRef="#br0" timeOffset="11618.06">7853 2319 88 0,'0'0'21'15,"0"0"5"-15,0 0 0 0,0 0-2 16,0 0-2-16,0 0-5 15,0 0-8-15,0 0-3 16,0 0 2-16,8 0 9 16,14 0-8-16,6 0-1 15,8 0-4-15,6-2-2 16,3-2-2-16,-3-1 0 0,-8 1-1 16,-7 1 1-16,-11 2 0 15,-7 1 0-15,-6-2 1 16,-3 2-1-16,0 0 0 15,0 0-1-15,0 0-17 16,-6 0-16-16,-5 0-13 0,1 0-1 16,0 0-28-1</inkml:trace>
  <inkml:trace contextRef="#ctx0" brushRef="#br0" timeOffset="11999.37">7853 2521 84 0,'0'0'29'16,"0"0"-1"-16,0 0 0 15,0 0 14-15,0 0 12 16,0 0-22-16,96 21-17 16,-52-21-4-16,-3 0 0 15,-4 0 0-15,-7-1-8 0,-8-2-2 16,-7 0-1-16,-6 3 0 16,-9-1 1-16,0 1 0 15,0 0 2-15,0 0 0 16,0 0-3-16,0 0-3 15,0 0-1-15,0 0-4 16,0 0-13-16,0 0-6 16,0 0-3-16,0 0-30 15,0 0-21-15</inkml:trace>
  <inkml:trace contextRef="#ctx0" brushRef="#br0" timeOffset="15977.96">9114 2088 20 0,'0'0'56'0,"0"0"-38"16,0 0 13-16,0 0-15 16,0 0-6-16,0 0 4 15,0 0 4-15,9-19 10 16,-6 14-7-1,-3-1 2-15,3 0-6 0,1 0-8 16,-4 0 0-16,3 1 14 0,-1 0-8 16,-2 1-1-1,1 1 2-15,-1 1-8 0,0 2 3 16,0 0-2-16,0 0-5 16,0 0-1-16,0 2-3 15,-6 19-4-15,-12 13 1 16,-7 9 3-16,-3 10 0 15,-4 2 0-15,0-1 0 0,-1-2 0 16,-2-1 1-16,-1-4-1 16,2 0 1-16,4-3-1 15,5-5 0-15,9-7 0 16,5-7 0-16,7-10 0 16,4-4 0-16,0-3-2 15,0-7 2-15,0 1-3 16,0-2-3-16,0 0-4 0,0 0-2 31,0 0-13-31,0-5-15 16,-2-9-25-16,2-4-6 0,0-6-7 0</inkml:trace>
  <inkml:trace contextRef="#ctx0" brushRef="#br0" timeOffset="16391.14">8833 2067 136 0,'0'0'18'16,"0"0"8"-16,0 0 25 15,0 0-21-15,0 0-19 16,0 0-4-16,3 4-7 0,14 23 1 16,10 13 1-16,3 14 8 15,1 11-1-15,2 4-2 16,-3 1-2-16,1-3-3 16,-6-4 1-16,-1-6-1 15,0-5 0-15,-6-10-1 16,0-10 1-16,-6-12-1 15,-1-9 1-15,-6-5 0 16,-2-3-2-16,-3-3 3 0,0 0-2 16,0 0 3-16,0 0-4 15,0-3-2-15,0-9-25 16,0-6-4-16,0-2-3 16,0-1-69-16</inkml:trace>
  <inkml:trace contextRef="#ctx0" brushRef="#br0" timeOffset="16963.84">9338 2602 149 0,'0'0'23'0,"0"0"0"16,0 0 2-16,0 0-17 16,0 0-5-16,0 0 0 15,47-63 2 1,-27 48-5-16,-1 3 1 0,-8 2 3 15,-4 4 7 1,-6 4 5-16,2 0-3 16,-1 2-7-16,1 0-6 0,0 18-8 0,5 11 8 15,-4 11 3-15,-1 2 3 16,0 0-3-16,-2-7 1 16,1-6-2-1,-2-6-1-15,0-7 0 0,0-8 1 16,0-3-1-16,0-2 1 15,0-3-1-15,0 0 0 16,0 0 5-16,0 0 2 16,0-9-1-16,0-8-7 15,0-5 2-15,-3-5-2 0,3-6-2 16,-3-3 2-16,3 0 2 31,0 8-2-31,0 8-2 16,0 12-3-16,0 8-12 15,0 0-13-15,0 0-24 16,0 8-5-16,0 7 19 0,0 4-38 16</inkml:trace>
  <inkml:trace contextRef="#ctx0" brushRef="#br0" timeOffset="17298.34">9394 2810 87 0,'0'0'37'16,"0"0"2"-16,0 0-2 16,0 0 1-16,0 0-4 15,0 0-19-15,5-3-4 16,11 1-9-16,5 0-2 15,8 1 0-15,5 0 0 16,3-2 1-16,-3 0-2 16,-5-1-2-16,-7-2-1 15,-7 3 3-15,-9 0 0 16,-4 3 1-16,-2 0-5 0,0 0 4 16,-5 0 0-16,-9 0-8 15,3 0-9-15,3 0-24 16,5 0-41-16</inkml:trace>
  <inkml:trace contextRef="#ctx0" brushRef="#br0" timeOffset="18021.16">10088 2180 13 0,'0'0'10'16,"0"0"-8"-16,0 0 15 15,0 0 4-15,0 0 25 0,0 0-2 16,0-11-7-16,0 8 1 0,0 0-1 31,0-2-11-31,0 4 4 16,-3 0-11-16,3 0-1 15,0 1 1-15,0 0-3 16,0 0-6-16,0 0-9 16,0 1-1-16,0 19-8 15,0 15 3-15,0 11 5 16,0 10 3-16,0 0-1 16,0-5-2-16,0-5 1 0,0-5 0 15,-1-7-1-15,-1-4 1 16,-1-7-1-16,2-7 3 15,-4-5-1-15,2-4-1 16,2-5 0-16,-1-2-1 16,2 0-10-16,0 0 0 15,0 0-6-15,-1 0-16 16,-2 0-8-16,1-9-10 16,1-5-31-16,1-2 8 0</inkml:trace>
  <inkml:trace contextRef="#ctx0" brushRef="#br0" timeOffset="18381.5">9981 2363 69 0,'0'0'35'0,"0"0"-3"16,0 0 9 0,0 0 4-16,0 0-3 0,0 0-22 15,3-9-16-15,25 8-4 16,9-1 3 0,8-1-2-16,-3 0-1 0,-5 2 1 0,-7 1-1 15,-11 0 0 1,-8 0 0-16,-5 0 0 0,-6 0-2 15,0 0 2-15,-3 0 1 16,-12 0 0-16,-3 2-1 16,1 1-3-16,4 0-13 15,9-1-27-15,4 1-38 16,0-3-55-16</inkml:trace>
  <inkml:trace contextRef="#ctx0" brushRef="#br0" timeOffset="18922.09">10798 2096 162 0,'0'0'40'16,"0"0"15"-16,0 0-11 15,0 0-8-15,0 0 2 16,0 0-19-16,0-11-19 16,-7 34-5-16,-11 14 3 15,-4 10 2-15,-2 6 0 16,-3-2 0-16,4-3 1 15,-2-6 0-15,4-2 0 0,3-9-1 16,0-2 1-16,3-5 1 16,4-2-1-16,0-5-1 15,6-2 0-15,2-4-7 16,-1-4-15-16,3-1-6 16,-1-6-12-16,2 0 1 15,-1 0-11-15,1 0 8 16,0-11-67-16</inkml:trace>
  <inkml:trace contextRef="#ctx0" brushRef="#br0" timeOffset="19272.16">10550 2050 142 0,'0'0'13'0,"0"0"19"16,0 0 25-16,0 0-20 0,0 0-11 16,0 0-26-16,-4 26-5 15,11 23 5-15,10 11 13 16,1 7-1-16,3-2-6 16,4-8-4-16,-4-5 1 15,1-12 0-15,-8-4-2 16,-1-10 0-16,-7-6 0 15,-1-7 0-15,-4-5-1 16,-1-2 0-16,2-4-3 0,-2 2-7 16,0-4 0-16,0 0-11 15,0 0-1 1,0 0-7-16,1 0-10 0,5-10-35 16</inkml:trace>
  <inkml:trace contextRef="#ctx0" brushRef="#br0" timeOffset="19719.45">10909 2471 86 0,'0'0'118'0,"0"0"-107"31,0 0 11-31,0 0-12 16,0 0 0-16,0 0 4 15,67-8-10-15,-46 14 0 0,-5 11-4 16,-7 5 0-16,-6 8 1 16,-3-1 3-16,0-1 3 15,-19-3 0-15,-4-1-4 16,-1-8 4-16,1-3-2 15,6-4 0-15,5-4-2 16,5-1 1-16,2-1-3 16,2-1 0-16,3 0-1 0,0-2-1 15,0 0-3-15,5 0 3 16,13 0 0-16,10-2 1 16,2-5 0-16,-2-3 1 15,-7 5-1-15,-10 2 0 16,-5 1 0-16,-5 2 0 15,-1 0 0-15,0 0 0 0,0 0-7 16,0 0-22-16,0 0-55 16,3 0-35-16</inkml:trace>
  <inkml:trace contextRef="#ctx0" brushRef="#br0" timeOffset="20275.75">11425 2152 5 0,'0'0'23'0,"0"0"23"0,0 0 16 16,0 0 7-1,0 0-9 1,0 0-16-16,4-17-23 0,-4 17-11 0,0 0-9 16,0 10-1-16,0 15-1 15,0 13 1 1,0 11 5-16,0 1 0 0,0 0-3 16,0-5 1-16,0-1-3 15,0-7 0-15,0-1 2 16,0-10-1-16,0-6 0 15,0-6-1-15,0-4 0 0,0-3-11 16,0 4-7 0,0-10-5-1,0 5-18-15,-3-3-4 0,0-3 16 0,3 0-13 16,0 0-4-16</inkml:trace>
  <inkml:trace contextRef="#ctx0" brushRef="#br0" timeOffset="20625.68">11296 2353 76 0,'0'0'54'0,"0"0"-28"16,0 0 10-16,0 0-13 15,0 0-14-15,0 0-7 16,120-12-1-16,-80 12 0 16,-1 0-1-16,-8 0 3 0,-7 0-3 15,-6 0 0-15,-9 0 0 16,-4 0-3-16,-4 0-4 15,1 0-3-15,-2 0 10 16,1 0 0-16,1 1 0 16,1 1 0-16,0 0-28 15,4 4-30-15,2-1-66 16</inkml:trace>
  <inkml:trace contextRef="#ctx0" brushRef="#br0" timeOffset="21055.29">11880 2433 126 0,'0'0'18'16,"0"0"17"-16,0 0-12 15,0 0 1-15,0 0-9 16,0 0-12-16,-21 12-1 16,15-6 3-16,6-4-2 15,0 3-2-15,0 0-1 0,0-2 0 16,12 0 3-1,6-1 0-15,-5-2 3 0,-1 0-2 16,-6 0-4-16,-4 0 0 16,-2-5 1-16,0-2 1 15,0 1-1-15,-8 4-1 16,1-1 2 0,4 1-1-16,1 1-1 0,1 1-3 15,1 0-6-15,0 0-26 16,0 0-66-16</inkml:trace>
  <inkml:trace contextRef="#ctx0" brushRef="#br0" timeOffset="21452.34">12163 2461 150 0,'0'0'52'0,"0"0"-36"15,0 0 21-15,0 0-12 16,0 0 3-16,0 0-15 16,-1-3-12-16,1 3-1 15,0 0-2-15,0 0-2 16,0 0 2-16,0 0 0 15,0 0 2-15,4 0-7 16,-1 0 2-16,-3 0-10 0,0 0 15 16,0 0 0-16,0-1 5 15,0-4-5-15,0 2 7 16,0-1 7-16,-4 3 0 16,1 1-9-16,1 0-5 15,-1 0 0-15,2 0-3 16,-1 0-16-16,2 1-4 15,0 5-28-15,9 1-48 16</inkml:trace>
  <inkml:trace contextRef="#ctx0" brushRef="#br0" timeOffset="21754.92">12381 2445 150 0,'0'0'7'16,"0"0"-6"-16,0 0-1 0,0 0 10 15,0 0 7 1,0 0 5-16,22 7-8 0,-14-7-2 16,-3 0 2-16,-2 0-3 15,-2 0 2-15,-1-3-3 16,0-4 1-1,0-2-6-15,-1 4-4 0,-7 3-1 16,0 0-10-16,2 2-6 16,1 0-6-16,2 0-9 0,3 3-25 15,0 3-65-15</inkml:trace>
  <inkml:trace contextRef="#ctx0" brushRef="#br0" timeOffset="22326.94">12860 2142 154 0,'0'0'31'16,"0"0"-2"-16,0 0 14 16,0 0-21-16,0 0-1 15,0 0-21-15,0 42-1 16,0 1 0-16,0 8 1 16,0 2 4-16,0-1 1 0,0-3 1 15,0-5 1-15,0-4-4 16,0-7 1-16,0-5-1 15,0-6-3-15,0-5 0 16,0-6 2-16,0 0-1 16,0-4 0-16,0 0 0 15,-4 2 0-15,1-5-1 16,0 1 2-16,1-4 0 16,1-1 0-16,1 0-2 0,0 0 0 15,0 0-4-15,0 0-1 16,0-2-3-16,0-12-8 15,0 3-18-15,6-9-13 16,1-1-31-16,0-5-29 16</inkml:trace>
  <inkml:trace contextRef="#ctx0" brushRef="#br0" timeOffset="22645.53">12726 2369 156 0,'0'0'24'16,"0"0"-6"-16,0 0 23 15,0 0-10-15,0 0 4 16,0 0-24-16,112-15-11 16,-69 15-1-16,-4-1 1 15,-8-1 0-15,-8-1 0 0,-7 1 0 16,-7 1 1-16,-6 0-1 15,-3 1 2-15,0 0-2 16,0 0 1-16,0 0-1 16,3 0 0-1,0 0 0-15,6 0-18 0,-2 0-16 16,-1 0-9-16,2 0-30 16,0 0-48-16</inkml:trace>
  <inkml:trace contextRef="#ctx0" brushRef="#br0" timeOffset="23077.58">13558 2074 105 0,'0'0'30'15,"0"0"11"-15,0 0 1 32,0 0-3-32,0 0-8 0,0 0-5 15,36-41-7-15,-36 41-3 16,0 0-2-16,0 0-10 15,0 13 0-15,-10 12-4 16,-4 7 1-16,-5 10 2 16,-3 5 2-16,-5 6 0 15,0 2-2-15,-6-2 0 16,6-4 2-16,-3-3-2 16,3-6 1-16,4-7-3 0,3-5 1 15,10-6-1-15,2-8 2 16,7-5-3-16,1-7 0 15,0 0-6-15,0-2-43 16,0-6-54-16,0-12-68 16</inkml:trace>
  <inkml:trace contextRef="#ctx0" brushRef="#br0" timeOffset="23402.51">13264 2046 183 0,'0'0'19'32,"0"0"0"-32,0 0 32 0,0 0-18 15,0 0-5-15,0 0-28 0,57 79-6 32,-31-16 6-32,-1 1 6 15,-1-5 2-15,-2-7-6 0,1-7-1 16,-3-9 0-16,-2-9 3 15,-6-8-3-15,-4-7-1 16,-5-8 1-16,-2 0 0 16,-1-4 1-16,3 0-1 15,-3 0-1-15,1 0-19 16,5 0-19-16,1-2-47 16,5-4-37-16</inkml:trace>
  <inkml:trace contextRef="#ctx0" brushRef="#br0" timeOffset="24023.94">13695 2453 66 0,'0'0'56'16,"0"0"-37"-16,0 0 27 15,0 0-6 1,0 0 6-16,0 0-15 0,2-14-8 16,-2 14-9-16,0 0-8 15,0 9-1-15,0 14-3 16,0 12-1-16,0 4 8 16,-3-2-3-16,0-5-3 15,3-8-3-15,-3-7 1 16,3-3-1-16,0-9 1 0,0-2 1 15,0-3-2-15,0 0 2 16,-1 0 1-16,1 0 3 16,0 0 8-16,0-10 9 15,0-7-8-15,0-5-12 16,5-5 1 0,9-7 0-16,4-4-1 0,1 4-2 15,7 4-1-15,-1 9 0 0,-1 9 0 16,-3 6-3-16,-2 6 1 15,0 0 0-15,-2 11-3 16,-1 11 1 0,-4 2 0-16,-4 0 2 0,2-2 0 15,-2-3 2-15,-1-2 0 16,4-3 0-16,-1 1 0 16,4-5 1-16,2-1-1 15,0-1 0-15,8-3 0 16,5-5-3-16,0 0-2 0,3-2 5 15,-7-12 0 1,-5-5 0-16,-6-3-9 0,-8 4-10 16,-6 5 4-16,0 4-1 15,-10 8-12-15,-11 1-29 16,3 0-66-16</inkml:trace>
  <inkml:trace contextRef="#ctx0" brushRef="#br0" timeOffset="27352.28">2687 3929 10 0,'0'0'33'0,"0"0"-4"16,0 0-4-16,0 0-5 16,0 0-7-16,0 0-1 0,0 0 2 15,-2 0 2 1,2 0 2-16,0 0 5 0,0 0-2 15,0 0-1-15,0 0-3 16,0 0-8-16,3 0-1 16,15 0-6-16,9-5-2 15,1-2 1-15,8-1-1 16,-2-5 1-16,2 2 0 16,-3-4-1-16,0 0 0 15,-3 1 1-15,-8 0-1 0,-5 1 0 16,-7 0 0-16,-9 0 4 15,-1-2-1-15,-1-4 3 16,-17 2 2 0,0 1 7-16,-3 5 0 0,2 8-5 15,-1 3 2 1,-2 0-12-16,-5 18 0 0,-3 10-1 16,2 7-1-16,1 4 1 15,6 0 1-15,8-2-4 16,8-1 0-16,5 0 0 15,0-5 3-15,11-3 0 0,11-5 1 16,5-5 0-16,7-6 1 16,4-6-1-16,2-3 1 15,-1-3 0-15,-8 0-1 16,-3 0 0-16,-8 0-2 16,-10 0-6-16,-4 0-12 0,-4 0 2 15,-2 0 12-15,0 0 0 16,0 0 5-1,0 0 0 1,0 0-11-16,14-5-25 0,6-5-43 0,13 2-2 16</inkml:trace>
  <inkml:trace contextRef="#ctx0" brushRef="#br0" timeOffset="28053.68">3416 3835 72 0,'0'0'34'0,"0"0"-5"15,0 0 12-15,0 0 9 16,0 0-6-16,0 0-14 16,2-39 0-16,-10 31-6 15,-2 4-6-15,1 4 1 0,-2 0-5 16,-5 0-4-16,-2 16-10 15,-9 11-5-15,5 9 0 16,1-1 3-16,6 2-2 16,7-5 2-16,7-1 1 15,1-6 1-15,0-7 0 16,6-4-2-16,6-4-13 16,4-4 5-16,-1-2-2 15,0-4 7-15,2 0-4 0,-1 0 2 16,-1-10 4-16,7-4-2 15,-1-5-1-15,-1-3-2 16,-4-2 5-16,-1 1 0 16,-3 2 3-1,-3 5 0-15,-3 3 1 0,-3 4 5 16,0 7 0-16,0 0 3 16,1 0-5-16,-4 2 3 15,0 0-4-15,0 0-2 0,0 0-1 16,0 0-1-16,3 5-1 15,3 12-3 1,-1 2 5-16,-2 5 5 0,1-3 5 16,-2-2-2-16,1-1-5 15,1-1-3-15,-3-5 1 16,1-1-1-16,-1-5-1 16,4 0-13-16,4-1-7 15,4-4-22-15,5-1-43 16,5 0-47-16</inkml:trace>
  <inkml:trace contextRef="#ctx0" brushRef="#br0" timeOffset="28402.16">3844 3912 192 0,'0'0'19'0,"0"0"-18"0,0 0 18 16,0 0-3-16,0 0-10 31,0 0 2-31,-64 77 2 0,61-49 0 16,3-3 1-16,0-3-1 16,0-5-7-1,8-6 0-15,8-2-2 16,5-7-1-16,6-2-2 15,1 0-3-15,-1-5 2 16,-7-4 2-16,-6 2 1 0,-9 2 0 16,-5-1-7-16,0-1 4 15,0 2-1-15,0-3-20 16,-5 2 2-16,4 2-12 16,1-2-13-16,0 1-20 15</inkml:trace>
  <inkml:trace contextRef="#ctx0" brushRef="#br0" timeOffset="29252.43">4168 3582 20 0,'0'0'28'0,"0"0"4"15,0 0 4-15,0 0-7 16,0 0 7-16,0 0-4 0,-18-53-1 15,15 47 9 1,3 3-15-16,-3 0-4 0,3 3-1 16,0 0-6-1,0 0-9-15,0 0-3 0,0 0-2 16,0 3 0-16,0 12-5 16,0 7 3-16,3 12 1 15,9 7 1-15,-3 9 0 16,1 6 1-16,-5 0 0 15,1-4 0-15,-3-6-1 16,-3-6 1-16,3-5 1 16,-3 0 0-16,3-5-2 15,-1 1 0 1,-2-3 1-16,0-5-1 0,0 0 1 16,0-1 1-16,-2-8 0 15,-1-2-2-15,0-5 1 0,0-4 0 16,3-3-1-1,0 0 1-15,0 0-1 0,0 0 1 16,0 0 3-16,0 0 0 16,0-2 1-16,0-3 5 15,0-5 16-15,0-2-17 16,0-6-2 0,0-6-5-16,0-4 0 15,6-3 3-15,9 1-5 0,0 7 0 0,1 3 0 16,11 4-1-1,-3 6-3 1,6 5 0-16,0 3 0 0,-5 2 1 0,0 4 0 16,-4 15-4-1,-6 3 0-15,-7 6 4 0,-1-5-3 0,-3 0 5 16,-2-5 0-16,1-4 1 31,3-4 0-31,-3-6 0 16,3-4 0-16,3 0-1 15,1 0-2-15,4 0-3 16,2-10-10-16,-2-1 2 16,-1-1-10-16,-1-2-25 15,0 1-12-15,0 0-19 0,-3 4-51 16</inkml:trace>
  <inkml:trace contextRef="#ctx0" brushRef="#br0" timeOffset="29915.18">5363 3721 93 0,'0'0'44'16,"0"0"5"-16,0 0-8 0,0 0 6 16,0 0-2-16,0 0-12 0,13-30-2 15,-13 30-1 1,0 11-12-16,0 14-14 0,-5 14-4 16,-4 9-3-16,-5 5 3 15,1 1 3-15,-2-4-1 16,-6-4 0-16,-3 0-1 15,-4-6 0-15,4-6 1 16,0-7 1-16,6-9-2 31,6-5-1-31,-1-5-4 0,8-6-12 0,-2 0-30 16,2-2 0-16,-1 0-24 0,-1 0-8 16,4 0-10-16</inkml:trace>
  <inkml:trace contextRef="#ctx0" brushRef="#br0" timeOffset="30216.1">5114 3779 162 0,'0'0'27'16,"0"0"-2"-16,0 0 1 16,0 0-21-16,0 0 1 15,0 0-3-15,136 139 2 16,-112-92 11-16,-2 0-9 16,0-4-4-16,-4-7 0 15,5-9-1-15,-1-5-1 0,3-8-1 16,4-4-12-1,2-4-15-15,5-6-14 0,-5 0-20 16,0 0-2-16</inkml:trace>
  <inkml:trace contextRef="#ctx0" brushRef="#br0" timeOffset="30453.26">5630 4128 13 0,'0'0'81'16,"0"0"-8"-16,0 0-19 15,0 0-8-15,0 0-16 16,0 0-8-16,0-27-4 0,0 27-1 15,0 0-1-15,0 0-8 16,-3 0-8-16,3 6-4 16,0 8-3-16,-3 5 7 15,-1 0 0-15,1-1 2 16,-3 0-2-16,1 2 1 16,2-1 0-16,0-1-1 15,2-4 1 1,1-3-1-16,0-3-6 0,0-1-16 0,0-3 1 15,0-1-27 1,3-3-18-16,4 2-19 0</inkml:trace>
  <inkml:trace contextRef="#ctx0" brushRef="#br0" timeOffset="30848.7">5772 3735 130 0,'0'0'38'0,"0"0"-29"15,0 0 13-15,0 0-22 0,0 0 0 16,0 0 10-16,0 47 8 16,0-43-2-16,0-4-8 0,0 0 6 15,7 0 7-15,-1-2 8 16,2-11-8 0,-2-1-14-16,-3 0-5 0,-3 6 0 15,0 0-2-15,0 6 2 16,0 2-2-16,0 0 0 15,0 4-7-15,0 15-28 16,0 3-22-16,4-2-107 16</inkml:trace>
  <inkml:trace contextRef="#ctx0" brushRef="#br0" timeOffset="31960.65">6648 3959 63 0,'0'0'44'0,"0"0"-13"15,0 0 23-15,0 0 5 16,0 0-12-16,0 0-4 0,-39-73-10 16,24 69 2-16,0 2-15 15,-6 2-14 1,-3 0-2-16,-4 9-4 0,-3 15-1 15,-1 6-1-15,3 8 1 16,3 1-2-16,8-2 2 0,5-5 0 16,10-5 0-16,3-7 1 15,0-8 0-15,3-3-10 16,21-5-11-16,4-4-3 16,6 0 15-16,2-4 7 15,-3-12-10-15,-6-1 8 16,-2-3-1-16,-4 0 5 15,-4-1 0-15,-6 4 1 16,-3 6-1-16,-5 6 6 16,-2 5 0-16,1 0 2 15,-2 0-4-15,3 0-4 0,3 16-2 16,4 5-5-16,1 3 7 16,-4-5 5-1,0-5-2-15,-2-2 0 0,1-6-2 16,-3 0 1-16,0-1-2 15,2-2 0 1,6 0-34-16,0-3-71 16</inkml:trace>
  <inkml:trace contextRef="#ctx0" brushRef="#br0" timeOffset="32484.89">6953 3900 95 0,'0'0'33'0,"0"0"-6"15,0 0 33-15,0 0-8 32,0 0-3-32,0 0-25 15,-7 2-20-15,4 17-4 16,-1 11-6-16,1 7 6 0,1 3 5 16,1 2 2-1,1-5-3-15,0-7-1 0,0-6-2 16,0-7 1-16,0-4 1 15,0-8-3-15,0-2 1 16,0-1-1-16,0-2 2 16,0 0-1-16,0 0 4 15,0-5 8-15,0-12 11 16,0-8-11-16,3-6-4 16,7-5 8-16,5-3-5 15,3 4-7-15,-2 10-5 0,-1 8 0 16,-3 11-1-16,0 4-1 15,0 2 0-15,5 0-4 16,2 3-6-16,-4 7-15 16,6 0-25-16,-5-4-7 15,-1 3-32-15,3-3-69 16</inkml:trace>
  <inkml:trace contextRef="#ctx0" brushRef="#br0" timeOffset="32851.71">7237 4051 56 0,'0'0'53'0,"0"0"-27"16,0 0 31-16,0 0-16 15,0 0-7-15,0 0-9 16,100-125-16-16,-100 113 5 16,0 2 19-16,0 6-6 0,-3 4 14 15,-6 0-21-15,-3 4-14 16,-4 18-6-16,-2 5-5 15,6 9 0 1,4-2 4-16,8-4 0 0,0-5 1 16,0-7 1-16,17-5-1 15,5-6 0-15,2-7-11 16,6 0-4-16,-2 0 1 16,0-14 5-16,-2 1 1 0,-5 2 5 15,-9 0 2-15,0 4 1 16,-9 2-1-16,-2 4-9 15,1 1-14-15,-2-1-3 16,0 1-10-16,1 0-32 16,1-3-95-16</inkml:trace>
  <inkml:trace contextRef="#ctx0" brushRef="#br0" timeOffset="38004.21">8242 3731 47 0,'0'0'0'16,"0"0"-2"-16,0 0 2 15,0 0 11-15,0 0 24 16,0 0 4-16,0 0-8 16,23-54 12-16,-21 50-6 15,-2-1-8-15,1 3-11 16,2-1 0-16,-2 2-9 16,-1 1-1-16,0 0-3 0,0 0-1 15,0 0 0 1,0 1 0-16,0 16-2 0,0 12-2 15,0 8 0-15,0 9 0 16,-4 8 2-16,3 4 1 16,1 1-2-16,0 1 0 15,0-4-1-15,0-7 1 16,-2-7-1-16,1-9 1 16,1-7 0-16,0-7-1 15,-2-6 0-15,2-6 2 0,0-4-1 16,0-3 1-16,0 0-1 15,0 0 0-15,-3 0-1 16,0 0-1-16,0-10-14 16,-3-3-24-16,6-1-27 15,0-3-27 1,0-1-19-16</inkml:trace>
  <inkml:trace contextRef="#ctx0" brushRef="#br0" timeOffset="38753.67">8201 3734 36 0,'0'0'24'31,"0"0"16"-31,0 0-3 0,0 0-16 16,0 0 4-16,0 0 1 15,-2-83-7-15,7 68-7 16,11 0-2-16,6-1 4 16,8-2-10-16,11 1 0 15,5 1 2-15,5 8 3 16,-4 8-3-16,-5 6-6 16,-6 26 0-16,-6 7-2 15,-9 5 1-15,-11 2 1 16,-8-7 0-16,-2-3 0 15,-14-3 0-15,-14-6 0 0,-7-2 1 16,-3-2 2-16,-1-5 1 16,8-4-2-16,4-7 0 15,15-4 1-15,4-3 4 16,7 0-1-16,1 0 6 16,0-4-4-16,0-6-3 0,3 0-1 15,12 0-4 1,7 2-2-16,5 7-1 0,7 1-1 15,1 0 2-15,4 21-1 16,-1 12 0-16,-1 10 3 16,-4 9-3-16,-9-1 1 15,-6-5-7-15,-13-2-2 16,-5-6-1-16,-5-4 7 16,-23-5 2-16,-6 0 3 15,-10-5 0-15,-5-6 1 16,1-4 0-16,2-7 0 0,6-7-1 15,7 0 0-15,6-5 3 16,6-14 0-16,12-3 0 16,9-5-3-16,0-2-25 15,22 1-29-15,19 4-28 16</inkml:trace>
  <inkml:trace contextRef="#ctx0" brushRef="#br0" timeOffset="39233.39">8902 4101 113 0,'0'0'68'15,"0"0"-55"1,0 0 25-16,0 0-2 0,0 0-12 16,0 0-23-16,63-42-1 0,-47 23-3 31,-7-1 0-31,-9-2 3 15,0 5 0-15,0 3 5 16,0 8 9-16,-6 4 10 16,-6 2 3-16,-6 4-11 15,-3 21-16-15,-4 8 0 16,4 7-3-16,6 2-1 16,8-4 3-16,5-6 1 15,2-4 1-15,5-9 0 0,18-5 1 16,10-8 1-1,8-4 5-15,-1-2-2 0,-1 0-2 16,-10-6-4-16,-9-1-5 16,-7 1-13-16,-8 2-14 15,-4 2-24-15,-1 0-66 16</inkml:trace>
  <inkml:trace contextRef="#ctx0" brushRef="#br0" timeOffset="39743.71">9238 4003 74 0,'0'0'44'0,"0"0"-37"0,0 0 49 15,0 0 2 1,0 0-11-16,0 0-3 0,-2-36-11 15,2 35 0-15,0 1-8 16,0 0-6-16,0 0-8 16,0 12-11-16,0 17-4 15,0 17-4 1,0 8 7-16,0-1 1 0,0-6 1 16,0-8 0-16,0-3 0 0,0-11-1 15,0-9 1 1,0-5-1-16,2-9 1 0,-1-2 1 15,1 0-2-15,-2 0 2 16,0-13 6-16,0-7-1 16,1-7-3-16,4-7-2 15,-2-3-1-15,1-2-1 16,3-1 0-16,1 5 0 16,3 5 0-16,2 7 0 15,2 6 0-15,4 6-2 0,5 3 1 16,4 2-3-16,5 6-8 15,-2 0-6-15,5 0-9 16,-4 0 4-16,-3 6-8 16,-7-1-18-16,-6 0-26 15,-12 0-15-15,-4 4-47 16</inkml:trace>
  <inkml:trace contextRef="#ctx0" brushRef="#br0" timeOffset="40411.75">9639 4060 61 0,'0'0'29'0,"0"0"-28"0,0 0 19 16,0 0 10-16,0 0 25 16,0 0-3-16,15-44-20 15,-12 41 1-15,-3 2 1 16,0-1-6-16,0 2 1 16,0 0-3-16,0 0-11 15,0 0-8-15,0 0-7 0,0 0 0 16,0 6-3-16,0 6 0 15,0 10-1-15,3 3 4 16,-3 7 0-16,1-1 0 16,2 4 0-16,-3-5 0 15,2-4 1-15,-2-5-1 16,0-7 2-16,0-5-2 16,0-5 1-16,0-4-1 15,0 0 0-15,0 0 0 16,1 0 2-16,-1 0 1 15,3-7 4-15,2-11 2 16,4-10-1-16,9-5-7 0,2-7-1 16,6-4 0-16,1 2 0 15,3 5 0-15,-3 7-2 16,-1 10-3-16,-3 5 0 16,-4 11 3-1,1 4-1-15,-6 10 1 16,-3 24-4-16,-4 11-2 0,-2 8 6 15,-5-4 2-15,0-3 0 0,0-6 1 16,0-9-1 0,0-6 1-16,0-8-1 0,0-5 2 15,0-8-2-15,0-3 0 16,3-1-4-16,-3 0-27 16,9-3-10-16,1-11-8 15,6-3-23-15,-2-2-107 0</inkml:trace>
  <inkml:trace contextRef="#ctx0" brushRef="#br0" timeOffset="40921.48">10239 3992 26 0,'0'0'24'15,"0"0"62"-15,0 0-23 0,0 0-9 16,0 0-6 0,0 0-14-16,6-1-17 0,-20 26-10 31,2 9-6-31,-1 4 8 15,6 0-3-15,-1-3 2 0,8-4-4 16,0-4-4 0,0-4 2-16,0-5-1 0,14-5 0 15,2-7 4-15,6-1-4 16,1-5 0-16,4 0-1 16,-2 0-7-16,-4-11-6 15,-5-8 6-15,-3-3 2 16,-5-5 4-16,-8-2-9 15,0-6-12-15,0-2 16 0,-6 0 0 16,-10 2 6-16,1 10 2 16,0 10 2-16,7 7-1 15,1 5-1-15,5 3 1 16,2 0-2-16,0 0-1 16,0 0-16-16,0 8-50 15,6 5-30-15,5-3-36 16</inkml:trace>
  <inkml:trace contextRef="#ctx0" brushRef="#br0" timeOffset="41589.71">10572 3985 106 0,'0'0'30'16,"0"0"-9"-16,0 0 26 16,0 0-3-16,0 0 6 15,0 0-20-15,-11-22-4 16,11 22 6-16,0 0-14 15,0 0-2 1,0 6-16-16,0 17-2 0,-3 13-10 16,3 3 11-16,0 3 1 0,0-5 1 15,0-6-1-15,0-5 1 16,0-8 1-16,0-5-2 16,0-5 1-16,3-4 0 15,6-2-1-15,9-2-1 16,3 0-18-16,13-6 3 15,-4-8 8 1,-3-4-5-16,-3-3-1 16,-2-2 0-16,-3-5 10 0,-5 2 2 15,-5-2 2 1,-2 1 0-16,-2 0 3 16,-4 3 11-16,-1 4-1 0,0 5-6 15,0 3 2-15,0 6 7 0,0 4-8 16,0 2-4-16,0 0 3 15,0 0-7-15,0 4 0 16,0 17-4-16,0 9 0 16,0 8 2-16,0 3 2 15,0 0 2-15,0-3-1 0,-3-4-1 16,0-6 2-16,-1-6-2 16,4-4 0-16,0-7 1 15,0-3-1-15,0-5 0 31,0-2 0-31,0-1-12 16,13 0-24-16,1-3-7 16,0-10-55-16</inkml:trace>
  <inkml:trace contextRef="#ctx0" brushRef="#br0" timeOffset="42129.71">11134 3648 18 0,'0'0'138'0,"0"0"-117"16,0 0 29-16,0 0 1 16,0 0-9-16,0 0-7 15,-13-81-5-15,13 80 1 16,0 1-11-16,0 5-17 0,0 26-3 16,0 18-10-16,0 14 5 15,1 9 5-15,-1 2 0 16,0-2 1-16,0-6-1 15,-1-10 2-15,-7-9 0 16,3-10-2-16,1-8 0 16,-2-7 0-16,3-4 1 15,0-9-1-15,2-2 1 16,1-2-1-16,0-3 1 0,0 2 0 16,0-4-1-16,0 0 0 15,0 0 0-15,0 0 0 16,0 0-2-16,0 0 0 15,0 0-9-15,0 0-3 16,0 0 1-16,1-2-3 16,8-7 6-16,6-5-8 15,3-2-10 1,0-1-12-16,7-5-60 0</inkml:trace>
  <inkml:trace contextRef="#ctx0" brushRef="#br0" timeOffset="42511.34">11367 3621 162 0,'0'0'34'0,"0"0"23"16,0 0 6-16,0 0-27 15,0 0 2-15,0 0-6 32,4-51-12-32,-4 60-12 0,0 31-8 0,0 23-8 15,0 21 5-15,-4 13 3 16,-2-1 2-16,0-11 0 0,-3-15 0 16,6-11-1-1,-2-13 0-15,1-11 0 0,-1-7 0 31,4-11-1-31,-1-7 1 16,2-6 1-16,0-1-2 16,0-3 0-16,0 0-10 15,0 0-8-15,0 0-2 16,0-11 2-16,0-5-31 16,6 3-35-16,5-2-34 15</inkml:trace>
  <inkml:trace contextRef="#ctx0" brushRef="#br0" timeOffset="42896.47">11574 3810 76 0,'0'0'16'0,"0"0"20"15,0 0-6-15,0 0 17 0,0 0-21 16,0 0-2-16,8-3-14 16,-8 3 2-16,0 0 5 15,0 0 7-15,0 0 0 16,0 0-3-16,0 0-3 16,0-4 0-16,1-3 12 15,4 1 0-15,-1 4-22 0,0 0-1 16,2 2-4-1,0 0-2-15,2 0-1 16,5 8-1-16,-2 5-1 16,-1 3 1-16,3 0-1 15,-2 2-22-15,4-2-41 0,0 3-17 16,-3 2-49 0</inkml:trace>
  <inkml:trace contextRef="#ctx0" brushRef="#br0" timeOffset="43276">11953 3932 106 0,'0'0'39'0,"0"0"18"16,0 0 5-16,0 0-35 0,0 0-7 16,0 0-11-16,-57 31-9 15,48-2 1-15,5 9 0 16,2 2 2-16,2-3 0 16,0-4-1-1,3-6 2-15,6-5-2 16,-4-4 0-16,-2-4 0 0,-3-1-2 15,0-7-3-15,0-2 1 16,-5 0 2-16,-10-2 0 16,-1 1 2-16,-1-3-1 0,-2 0 1 15,3 0-2-15,-2 0 2 32,2 0-2-32,5-1-16 0,2-1-28 0,7-2-58 31</inkml:trace>
  <inkml:trace contextRef="#ctx0" brushRef="#br0" timeOffset="50440.67">18107 802 1 0,'0'0'65'0,"0"0"-56"0,0 0 4 16,0 0-4-16,0 0 3 0,0 0 5 15,0 0-11 1,6-44-2-16,-6 44 4 16,0-2-2-16,0 1-1 0,0-1-4 15,0 1-1-15,0 1 2 16,0 0 1-16,0 0 2 16,0 0-1-16,0 0 0 15,0 0 4-15,0 0-4 16,0 0-4-16,0 0 0 0,0 0-1 15,0 4-2-15,0 7 2 16,0 5 1-16,0 5 0 16,0 8 1-16,0 5 2 15,-6 3 1-15,3 4 5 16,-1 3-6 0,1 4 1-16,0 3-2 15,-4 1 0-15,0 4 0 0,1 4 1 0,2 4 0 31,-1 2-2-31,1-1 0 0,0-5 0 0,-1-7-1 32,2 0 1-32,0-4-1 15,2 4 0-15,-1-3 1 16,-1 2-1-16,0-2 3 16,0 2-3-16,-4-2 1 15,2-2-1-15,-1 2 0 16,0 0 0-16,5 3 0 0,-1 0 0 15,2-2 0-15,0 0 1 16,0 3 3-16,0 1-3 16,0 5 1-16,0 0 1 15,0-2-2-15,0-4 1 16,0-3 1-16,0-2-2 16,0 0-1-16,0-1 3 15,0 1 0-15,0 4-1 16,0-1 3-16,0 1-4 15,0 0 1-15,-3-1-1 0,-2-3 2 16,0 0-1-16,2 1-2 16,0 0 2-16,3 2-2 15,0 0 0-15,0 1 3 16,0 2-1-16,0 7-2 16,0-2 0-16,0 0 1 15,0-3-1-15,-3-5 0 0,-8 0 1 16,1-5 1-16,3-5-2 15,2 1 0-15,0-5 0 16,2 0 0-16,-1 1 0 16,-3 1 1-16,1 1-1 15,0 2 0-15,3 0 1 16,0 2-1-16,0 2 0 16,3-1 1-16,-2-1 0 15,2 0 0-15,-2-1-1 16,-1 1 2-16,-2 5-2 0,0 1 1 15,1-1 0 1,-1 1 11-16,1-3 2 16,2 0-7-16,1 0-3 0,1 0 1 15,0 4-3-15,0-1 1 16,0 0-1-16,0-3-2 16,0-6 0-16,0-2 1 15,0-1-1-15,0-2 0 16,-3 1 0-16,3 2 1 0,-1 0-1 15,1 2 0-15,0 1 1 16,0-2 1-16,0-2-2 16,0 3 2-16,0-3 0 15,0 2 1-15,0 1 5 16,0 3 1-16,0 0-7 16,-2 1-1-16,1 1 6 15,-4-5 7-15,5-4-5 0,-1 1-3 31,1 1-4-31,0-1 0 16,-3 4 1-16,1-1-2 16,1 0-1-16,-2 2 0 15,-2-1 1-15,-1-1 3 16,0-1 3-16,2 1-1 16,1 5-3-16,1 0 0 15,1-2-2-15,1 1 2 16,0-5-3-16,0-3 1 15,0 2-1-15,0 3 0 16,0 0 0-16,0-1 0 0,0-1 1 16,0 1-2-16,0-5 1 15,0 2 0-15,0-3 0 16,0-1 0-16,0 0 0 16,-5 0 0-16,-1-1 0 15,-1 0 0-15,1 1 0 16,0 2 0-16,1 3 1 15,2 2-1-15,0 2-1 0,2-2 1 16,1 2 0-16,-2-2-4 16,0 1 4-16,0-3 0 15,-2 3 0-15,-2 2 0 16,-2-2 0-16,-2-1 1 16,-1-3 2-16,2-2 2 15,0-3-2-15,2 0 3 16,-1 0-1-16,2 2 0 15,0 2-4-15,-1 6 1 0,3 0 0 16,-2 1-2 0,0-2 0-16,-1-5 1 0,-1-5-1 15,2-6 2-15,3-5-2 16,1 0 0-16,-1-4-2 16,3 2-1-16,-3-6-8 15,2-5-4 1,-1-3-13-16,2-6-19 0,0-6-25 15,0-30-62-15</inkml:trace>
  <inkml:trace contextRef="#ctx0" brushRef="#br0" timeOffset="52585.11">20174 1039 48 0,'0'0'13'16,"0"0"14"-16,0 0 5 16,0 0 9-16,0 0-3 15,0 0-25-15,0-19 8 16,0 16 5-16,0 0-12 15,0 2 4-15,0 0-1 0,0-1-3 16,0-2 0-16,0 3-3 16,0 1-4-16,0 0 3 15,0 0-1-15,0 0-2 16,0 1-7-16,-5 21-2 16,-3 16-4-16,-2 15 5 15,0 9 1-15,-1 6 1 16,3 0-1-16,1-1 1 15,3-3-1-15,1-11 0 16,3-8 0-16,0-9 1 0,0-12-1 16,0-6 1-16,0-9-1 15,0-4 0-15,0-2 2 16,0-2-2-16,0-1 0 16,0 0 0-16,0 0 0 15,0 0-7-15,0 0-6 16,0 0-6-16,0 0-8 15,-2-9-5-15,1-5-40 16,1-3-24-16</inkml:trace>
  <inkml:trace contextRef="#ctx0" brushRef="#br0" timeOffset="53395.13">20045 982 18 0,'0'0'54'16,"0"0"-25"-16,0 0 12 16,0 0-13-16,0 0 2 15,0 0 1-15,-7-52-12 16,7 41 1-16,0-1-10 15,3 1 1-15,9 1-4 16,9 0-3-16,7 1 0 16,9 1-4-16,10 4 0 15,6 4 0-15,-1 0 1 0,-5 15-1 16,-7 14 2-16,-16 3-2 16,-8 2 0-16,-13 1 0 15,-3-2-1-15,-6 0 1 16,-22-1 3-16,-6-4-1 15,-5-3-1-15,0-5-1 16,5-3-1-16,7-7 1 16,6-6 0-16,5-4 0 15,4 0 1-15,3 0-1 16,4-4 2-16,4-2 1 0,1 1-2 16,0 1 0-16,0 3 1 15,0 1-2 1,15 0-3-16,6 0-3 0,6 6 4 15,2 9 1-15,3 2 1 16,2 7-2 0,3 2 1-16,-1 7 1 0,-2 6-1 15,-4 7 1-15,-8 4 0 16,-10-2-1-16,-5-1 1 16,-7-4-2-16,0-6-1 15,-14-4 3-15,-11-2-1 0,-10-6 0 16,-4-3 0-16,-4-8 0 15,-2-7-2-15,1-4 3 16,-1-3 0-16,5-2 0 16,7-10-4-16,12-5 1 15,6 0 3-15,12 2 0 16,3-1-27-16,12 2-33 16,19 3-41-16</inkml:trace>
  <inkml:trace contextRef="#ctx0" brushRef="#br0" timeOffset="54665.44">20758 1451 12 0,'0'0'6'15,"0"0"13"-15,0 0 4 16,0 0-9-16,0 0 0 15,0 0 4-15,-3 0-1 0,3 0-3 16,0 0 2-16,0 0 1 16,0 0-5-16,0 0-7 15,0 0-4-15,0 0 0 16,13 0 9-16,9 0-2 16,2 0 0-16,5-3-2 15,3-7-2-15,-1-4-3 16,-3-1-1-16,-4 1 1 15,-7 1 9-15,-8 0-7 16,-8 0 5-16,-1 1 3 16,0 0 14-1,-3 1-1-15,-7 7-2 16,-8 4-5-16,-5 0-10 0,-8 18-7 0,-6 17-3 16,1 10 2-1,5 6-1-15,7 3-1 16,13-7 2-16,10-4-1 0,1-4 1 15,19-9 1-15,13-7 0 16,5-8 1-16,3-8-1 16,2-7-1-16,-8 0 0 0,-6 0-2 31,-9-1 2-31,-8-5-14 0,-8-1 1 0,-3-1 4 16,0 0-10-16,-1-1-39 15,-8 1-4-15,5 0-17 16</inkml:trace>
  <inkml:trace contextRef="#ctx0" brushRef="#br0" timeOffset="55286.28">21290 1384 99 0,'0'0'48'16,"0"0"-7"-16,0 0 11 15,0 0-18-15,0 0 7 16,0 0-12-16,0-38 2 16,0 38-7-16,0 0-12 15,0 3-12-15,0 18 0 16,0 16-8-16,0 14 2 16,0 4 6-16,0-1 0 0,0-5 1 15,0-10-1-15,0-4 1 16,0-8 1-16,0-6-2 15,0-6 1-15,1-3-1 16,2-6 1-16,0-2-1 16,-3-2 1-16,1-2 0 15,-1 0-1-15,0 0 2 16,0-2 3-16,0-10 3 16,0-7-3-16,0-5-1 15,2-4-3-15,2-6 0 0,2-3 0 16,5-7 0-16,2-1-1 15,2-1-1-15,0 6 1 16,-1 10 0 0,3 10-1-16,0 10 1 0,5 0-8 15,1 5-3 1,-1 5 0-16,1 0-1 0,-4 0-32 16,-3 12-14-16,-2 4-12 15,-8 4-50-15</inkml:trace>
  <inkml:trace contextRef="#ctx0" brushRef="#br0" timeOffset="58449.92">21736 1340 13 0,'0'0'25'0,"0"0"-1"16,0 0-10-1,0 0-9-15,0 0-2 0,0 0 3 16,0-4 3-16,0 4 1 15,0 0-2-15,0 0-2 0,0 0-1 16,0-1-1-16,0 1 1 16,0 0-1-16,0-2 0 15,0 1 0-15,0-1-2 16,0 2 0-16,0-1 0 31,0-1-1-31,0 2 0 16,0-1 2-16,0 1 3 15,0 0 4-15,0 0-6 16,0 0-3-16,0 0-1 16,0 0-1-16,0 0-2 0,0 0 0 15,0 0 3-15,0 0-1 16,0 0 1-16,0 0 0 16,0 0 1-16,0 0-1 15,0 0 0-15,0 0-4 16,0 0-8-16,0 0-10 15,0 0-15-15,0 0-14 16</inkml:trace>
  <inkml:trace contextRef="#ctx0" brushRef="#br0" timeOffset="67933.2">12853 3966 7 0,'0'0'9'32,"0"0"-7"-32,0 0-1 15,0 0-1-15,0 0 1 16,0 0 1-16,0 0 1 16,-14 5-2-16,11-5 6 0,-1 0-5 15,-2 0-2 1,3-5-35-16</inkml:trace>
  <inkml:trace contextRef="#ctx0" brushRef="#br0" timeOffset="68601.38">12891 3720 30 0,'0'0'39'0,"0"0"-8"0,0 0 4 15,0 0-2-15,0 0 6 16,0 0-18-16,2-95-6 16,-2 89-6-16,0 1-1 15,0 0-4-15,0 3 3 16,0 0 12-16,0 2-1 15,0 0-1-15,0 0-8 0,0 0-5 16,0 0-4-16,0 0 0 16,0 6-4-16,0 14 0 15,-3 11 4-15,-6 9 0 16,0 10 0-16,0 7 0 16,-6 3 2-16,2 3-1 15,-2 0 0-15,4-5 0 16,5-4 0-16,5-10 0 15,-1-3 2 1,2-4-3-16,0-3 2 16,0 1-2-16,0 3 2 0,-1 0-1 15,-5-3 2-15,3-5-2 16,0-5 0-16,3-5-1 16,0-10 0-16,0-1 0 0,0-8-1 15,0-1 1-15,0 0 1 16,0 0 1-16,0 0 3 15,-3 0-3-15,3-6-2 16,-3-12-5-16,0-8-21 0,3-5-28 16,0-4-19-16,0 4-59 15</inkml:trace>
  <inkml:trace contextRef="#ctx0" brushRef="#br0" timeOffset="69330.82">12729 3700 66 0,'0'0'3'16,"0"0"14"-16,0 0 26 16,0 0-18-16,0 0-7 15,0 0 4-15,-12-133-10 16,24 101 0-16,10-1 1 15,8-1-10-15,4 0 1 16,7 3-3-16,2 5 5 16,-3 9-1-16,-1 11 3 15,0 6-8-15,-4 25-1 0,1 26-1 16,-3 22 2-16,-6 13 3 16,-6 3-1-16,-15-10 2 15,-6-9-3-15,-5-13-1 16,-26-9 2-16,-9-2 1 15,-2-8 0-15,2-9 1 16,5-9-1-16,4-8-1 16,7-10 4-16,5-2 11 15,5 0 3-15,3-12 3 16,5-1-8-16,3 1-6 16,3 5 2-16,0 4-7 15,0 1-4-15,0 2-2 0,13 8-10 16,11 15 6-1,7 12 4-15,4 6 2 16,2-2 0-16,-5-4 0 0,0-2 0 16,-5-4 0-16,-6-6 0 15,-5-8-2-15,-8-1-6 16,-2-5 2-16,-5-4-2 16,1 1-8-16,-2-3-4 15,3-3 1-15,-3 3-3 16,1-3-16-16,3 1-14 0,-2-1 2 15,4 0-41-15</inkml:trace>
  <inkml:trace contextRef="#ctx0" brushRef="#br0" timeOffset="69632.06">13461 4134 187 0,'0'0'26'16,"0"0"0"-16,0 0-19 0,0 0-6 15,0 0 6 1,0 0 0-16,-31 51-1 16,31-40-1-16,0-2-4 0,3-7 1 15,5 0 1-15,0-2 1 16,3 0 1-16,-2-6 1 15,3-5 1-15,-5-2-3 0,-7 0-3 16,0 1-1-16,0 4-7 16,-1 3-14-16,-4 4 9 15,2 1-9-15,2 0-24 16,1 0-22-16</inkml:trace>
  <inkml:trace contextRef="#ctx0" brushRef="#br0" timeOffset="70157.16">13789 3859 56 0,'0'0'24'16,"0"0"-3"-16,0 0 21 15,0 0-17-15,0 0 15 16,0 0-8-16,-3-68-11 15,3 65-1-15,0 1 1 16,0 2-2-16,0 0-10 16,0 0-9-16,0 15-10 0,0 18 4 15,11 17 6-15,4 5 8 16,3 4-3-16,1-3-2 16,-2-9-1-16,-3-7-1 15,0-4 0-15,-2-6 0 16,-2-9 2-16,-2-7-1 15,-4-4-2-15,1-6 0 16,-3-1-5-16,-2-3-2 0,2 0-1 16,1 0 4-1,5-5-4-15,-1-9-21 0,2-2 1 16,1-1-16-16,0-2 4 16,-1 2-15-16,4-1-7 15</inkml:trace>
  <inkml:trace contextRef="#ctx0" brushRef="#br0" timeOffset="70475.16">14181 3735 112 0,'0'0'30'15,"0"0"5"-15,0 0-32 0,0 0-3 16,0 0 0-16,0 0 9 15,-38 181 9-15,23-124-7 16,-3-2-4-16,2-12 1 16,-2-5-1-16,0-7-3 0,2-4-1 15,-2-5 0-15,4-1 0 16,0-1-2 0,0-2 0-16,5 1 1 0,-1-2-2 15,4-5-2-15,3 1-1 16,1-7-6-16,2-4-8 15,0 0 3-15,0-2-12 16,6 0 6 0,7 0-4-16,1-3-34 0</inkml:trace>
  <inkml:trace contextRef="#ctx0" brushRef="#br0" timeOffset="70856.23">14340 4219 157 0,'0'0'15'16,"0"0"-4"-16,0 0 17 15,0 0-13-15,0 0-8 16,0 0-7-16,-7-2-1 16,7 2 1-16,0 3 7 15,0-3-5-15,0 0 2 16,0 0-3-16,4 0 4 0,2 0-2 16,-3 0 1-16,-3 0-1 15,0 0 2-15,0 0 0 16,0 0 4-16,0 0 5 15,0 0 3-15,0 0-8 16,0 0-6-16,0 0-3 16,0 0 0-16,0 0-33 15,0 0-97-15</inkml:trace>
  <inkml:trace contextRef="#ctx0" brushRef="#br0" timeOffset="73195.84">21729 1464 43 0,'0'0'24'15,"0"0"0"-15,0 0 2 0,0 0 2 16,0 0-8-16,0 0-8 16,7-70 3-16,-7 64-9 15,1 1-3-15,-1-1 3 16,0 3 4-16,0 0 1 16,2 2 1-16,-1-2-2 15,-1-1-5-15,2-1-1 16,-2-1 1-16,0 4-3 15,0-2 5-15,0 4 1 0,3-1 9 16,-2 1-6 0,-1 0-4-16,0 0-2 0,0 0-1 15,0 0 3 1,0 0-1-16,0 0-1 0,0 0-4 16,0 0-1-16,0 4-6 15,0 16-2-15,0 9 5 16,0 11 3-16,2 2 3 15,-2-1-3-15,0-4 3 0,3-5-2 16,-2-3-1-16,2-6 0 16,1 0 0-16,-2-5 1 15,1-1-1-15,-2-3 1 16,4-2-1-16,-4-4 1 16,1-4-1-16,-1-3 1 15,1-1-1-15,-2 0 2 16,0 0-1-16,2 0 1 15,-2 0 3-15,1 0 1 16,1-9 6-16,-1-11 1 16,4-5-11-16,0-8 2 15,3-3-4-15,1-4 1 0,1-3-1 16,7 2 0-16,0 5 0 16,3 5-1-16,4 5-1 15,3 5 1 1,-2 5 0-16,-4 6 0 0,0 10-2 15,-2 12-4-15,1 22 0 16,-1 10 3-16,-1 2 3 16,-6-2 1-16,-5-7 1 15,-4-7-1-15,-3-3 0 0,0-5 1 16,0-4 2 0,0-2-3-16,0-6 0 0,0-2 0 15,0-1 0 1,0-2-6-16,0-3-19 15,0-2-23-15,0 0-27 0,0 0-12 16</inkml:trace>
  <inkml:trace contextRef="#ctx0" brushRef="#br0" timeOffset="73624.1">22420 1467 119 0,'0'0'20'16,"0"0"9"-16,0 0 15 15,0 0 12-15,0 0-11 16,0 0-13-16,27-73-20 0,-28 83-12 16,-12 18-8-16,-4 11 8 15,-4 7 0-15,3-2 0 16,5-5 0-16,5-4 2 15,5-4-2-15,3-7 0 16,0-2 1-16,3-8 1 16,14-3-2-16,4-6-2 0,5-5 1 15,7 0-2 1,-1-5-1-16,-3-15 3 0,-5-5 1 16,-7-4 1-16,-4-7 0 15,-5-1-1-15,-7-5 0 16,-1-1 0-16,-3 5-2 15,-18 4 2-15,0 9 1 16,-1 6-1-16,1 7-2 16,5 8-2-16,-1 4-15 15,5 3-36-15,2 13-33 16,4 6-57-16</inkml:trace>
  <inkml:trace contextRef="#ctx0" brushRef="#br0" timeOffset="74372.92">22761 1452 18 0,'0'0'49'16,"0"0"-17"-16,0 0 12 31,0 0-20-31,0 0 3 0,0 0-7 0,23-72-6 15,-20 59 3-15,0 3 8 16,-1 5 3-16,-2-1-10 16,0 6-4-16,0 0-2 15,0 0-12-15,0 6 0 16,0 19-6-16,0 11 4 0,0 9 2 31,0 1 1-31,-2-2 0 0,-1-4 0 0,0-7 0 16,0-3 2-16,2-8-3 15,1-1 0-15,0-9 0 16,0-2 0 0,1-5-3-16,13-2 1 0,7-3 2 15,6 0 0-15,4-14 1 0,-1-7 0 32,-6-5-1-32,-2-2 0 15,-7-5 0-15,-5-2 0 0,0-5 0 16,-6-1 0-1,-4 0 0-15,0 4 3 16,0 9 4-16,0 11 3 16,0 10-4-16,0 3-3 15,0 4 0-15,0 0-3 16,0 14-6-16,0 16-1 16,0 10 4-16,0 7 3 15,-1 0 0-15,-2-7 1 0,3-3-1 16,-2-5 0-16,2-2 2 15,0-5-2-15,0-5 0 16,0-2 0-16,0-8-7 16,9-3-16-16,-3-1-16 15,0-6-22-15,1 0-34 16</inkml:trace>
  <inkml:trace contextRef="#ctx0" brushRef="#br0" timeOffset="74924.25">23326 969 59 0,'0'0'17'0,"0"0"14"15,0 0 10-15,0 0 0 16,0 0-4-16,0 0 10 16,12-90-18-16,-11 87-8 15,-1 0-4 1,0 3-2-16,0 0-5 0,0 0-10 15,0 7-1-15,0 21-8 16,0 16 5-16,0 20 4 16,0 14 1-16,0 9 1 0,0 2 1 15,0-3-1-15,-3-9-1 16,-3-15 2-16,1-9-3 16,2-12 1-16,0-10-1 15,1-7 0 1,1-8 1-16,1-5-1 0,0-3 0 15,0-5 0-15,0 0 0 16,0-3 1-16,0 0-1 16,0 0 0-16,0 0 0 15,0 0-2-15,0 0 1 0,0-3-7 16,1-10-13 0,7-3-11-16,3 0-11 15,-2-5-40-15,4-1-56 16</inkml:trace>
  <inkml:trace contextRef="#ctx0" brushRef="#br0" timeOffset="75337.28">23611 879 73 0,'0'0'6'16,"0"0"22"-16,0 0 22 16,0 0-14-16,0 0 2 15,0 0 2-15,14-74-9 16,-14 74-17-16,0 2-14 16,0 22-4-16,0 18 4 15,0 21 0-15,1 13 6 16,1 11-2-1,-1 6 0-15,1-2-2 16,-1-5 8-16,-1-10-8 16,0-17-1-16,0-10 1 0,0-8 0 0,0-11-2 15,0-3 2 1,0-8-2-16,0-1 1 0,0-6-1 16,0-4 1-16,0-2-1 0,0-1 0 15,0-5-5-15,0 0-9 16,0 0-8-16,0 0-9 15,0 0-35-15,0-9-57 32</inkml:trace>
  <inkml:trace contextRef="#ctx0" brushRef="#br0" timeOffset="75701.45">23921 1439 112 0,'0'0'49'15,"0"0"18"-15,0 0 5 16,0 0-37-16,0 0-34 0,0 0-1 16,-6 45-3-16,-4 2 3 15,2 1 3-15,2-7-3 16,5-8 1-16,1-9 2 16,0-5-3-16,0-5 0 15,0-7 0-15,0-4-4 16,4-3-7-16,3 0-10 15,0 0-2-15,0-4-13 16,-4-10-46-16</inkml:trace>
  <inkml:trace contextRef="#ctx0" brushRef="#br0" timeOffset="75990.85">24029 1079 103 0,'0'0'7'16,"0"0"-6"-16,0 0-1 0,0 0 1 15,0 0 3 1,0 0 2-16,0 7 1 0,4-5-1 16,5-2 1-1,-3 0 2-15,-1 0 5 0,-4 0 7 16,-1-9 5-16,0 1-13 15,0 1-6-15,0 2-7 16,-1 5 0-16,-2 0-10 16,0 0-44-16,-3 2-38 15</inkml:trace>
  <inkml:trace contextRef="#ctx0" brushRef="#br0" timeOffset="76358.56">24312 1008 110 0,'0'0'0'0,"0"0"0"15,0 0 3-15,0 0 14 16,0 0 7-16,0 0 15 15,15 4 6-15,-15-4-24 16,0 0-10-16,0 0 1 16,-1-2 5-1,-2-8-7-15,1-4-7 16,2 3 0-16,0 2 0 0,0 6 9 0,0 1-12 31,6 2 0-31,9 0-4 0,8 15 3 0,-1 9-1 16,-3 6-1-1,-1-1-4-15,-3 0-6 16,-8-3-16-16,-4-2-11 0,-3-1-3 16,-1-1-53-1</inkml:trace>
  <inkml:trace contextRef="#ctx0" brushRef="#br0" timeOffset="76954.75">24744 1384 141 0,'0'0'47'16,"0"0"13"-16,0 0 0 15,0 0-25-15,0 0-14 16,0 0-2-16,-17-54-5 15,1 57-14-15,-7 20-3 0,-5 9-2 16,1 6 4-16,2 5 1 16,11-7 0-16,4 0 0 15,8-10-2-15,2-5-10 16,0-8-4-16,8-4 3 16,8-6 10-16,5-3 3 15,2 0 2-15,-3 0 1 0,1 0-2 16,-3 0-1-1,-3 0 0-15,-3 8-1 16,0 12-3-16,-5 5 2 16,-2 3 2-16,-5-3 0 0,0-5 0 15,0-2 0-15,-12-6 1 16,-9-2-1-16,-1-4 2 16,-5 0 1-16,-1-3-2 15,-1-3-1-15,7 0-1 16,-1 0-11-16,7 0-15 15,4 0-23-15,6-3-27 0,6-2-49 16</inkml:trace>
  <inkml:trace contextRef="#ctx0" brushRef="#br0" timeOffset="77593.09">25773 1160 48 0,'0'0'55'0,"0"0"-1"16,0 0-10-16,0 0 13 0,0 0-16 31,0 0-12-31,18-64 0 16,-14 57-6-16,-1-1 0 16,-1 3 3-16,2 3-12 15,-2-1 2-15,-2 3 1 16,0 0-3-16,0 0-12 15,0 0-2-15,0 18-7 16,0 29-3-16,-2 26 10 16,-4 19 1-16,2 8 0 0,-4-6 1 15,4-7 1-15,-1-16-2 16,2-11 2-16,2-12-3 16,-1-13 1-16,-1-10-1 15,2-8 0-15,-1-10 0 16,1-2-1-16,1-5 0 15,0 0-3-15,0 0 3 16,0 0-2-16,0-8-12 0,0-7-27 16,0-6-30-16,0-6-42 15</inkml:trace>
  <inkml:trace contextRef="#ctx0" brushRef="#br0" timeOffset="78213.8">25612 1116 60 0,'0'0'15'0,"0"0"34"15,0 0-12-15,0 0-22 0,0 0 1 16,0 0 1 0,34-203 5-16,-1 172-1 15,12 4-5-15,10 5 9 0,15 4-13 16,10 14-2-16,5 4 1 15,-1 24-1-15,-8 25-10 16,-15 20-1-16,-20 11 1 16,-21 1 2-16,-20-4-1 15,-4-11 3-15,-29-7-4 16,-14-8 2 0,-9-9 3-16,-6-9-2 0,-1-11 0 0,8-9 2 15,8-8-2-15,15-5 1 16,8 0 3-1,9-11 0-15,5 2 1 16,7 2 2-16,3 4 10 0,0 3-10 16,3 0-10-16,19 4-6 15,11 24 2-15,13 15 3 16,5 10 1-16,-1 4-2 0,-6-5 2 31,-6-6 0-31,-11-8 0 0,-7-9-3 0,-8-7-9 16,-8-8-10-16,-4-6-7 15,0-2-3-15,0-4 7 32,-7-2-29-32,-5 0-37 15</inkml:trace>
  <inkml:trace contextRef="#ctx0" brushRef="#br0" timeOffset="78598.28">26538 1673 179 0,'0'0'19'0,"0"0"16"15,0 0-11-15,0 0-24 16,0 0-6-16,0 0 6 15,-30 53 3-15,22-37 3 16,5-3-1-16,3-3-5 16,0-4 1-16,0-4-1 15,1-2 0-15,14 0 5 16,-2 0 4-16,1-4 1 16,-7-13-3-16,-5-1-3 0,-2-2 1 15,0 2 0-15,-5 7 0 16,-4 2-5-1,0 8 0-15,3 1-4 0,-1 0-24 16,1 10-31-16,-1 4-50 16</inkml:trace>
  <inkml:trace contextRef="#ctx0" brushRef="#br0" timeOffset="79230.98">26952 973 95 0,'0'0'28'16,"0"0"14"-16,0 0-20 0,0 0 12 16,0 0 12-16,0 0-4 15,6-66-3-15,-3 66-17 16,-2 0-22-16,-1 4-6 16,3 23-3-16,4 20 8 0,2 16 1 15,5 12 9-15,-2 10-5 16,0 3 1-16,4 2-3 15,-1-9 1-15,3-11-2 32,-1-16 0-32,-3-12 0 15,-2-12 0-15,-2-7 1 16,-2-7-2-16,-5-8 2 16,-1-5-1-16,-2-2 1 15,0-1-1-15,1 0 3 16,-1 0-1-16,2 0-1 0,2 0 1 15,2-12-3-15,4-5-13 16,2-5-17-16,3-3-21 16,-1 1-17-16,-5 4-67 15</inkml:trace>
  <inkml:trace contextRef="#ctx0" brushRef="#br0" timeOffset="79692.89">27541 976 50 0,'0'0'30'0,"0"0"7"15,0 0 14-15,0 0-5 16,0 0 5-16,0 0-10 15,43-74-17-15,-43 74-24 0,-12 24-12 16,-13 15 10 0,-9 22 2-16,-4 12 5 0,-1 8 2 15,3 3-2-15,2-3-1 16,-1-7 1-16,5-15-3 16,4-6-1-16,4-11 1 15,4-7 0-15,4-5-1 16,0-2 0-16,0 2-1 15,1-5 1-15,-1 0 1 0,4-2-2 16,4-9 1-16,0-2-1 16,3-5 0-16,3-3 0 15,0-2 3-15,0-2-1 16,0 0 1-16,0 0-1 16,0 0 0-16,0-2-2 15,0-9-9-15,2-5 0 16,9-5-10-16,4-2-17 15,-1 2-21-15,-4 3-45 16</inkml:trace>
  <inkml:trace contextRef="#ctx0" brushRef="#br0" timeOffset="80074.3">27617 1680 198 0,'0'0'43'16,"0"0"-10"-16,0 0-17 15,0 0-16 1,0 0-4-1,0 0 4-15,-32 53 5 16,24-34 2-16,5-5-1 0,3-4-4 16,0-4 1-16,0-5-1 15,10-1 1-15,7 0 6 16,3-7-2-16,-1-6-2 16,-5-5 0-16,-9 3-2 15,-5-1 3-15,0 2 3 16,0 4-9-16,-15 6 0 15,-5 4-9-15,-2 0-20 16,-2 3-41-16,6 10-92 0</inkml:trace>
  <inkml:trace contextRef="#ctx0" brushRef="#br0" timeOffset="109059.99">20056 2364 17 0,'0'0'19'15,"0"0"-2"-15,0 0-2 16,0 0-1-16,0 0 1 16,0 0-1-16,0 0-2 0,-2 0-5 15,2 0-3-15,0 0-4 16,0 0 0-16,-1 0 0 15,1 0 2 1,0 0 0-16,0 0 1 16,0 0-1-16,0 0-1 0,0 0-1 15,0 0 0-15,0 0 1 16,0 0 1-16,0 0 2 16,0 0 3-16,0 0-4 15,0 0-3-15,0 0 0 16,0 2 0-16,6 3 1 0,-2 1 0 15,3-1 2-15,3 1-2 32,0 0 4-32,6 2 6 15,1 3-6-15,-1 3-5 0,-1 3 0 0,0-4 0 32,-3 1 0-32,1-2 0 15,-2 1 0-15,5-2 0 16,4-2 0-16,7-1 1 0,7-3 9 15,3-2-2-15,6-1-4 16,-2 2-1-16,-7 0-3 16,-2 5 0-16,-6 3 0 15,-3-4-1-15,-1 6 1 16,-2-4 0-16,0-2 0 16,-2 1 0-16,5-4 0 15,-3 1 0-15,0-2 2 16,-2-1-2-16,-1-1 2 0,6-2 0 15,4 0 0-15,4 0 3 16,4 0-3-16,-1 0 1 16,3 0-3-16,-1 0 1 15,4-5-1-15,5 2 0 16,-3 0 0-16,4-1 0 16,-4 1 1-16,-2 1-1 0,-2-2 0 15,-3 3 1-15,-5 1-1 16,-6 0 3-16,-5 0-3 15,-4 0 0-15,-3 0 0 16,-3 0 0-16,2 0 0 16,3 0 1-16,7 0-1 15,2 0 0-15,5 0 1 16,2 0 0-16,1 0-1 16,-1 0 0-16,0 0 0 15,0 1 0-15,-2 4 0 16,0 1 0-16,1-1 0 0,1 3 0 15,-2-2 0-15,0 0 0 16,-1-5 1 0,-1 4-1-16,-1-4 0 0,-1 0 0 15,1-1 2 1,2 0-1-16,1 0 1 0,3 0 2 16,2 5-2-16,0-1-2 15,-1 2 0-15,0 2 0 16,0 0-1-16,-1 1 1 15,2-2 0-15,3-3 1 0,3 0-1 16,1-4 1-16,-3 0-1 16,-3 0 2-16,-1 0-2 15,-3 0 2-15,1 0 0 16,-4 0-1 0,-1 0 0-16,-1 0-1 15,-1 6 0-15,3 4 0 0,3 1-1 0,0 4 1 16,1-2 0-16,0-2 0 15,5-1 1-15,1-1 2 32,2-2-3-32,-3-1 1 15,-2-3 1-15,-1-1 1 16,-3-2-2-16,1 0 0 16,2 0-1-16,0 0 1 0,3 3-1 15,2 3 0-15,-2-4 0 16,0 3 0-16,-3-1 0 15,0-1 0-15,-2-1 1 16,-1-1-1-16,0-1 3 16,-4 0-3-16,1 0 2 15,3 0-1-15,1 0 0 16,4 0 0-16,4 0-1 16,1 0 2-16,0 0-2 0,2 0 0 15,-1-1 0 1,0 1 0-16,-2-2 1 0,-2 2-1 15,2-1 1-15,-3-1-1 16,-2 2 1-16,-3 0-1 16,1 0 0-16,-6 0 0 15,3 6 0-15,1 3 0 16,1-2 0-16,3-2 0 16,-1 1 0-16,3-2 0 15,0-1 1-15,-2-3-1 0,8 0 2 16,0 0-1-16,0 0-1 15,1 0 1-15,-4 1-1 16,-4-1 0-16,1 2 0 16,-3-2 0-16,-2 0 0 15,6 0-1-15,-1 0 1 16,6 0 0-16,3-9 2 16,0 1-2-16,-3 1 0 15,1 2 0-15,-1 0 0 16,1 2 0-16,-2 2 0 15,3-1 0-15,-1 2 0 16,-3 0 0-16,1-1 1 0,-3 1-1 16,0-2 0-1,-1 1 0-15,2-1 0 0,1 1 3 16,0 0-3 0,2 1 1-16,-3 0 0 0,-3 0-1 15,-4 0 0-15,-2 1 0 16,2 6 0-16,-3 0 0 0,3 1 0 15,-2-4 0-15,-1 1 1 16,3 0-1 0,2-4 1-16,-1 2 0 15,6 0 1-15,1-1-1 0,3 1 0 16,5 0-1-16,-2 2 0 16,2 1-1-16,1-2 2 0,2 2-1 15,0-2 0 1,4 1 0-16,5-1 0 0,2-1 1 15,1-1-1-15,-2-2 1 16,-7 0 0-16,-4 0-1 16,-5 0 0-16,3 0 2 31,-2 0-1-31,6 0 0 0,-2 0-1 16,2 0 0-16,2 3 0 15,-3-1 1-15,4 0-2 16,1 2 1-16,-2 2 0 15,-3-1 0-15,-2-2 1 16,-10-2-1-16,1 1 0 0,-3-2 0 0,1 0 0 31,5 0 1-31,6 0-1 16,2 0 0-16,1 0 0 16,-3 0 1-16,-1 0-1 15,-6 0 0-15,-2 0 0 16,2 0 2-16,-2 0-2 15,7 0 0-15,2 1 0 0,3 5 0 16,-4 0 0-16,-5 1 1 16,-4-1-1-16,-8-2 0 15,-9-1 0-15,-7-3 0 16,-9 0 0-16,-4 0 1 16,-2 0 0-16,2 0 3 15,3 0-4-15,6-3-6 16,5-4-23-16,10-2-11 15,12-1-42-15</inkml:trace>
  <inkml:trace contextRef="#ctx0" brushRef="#br0" timeOffset="116924.36">20032 4443 74 0,'0'-1'26'0,"0"0"-17"0,0 1 20 16,0 0-5-16,0 0-1 16,0 0-12-16,4-2-5 15,-2 1 1-15,1 1-2 16,-2-3 2-16,1 3-3 16,1-1 2-16,-2-1 3 15,-1 1 4-15,0-1-1 16,0 0 1-16,0 0-3 15,0-2 0-15,0 4 1 0,2-2-1 16,-2 0-2-16,0 2 0 16,0 0 1-16,0 0-3 15,0 0-6-15,-9 22-3 16,-15 29-1-16,-18 26 4 16,-13 17 0-16,-6 12 1 15,0-3 0-15,7-12 1 16,7-6-1-16,4-10 0 15,8-12 0-15,3-8-1 16,5-10 2-16,7-9 0 0,5-8 2 16,2-9-3-16,5-6-1 15,2-7 1 1,3 0-1-16,3-6-5 16,-2 0-1-16,-1 0-5 0,-1 0-4 15,-6-7-18-15,-1-11-33 16,0-4-8-16,-3-2-10 15</inkml:trace>
  <inkml:trace contextRef="#ctx0" brushRef="#br0" timeOffset="117402.92">19704 4434 99 0,'0'0'11'16,"0"0"20"-16,0 0 9 0,0 0 6 15,0 0-1-15,0 0-17 16,-2-78-12-16,2 78-16 15,0 17-8-15,3 33 0 0,6 33 8 16,9 22 13-16,2 8 1 16,0-6-1-1,6-15-9-15,0-12 1 0,7-11-2 16,0-13 3-16,-3-11-4 16,-5-9 2-16,-7-10-4 31,-3-4 2-31,-4-6-2 15,-7-3 3-15,-1-5-2 0,-1-4 1 16,-2-1-1-16,0-1 1 16,0-2 1-16,0 0 1 15,0 0-3-15,0 0-1 16,0 0-9-16,0 0-13 16,3-3-29-16,8-8-48 15,6-2-21-15</inkml:trace>
  <inkml:trace contextRef="#ctx0" brushRef="#br0" timeOffset="117801.06">20473 4961 69 0,'0'0'26'16,"0"0"5"-16,0 0-2 16,0 0-5-16,0 0 2 15,0 0 1-15,0 0-7 16,6 0-8 0,7 0-3-16,7-1-8 0,12-5-1 15,7 2 1-15,10 1-1 16,-3 2 2-16,-1-1-2 15,-10 2 0-15,-9 0 1 0,-13 0-1 16,-3 0 0-16,-6 0-1 16,-4 0-3-16,0 0-4 15,0 0 1-15,0 0 0 16,0 0-24-16,0 0-3 16,0 2-1-16,0 2-10 15,-4 0-12-15</inkml:trace>
  <inkml:trace contextRef="#ctx0" brushRef="#br0" timeOffset="118058.93">20531 5209 7 0,'0'0'23'15,"0"0"22"-15,0 0-7 0,0 0-15 16,0 0-9-16,0 0-4 16,292 5-2-16,-252-4 6 0,-13 1-3 15,-12 1-9 1,-11-3-2-16,-4 0 0 0,0 0 0 16,-1 0 0-16,-9 0 0 15,0 0-8-15,-2 0-16 16,-2 0-47-16</inkml:trace>
  <inkml:trace contextRef="#ctx0" brushRef="#br0" timeOffset="119072.82">22015 3695 113 0,'0'0'12'0,"0"0"24"15,0 0-12-15,0 0 13 16,0 0-13-16,0 0-6 15,-52-88-12-15,16 88-6 16,-9 12 0-16,-9 14-5 16,4 9 5-16,3 10 3 15,4 7-1-15,12 9-2 16,5 5-2-16,16 1 2 0,5 3 2 16,5 1 2-16,3-1 0 15,16 2-1 1,6-3 0-16,0-1-1 15,-3-2 2-15,-4 0-1 0,-6 0 2 16,-9-6-4-16,-3-7 0 16,-3-8 1-16,-21-7 0 15,-4-6-1-15,-9-2 5 16,-2-6-5-16,3-4 0 16,4-7 0-16,13-4 0 0,12-3 2 15,5-5-1-15,2 1 0 16,0-2 3-16,0 1 2 15,0 0 4-15,11 4-11 16,11 6-1-16,15 16 0 16,14 21 1-16,3 22 0 15,-5 13-1-15,-15 6-1 16,-17 5 2-16,-17-1 0 0,-3 10-2 31,-24 11 2-31,-10 4 3 0,0 4-3 0,-4-3 0 16,7-5 2-16,2 0-1 31,7-2 3-31,3-3 0 0,2-6-4 16,5-7 5-16,8-7-5 15,7-7 2-15,0-10-2 0,9-9 0 32,18-17-4-32,13-13 1 0,12-12 1 0,14-17 2 0,17-4-1 15,13-15-3-15,-2-13-11 31,-14-4-28-31,-26-6-3 16,-25-2-25-16</inkml:trace>
  <inkml:trace contextRef="#ctx0" brushRef="#br0" timeOffset="120526.08">23017 4177 90 0,'0'0'19'16,"0"0"4"-16,0 0 2 15,0 0-12-15,0 0 0 16,0 0 2-16,-7-1 0 16,7-4-7-16,9-2-1 15,7-3-7-15,6-4 0 16,5-2 0-16,4-1 3 15,1-1-3-15,2 0 0 0,-1-3 1 16,-5-1-1 0,-5 3 1-16,-5 1 0 0,-6-2 2 15,-2 2 1-15,1 2 3 16,-2-1 9-16,-1 1-7 16,-2 4 0-16,-1 2 0 15,-4 4 7-15,-1 3-5 16,0 3-2-16,0 0-3 0,0 0-6 15,0 0-3 1,0 9 1-16,0 19-1 16,-6 15 1-16,-8 7 2 0,-1 6 2 15,4-3-1-15,4-5 0 16,2-5 0-16,2-4 1 16,-1-5-2-1,-1-3 0-15,2-4 2 16,0-5-2-16,-1-4 1 0,3-7 0 0,-1-2 0 15,1-5-1 1,1-1-3-16,-2-3-4 16,1 0-9-16,-1 0-11 15,1 0 16-15,-1 0 4 0,2 0-20 16,0-2-20-16,-2-5 0 16,1 4-14-16</inkml:trace>
  <inkml:trace contextRef="#ctx0" brushRef="#br0" timeOffset="120921.77">23076 4442 84 0,'0'0'23'31,"0"0"11"-31,0 0-9 0,0 0-1 0,0 0-9 31,0 0-11-31,128-7 2 16,-60 7-1-16,2 0 2 15,-5 0-3-15,-15 0-4 16,-11 0 0-16,-14 0 0 16,-14 0 0-16,-11 0-4 15,0 0-9-15,-14 0 13 0,-6 0 5 16,-1 0-3-16,4 0-1 16,4 0 1-16,7 0-2 15,3 0-11-15,3 0-34 16,0 0-78-16</inkml:trace>
  <inkml:trace contextRef="#ctx0" brushRef="#br0" timeOffset="121380.6">24190 4159 100 0,'0'0'19'0,"0"0"-3"16,0 0 22-16,0 0-11 16,0 0-10-16,0 0 6 0,0-3 2 15,0-3-13 1,6-3-8-16,-3 2 0 16,0 1-2-16,-3-2 5 0,0 2 6 15,0 2-4-15,0 3 3 16,0-1 0-16,0-1-4 15,0 3-6-15,-2 0-2 16,1 0 0-16,-2 0-14 16,-3 5-29-16,2 9-33 15,-4 3-51-15</inkml:trace>
  <inkml:trace contextRef="#ctx0" brushRef="#br0" timeOffset="121745.56">24200 4459 90 0,'0'0'42'0,"0"0"-21"0,0 0-14 0,0 0-6 0,0 0 0 16,0 0 4-16,32 75 2 15,-32-49 5-15,-3 0 6 16,-20 1-8-16,-5-5-2 31,0-2-8-31,2-9-4 16,7-8-19-16,7-3-14 15,8 0-12-15</inkml:trace>
  <inkml:trace contextRef="#ctx0" brushRef="#br0" timeOffset="136245.71">25518 4229 3 0,'1'-1'28'0,"2"-3"-6"15,0 1-8-15,0-1-7 16,0 3-3-16,-1 0 4 16,-2-3 5-16,0 0 0 15,0 2 0-15,0-4-4 16,0 0 5-16,0-1-1 15,0-3-6-15,0-5 6 16,0 0 6-16,0-1 1 16,-2-2 1-16,-5 2-3 0,-4 2-6 15,2 3-6 1,-1 3-2-16,-2 4 2 0,3 0-5 16,-3 4 1-16,-3 0-2 15,-3 0-2-15,-6 16 0 16,-2 5 1-16,-4 4 0 15,4 4-1-15,3 1 1 16,7-3 0-16,6-1 1 16,3-2-1-16,7-4-3 0,0 0-4 15,1-4 5-15,14-2-2 16,2-2 1-16,0-2 1 16,1-1-6-16,-3-2-10 15,1-1 13-15,0-2 2 16,1-1 2-16,3-1-1 15,1 0 1-15,-2 2 2 16,2 2-1-16,1 5 1 16,2 7-2-16,-2 1 0 15,-5 2 0 1,-5 4 1-16,-9-4-5 16,-3-1 2-16,-3-1 4 15,-17-4 0-15,-6 2 1 0,-6-2-1 16,-2-1 2-1,1-4 4-15,-3-6-5 16,3-1 0-16,1-3 3 16,9 0-3-16,4-2 1 15,7-7-2-15,6-2-2 0,6 2-21 16,0-4-56-16</inkml:trace>
  <inkml:trace contextRef="#ctx0" brushRef="#br0" timeOffset="137298.01">25920 4325 17 0,'0'0'38'15,"0"0"1"-15,0 0-17 16,0 0-13-16,0 0 8 0,0 0-1 16,19-40 9-16,-18 37 7 15,-1-1-2 1,2-1-7-16,-1 2-7 0,-1 1-3 16,0 1-3-16,0 1-1 15,0 0-9-15,0 0-4 16,0 4 0-16,0 16 0 15,0 8 4-15,0 4 0 16,-4-1 1-16,1 1 0 0,3-7-1 31,0-1 0-31,0-3 0 16,0-4-5-16,9-1-5 16,5-4 6-16,6-3-4 0,2-5-6 0,5-4-7 31,1 0-3-31,-1-4-4 15,-2-11 8-15,1-7 11 16,-4-1 9-16,-1-3 0 0,-2-1 2 16,-3-3 0-1,-3 3 1-15,-1 5 6 0,-3 2 1 16,-5 7-3-16,-2 3 8 16,-2-2-8-16,0 0-1 15,4 0-3-15,-1 1 8 16,-3 1-5-16,0 3 3 15,0 2 6-15,0 5-1 16,0-2-4-16,0 2-4 16,0 0-6-16,0 10-1 15,0 18-4-15,-10 7 5 0,-8 8 0 16,3-6 0-16,8-5 1 16,7-7-1-16,0-7 0 15,0-2 0-15,0-4 0 16,0 0 0-16,3-5-1 15,0 1-3-15,-3 0 4 16,0-2-4-16,0 0 0 16,0 0 4-16,1-2-1 0,1 0-7 15,-1 0-10-15,2-4 3 16,3 0-5-16,0 0 0 16,3 0-9-16,4-2-17 15,-1-8-66-15</inkml:trace>
  <inkml:trace contextRef="#ctx0" brushRef="#br0" timeOffset="137743.94">26579 4351 31 0,'0'0'20'0,"0"0"24"32,0 0 6-32,0 0-9 0,0 0 1 0,0 0-5 15,4-40-15-15,-4 38 3 16,0 2-9-16,-1 0-16 15,-7 7-1-15,-14 23-1 16,-13 3 2-16,-1 7 0 16,11-2 0-16,16-9-4 15,9 0 4-15,6-6 1 16,9-4-1-16,5-9-2 16,0-1 1-16,3-7-2 0,-2-2-12 15,-4 0-2 1,-3 0 6-16,-2-6-1 0,-5-3 6 15,-2 3 1-15,-2-3-2 16,1 2-10 0,-1 1-7-16,2-1-11 0,5 0-20 0,1 1-39 15</inkml:trace>
  <inkml:trace contextRef="#ctx0" brushRef="#br0" timeOffset="138094.09">26847 4363 82 0,'0'0'22'0,"0"0"24"0,0 0-6 15,0 0-11-15,0 0 6 16,0 0-11-16,0-18-23 15,0 18-1-15,0 11-5 16,-9 11 5-16,-1 4 10 16,-4 1 3-16,1-1-6 15,4-5-5-15,4 1 0 16,4-5 1-16,1 2-3 0,0-2 1 16,6-4 0-1,9 0-1-15,4 0-2 0,2-1-2 16,2 1 2-16,3-3-16 15,0-1-4-15,-2 0-6 16,-2-6-17-16,-6-2 2 16,1-1-18-16</inkml:trace>
  <inkml:trace contextRef="#ctx0" brushRef="#br0" timeOffset="138587.28">27151 4498 110 0,'0'0'20'0,"0"0"-18"16,0 0-2-16,0 0 2 16,0 0 5-16,0 0 25 15,3 0-9-15,17-12-15 16,5 0-6-16,-6-2-1 0,-6 1 3 15,-9-2-1 1,-1-2 3-16,1 0 7 16,1 1-2-16,-5 5 15 0,0 7 16 15,0 1-16-15,-9 3-12 16,-1 0-11-16,-4 2-3 16,-8 14-4-1,-1 7 1-15,0 6-2 16,8-4 4-16,10 0 1 0,5-3-2 15,0-3 2-15,5-1 0 16,11-2 1-16,6-2-1 16,4-3 3-16,2-1-3 0,0-4-3 15,-4-3-6 1,-10-3-15-16,-10 0 7 0,-4 0-6 16,0 0 9-16,0 0 8 15,-1-1-11-15,-4-11-14 0,5 1 13 16,0-5-8-1,6 4-1-15,15-3-11 0,4 0-46 16</inkml:trace>
  <inkml:trace contextRef="#ctx0" brushRef="#br0" timeOffset="139050.46">27669 4354 99 0,'0'0'29'0,"0"0"10"15,0 0 18-15,0 0-20 16,0 0-19-16,0 0 5 0,3-43-5 15,-6 43-4-15,-6 0-13 16,-1 0-1-16,-8 8-2 16,-6 12-1-16,0 8 1 15,3 3 1-15,11 2-1 16,8-4-1-16,2 1 3 16,3-3-1-16,11-3-1 15,6-2-2-15,-1-1-3 16,0-5-2-16,-5 0 0 15,-7-5-1-15,-7-3 5 16,0-1-3-16,0-6-5 16,-12 3 13-16,-11-2 3 15,-14 0-1-15,-3 0 0 0,4 0 1 16,11-2-2-16,13 0 0 16,9 0-1-16,3 0 0 15,0-2-8-15,15-8-64 16,24-1-44-16</inkml:trace>
  <inkml:trace contextRef="#ctx0" brushRef="#br0" timeOffset="139447.37">28036 4361 154 0,'0'0'3'0,"0"0"1"16,0 0 33-16,0 0-3 16,0 0-11-16,0 0 4 15,-40-10-19-15,40 10-8 16,-3 1 0-16,-8 18-6 0,-8 8 4 16,-5 9 0-16,8 2 0 15,9-1 2-15,7-1 1 16,7 1 1-16,9-1-2 15,2-5-6-15,0-4-2 0,3-5 2 32,-9-4 0-32,-3-5 1 15,-9-3-1-15,0-1-6 0,-21-4 12 0,-9-4 6 16,-4-1 0-16,-2 0 0 16,3 0-5-16,5 0 1 15,7 0-2-15,6-1-10 16,6-4-47-1,6 2-72-15</inkml:trace>
  <inkml:trace contextRef="#ctx0" brushRef="#br0" timeOffset="140706.5">23140 5806 4 0,'0'0'10'0,"0"0"20"16,0 0 8-16,0 0-8 15,0 0 5-15,0 0-5 16,3-40-1-16,-3 33 3 16,0 1-2-16,0 1 2 15,-2 2-9-15,-5 0-1 16,2 3 0-16,1 0-12 15,-2 0-9-15,-9 0-1 16,-10 28-4-16,-13 11 2 16,1 6 1-16,4 6 0 0,12-6 1 15,12-5 0-15,5-3 0 16,2-5-3-16,2-1 2 16,0-2 1-16,6-3 1 15,15-4 1-15,9-3-2 16,10-8 1-16,7-5-1 15,0-6-6-15,-5 0-3 16,-5-12 2-16,-4-12 1 0,-6-5 4 16,-5-7 2-16,-5-11 0 15,-10-8 0-15,-5-9 2 16,-2-4-2-16,0 9 1 16,0 11 0-16,-20 21-1 15,-5 13 7-15,-5 9-7 16,-3 5-2-16,9 0-13 15,5 1-13-15,2 12-14 16,6 0-37 0,11 4-25-16</inkml:trace>
  <inkml:trace contextRef="#ctx0" brushRef="#br0" timeOffset="141150.2">23972 5935 97 0,'0'0'37'0,"0"0"-8"31,0 0-4-31,0 0-21 0,0 0-3 0,0 0 2 16,-13 10 2-16,13-8-5 15,0-2 4 1,0 0 2-16,0 0 15 0,0 0-1 31,1 0-5-31,4-12-4 16,-1-3-7-16,-1-1-1 0,-3 3-2 0,0 4-1 31,0 5 0-31,0 4-5 0,0 0-3 0,0 4-67 0,0 17 3 16</inkml:trace>
  <inkml:trace contextRef="#ctx0" brushRef="#br0" timeOffset="141480.75">23990 6286 47 0,'0'0'66'16,"0"0"-45"-16,0 0 34 15,0 0-36-15,0 0-15 16,0 0-4-16,19 23-4 16,-1 2 4-16,0 2 7 0,-12 4 0 15,-6-3-2-15,0-2 0 16,-10-5 3-16,-8-4-1 15,-3-4 0-15,-2-4-3 16,3-4-4-16,7-5-30 16,6 0-3-16,7-18-37 15</inkml:trace>
  <inkml:trace contextRef="#ctx0" brushRef="#br0" timeOffset="142139.41">25348 5671 37 0,'0'0'30'0,"0"0"10"16,0 0 2-16,0 0-5 16,0 0-15-16,0 0 11 15,-18-111-9-15,4 96-1 0,-3 4-5 32,-2 1-1-32,3 6-6 15,3 4-8-15,-1 0-3 16,2 8-3-16,-1 21-1 15,-6 18 1-15,-8 30 3 16,-3 17 3-16,3 9-1 16,7-3-1-16,7-12 1 15,9-9-1-15,-1-6 1 16,-2-7 1-16,-4-10-1 16,1-8 2-16,-2-7-4 0,0-4-2 15,1-6 2-15,4-6 2 16,1-5-1-16,3-6-1 15,3-6-4-15,0-4 0 16,0-4-4-16,0 0 6 16,0 0 2-16,0 0 2 15,0-5-2-15,0-10-13 0,0 1-12 16,0-5-18-16,3-1-14 16,4-3-28-16</inkml:trace>
  <inkml:trace contextRef="#ctx0" brushRef="#br0" timeOffset="142393.37">24936 6147 85 0,'0'0'14'16,"0"0"0"-16,0 0 15 0,0 0-15 15,0 0-12-15,0 0 1 16,104-29 3-16,-47 29-4 16,6 0-1-16,1 0-1 15,0 7-1-15,-1 3-36 16,-10-2-60-16</inkml:trace>
  <inkml:trace contextRef="#ctx0" brushRef="#br0" timeOffset="143173.5">25522 6159 81 0,'0'0'18'16,"0"0"11"-16,0 0-2 16,0 0-19-16,0 0 8 15,0 0-7-15,0-37 3 16,0 31 8-16,0 0 5 16,-1 0-2-16,-4 0-1 15,-2 4-4-15,2 0-4 0,1 0-6 16,1 2-8-16,-6 0-2 15,-7 17 1-15,-13 15-3 16,-5 9 3-16,-2 5-1 16,8-2 2-16,10-5 0 15,13-3-4-15,5-8 3 16,0-6 1-16,8-5-1 16,13-5-1-1,4-8-3-15,3-4-2 0,2 0 7 16,-3-10 1-16,0-7 0 0,-3-9-1 15,-3-3 2-15,-5-1-1 16,-6 1 1-16,-2 1 2 16,-5 8-1-16,0 7 3 15,-1 7 0-15,-2 6 0 16,0 0-6-16,0 0-6 16,0 16-7-16,0 7 12 31,0 8 1-31,0-3 0 0,0 0 1 0,0-7 1 31,7-5-1-31,-3-4-1 16,5 0-1-16,6-4-1 0,0 1 0 15,7-3-7-15,1-4-14 16,-1-2-10-16,1 0 0 16,-1-4 15-16,-2-10 13 15,-4-3 5-15,-3-4 0 16,1-4 2-16,-4-2 7 15,1 1 7-15,-4 4-7 16,-1 1 11-16,-3 0-12 0,0 5 2 16,0-1 0-1,0 5 3-15,-3 3 2 0,0 5-1 16,0 2-5-16,0 1-4 16,0 1-2-16,0 0-3 15,0 6-3-15,0 20-4 16,0 14 6-16,-9 7 1 15,-6 3 0-15,5-5 1 16,5-4-1-16,5-5 0 16,0-5 2-16,0-6-1 0,0-5-1 15,0-6 2-15,0-4-2 16,0-7-2-16,0 0-5 16,0-3-5-16,0 0-7 15,0-11 1 1,0-9-33-16,0-10-38 0</inkml:trace>
  <inkml:trace contextRef="#ctx0" brushRef="#br0" timeOffset="143458.15">26011 5890 132 0,'0'0'3'0,"0"0"-3"15,0 0 4-15,0 0 2 16,0 0-6-16,0 0 2 16,-22 11 5-16,24-11 9 15,2-3 2-15,2-11-10 0,0-3 0 16,-6-2-1-16,0 3 6 16,0 3 3-16,-3 8-2 15,-4 5-7-15,1 0-7 16,1 11-14-16,1 14-6 15,1 6-12 1,3 3-18-16,0-4-29 0</inkml:trace>
  <inkml:trace contextRef="#ctx0" brushRef="#br0" timeOffset="143923.18">26277 5753 30 0,'0'0'52'0,"0"0"-9"16,0 0 8-16,0 0-14 15,0 0-2-15,0 0-3 16,0-83-8-16,0 81-5 15,0 1-2 1,0 1-9 0,0 0-8-16,0 6-10 15,0 24 2-15,0 26 8 0,-15 20 0 16,-12 18 2-16,2 8 0 16,3-4 0-16,8-7-1 15,8-9 0-15,-1-11 1 16,-1-8 1-16,1-7 1 15,-2-6-2-15,-1-7 0 16,1-5 1-16,2-7-3 16,0-7 3-16,1-8-3 15,5-7 1-15,1-7-1 16,0-2 0-16,0 0 5 16,0 0-5-16,0-8-4 0,0-5-28 15,0-4-14-15,1 0-21 16,6-2-52-16</inkml:trace>
  <inkml:trace contextRef="#ctx0" brushRef="#br0" timeOffset="144649.72">26440 6294 44 0,'0'0'7'0,"0"0"24"16,0 0-8-1,0 0-2-15,0 0 8 16,0 0-4-16,34-29-5 0,-34 29-14 0,0 10-4 16,0 12-1-1,0 11 14-15,-12 4-5 0,-3 0-4 16,0-1-2-1,5-4-2-15,8-5 2 0,2-4-3 16,0-4 0 0,0-7-1-16,6-1 2 0,3-3-2 15,3-2 1-15,-3-5 1 16,6-1-2-16,0 0-2 16,4 0 1-16,2-15 0 0,3-7 0 15,0-5-1-15,0-4 2 16,0-5 1-16,-2 1 0 15,-1 3 1-15,-9 8 5 16,-7 11 4 0,-5 7 3-16,0 6 1 0,-2 0-3 15,2 0-5 1,0 0-2-16,0 0-4 0,0 0 0 0,0 0-1 31,0 0-6-31,0 12-1 16,0 5 4-16,0 9 3 0,-7 9 0 15,-3 0 2-15,3-3-2 16,0-4 1 0,7-3 1-16,0-4 0 0,0-4-2 0,0-2 0 15,0-5-3 1,0-4-10-16,0-2-18 16,3-4-26-16,4 0-28 0</inkml:trace>
  <inkml:trace contextRef="#ctx0" brushRef="#br0" timeOffset="145064.96">26900 6411 111 0,'0'0'54'15,"0"0"-42"-15,0 0 30 16,0 0-14-16,0 0 3 15,0 0 6-15,8-63-5 0,-3 63-15 16,-4 0-17-16,1 0-7 16,2 19-7-16,2 13 12 15,-6 11 2-15,0 3 2 16,-1-3 0-16,-10-10 2 16,8-8-3-16,2-5-1 15,-1-10 0-15,-4-2 1 16,2-7 2-16,1-1 2 15,1 0 3-15,1-3 4 0,-2-17-2 16,1-10-5 0,2-9-3-16,0-6 1 0,17-6 0 15,12 2 0-15,9 2-3 16,4 12 0-16,-11 15-3 16,-9 15-2-16,-7 5-5 15,9 2-4-15,9 10-16 16,9 0-15-16,-8 1-15 0,-11 0-31 15</inkml:trace>
  <inkml:trace contextRef="#ctx0" brushRef="#br0" timeOffset="145462.26">27284 6409 126 0,'0'0'18'0,"0"0"0"15,0 0 2-15,0 0 9 16,0 0 1-16,0 0 0 0,24 2-14 16,0-10-11-16,3-6 0 15,-9-3-2-15,-11-2 1 16,-1-3-1 0,-3-2-1-16,3 2 14 15,-5 8-6-15,-1 8 10 0,0 6-3 16,-13 0-17-16,-8 17-3 15,-9 15 0-15,-11 11 3 0,2 4-1 16,12 1 1-16,18-7 0 16,9-6 0-1,9-6 2-15,15-8 0 0,4-4 0 16,7-8 1-16,5-9-3 16,4 0 3-16,-2-3-1 15,-10-9-1-15,-12 2-1 16,-10 3 0-16,-9-4-3 15,-1 2 0 1,0-2-16-16,0 1-34 0,0 1-48 0,-3 2-89 16</inkml:trace>
  <inkml:trace contextRef="#ctx0" brushRef="#br0" timeOffset="146927.1">19255 7874 25 0,'0'0'3'0,"0"0"3"16,0 0 42-16,0 0-14 16,0 0 5-16,0 0 4 15,0 0-20-15,4-42 8 16,-4 41-12-16,0 1-5 0,0 0 1 16,0 0-3-16,0 0-1 15,0 0 0-15,0 0-2 16,-1 0-8-16,1 0-1 15,-2 12-3-15,-5 16 0 16,-10 19 2-16,-4 13 1 16,-3 15 0-16,7 10 0 15,11-1 1-15,4 2 2 16,1-6 0-16,-2-11 1 0,-5-2-4 16,-2-8 2-1,2-5 0-15,-1-6 1 0,0-8-1 16,-1-8-2-1,2-7 2-15,-1-6-1 0,3-1 2 16,-2-5-2-16,0-3 0 16,2-3 0-1,3-5 2-15,3 0-3 0,0-2-4 16,0 0-10-16,2 0 6 0,7-10-16 16,1-1-15-1,2-2-1-15,-3-1-24 0,-1-2-40 16</inkml:trace>
  <inkml:trace contextRef="#ctx0" brushRef="#br0" timeOffset="147451.57">18962 7989 99 0,'0'0'12'16,"0"0"6"-16,0 0 1 15,0 0-2-15,0 0-6 16,0 0-4-16,37-151 0 16,-5 135 2-16,5-2-3 15,12 3 4-15,6 3 6 0,8 6-8 16,3 6-6-16,-1 0-2 15,-7 21 0-15,-16 11-1 16,-12 5-1-16,-11 5-3 16,-9-2 4-16,-9 1 0 15,-1 0 2-15,0-2 1 16,-22-3 4-16,-8-3-2 16,-7-6-2-16,-4-5 0 15,-2-7-2-15,6-5 0 16,2-4-2-16,6-2-6 0,5-3-6 15,10 0-11-15,7-1-11 16,7 0-17-16</inkml:trace>
  <inkml:trace contextRef="#ctx0" brushRef="#br0" timeOffset="148103.79">20021 8029 0 0,'0'0'30'0,"0"0"13"15,0 0 3-15,0 0 2 16,0 0-11-16,0 0-2 16,10-61-6-16,-10 61-4 15,0 0-4-15,-8 0-16 16,-10 25-5-16,-16 26-1 0,-13 22-1 15,0 11 2-15,6 5 4 16,13-7-2-16,15-10 1 16,9-6 0-16,4-10-1 31,0-12-2-31,13-7 2 0,12-9-1 16,6-7 1-16,7-6 0 0,-6-7-2 31,-5-2-16-31,-11-5 1 15,-9-1-6-15,-6 0 10 0,1 0-25 16,-1-4-23-16,4-9 9 16,1-3-60-16</inkml:trace>
  <inkml:trace contextRef="#ctx0" brushRef="#br0" timeOffset="148564.21">20558 8094 79 0,'0'0'33'16,"0"0"6"-16,0 0 14 15,0 0-26-15,0 0-8 16,0 0-15-16,8-19 0 15,-23 57 2-15,-12 19 7 16,-10 8-4-16,1-4-1 16,3-6-1-16,6-6-2 0,2-6-3 15,0-4-1 1,-1-5 2-16,4-6-2 0,4-5-1 16,8-5-1-16,2-7-25 15,3-4-14-15,4-6-29 16,1-1-3-16,0-4 6 15</inkml:trace>
  <inkml:trace contextRef="#ctx0" brushRef="#br0" timeOffset="148897.96">20350 8174 42 0,'0'0'25'0,"0"0"17"15,0 0 5-15,0 0 5 16,0 0-21-16,0 0-15 16,-4-48-16-16,8 76-11 15,9 15 11-15,2 13 2 0,0 4 4 16,0-2 1-16,0-7-2 16,4-10-2-16,-1-5 0 31,0-9-2-31,-3-3 0 15,0-6 1-15,-2-4 1 0,-3-5-1 16,-3-3-1-16,-3-3 0 0,-4-2-1 16,0-1 0-1,0 0-1-15,0 0-1 0,0 0-4 16,0 0-11 0,2-2-20-16,-1-6-37 0,5-1-53 0</inkml:trace>
  <inkml:trace contextRef="#ctx0" brushRef="#br0" timeOffset="149405.87">20969 8310 38 0,'0'0'56'15,"0"0"-15"-15,0 0-2 16,0 0-13-16,0 0-1 16,0 0-7-16,-9-7-3 15,9 7-7-15,0 0-1 16,0 0-2-16,7-2-2 16,20 1 1-16,7-2-3 15,8 0 0-15,-4-1-1 16,-5 2 0-16,-8 1 1 15,-7 1-1-15,-8 0 0 0,-5 0 0 16,-4 0-2-16,-1 0 0 16,0 0-4-16,0 0-8 15,0 0 5-15,-3 5 1 16,2-4-8-16,-1 2-6 16,1 1-7-16,-2 0-16 15,3 4-46-15</inkml:trace>
  <inkml:trace contextRef="#ctx0" brushRef="#br0" timeOffset="149674.31">20987 8524 53 0,'0'0'10'16,"0"0"11"-16,0 0 13 15,0 0-7-15,0 0-7 16,0 0 3-16,149 19-2 0,-104-19-13 16,-7-3-7-1,-9 3 0-15,-14 0-2 0,-10 0 0 16,-5 0-2-16,0 0-13 16,-5 0 14-16,-6 0-4 15,2 3-15-15,2 0-20 16,1-3-6-16,5 0-34 15</inkml:trace>
  <inkml:trace contextRef="#ctx0" brushRef="#br0" timeOffset="150922.74">21701 8401 67 0,'0'0'25'0,"0"0"12"16,0 0 0-16,0 0-13 16,0 0 1-16,0 0-2 0,-1-30-11 15,5 21-11-15,5-2 1 16,3 1 0-1,3-6 0-15,2-1-1 0,0 1 0 16,0-1-1 0,-1 2 1-16,0-2-1 15,-2 3 0-15,-5 2 4 0,1 2 7 16,-4 3 4-16,-1 0-5 16,-2 0-4-16,2 1 0 0,-2 2 0 15,-2 2 1 1,2 2 2-16,-3 0 0 0,0 0-9 15,0 0-3-15,4 16-11 16,1 15 7-16,-4 10 7 16,-1 10 2-16,0 1-1 15,-6-3 2-15,2-8-3 16,-2-4 1-16,3-7 0 0,-2-5-1 16,1-5 1-16,2-5 1 15,1-4-2-15,1-4 2 16,0 0 0-16,0-4-1 15,0 0 0-15,-2 0 0 16,2-3 0-16,0 0-1 16,0 0-1-1,0 0 1-15,0 0-2 16,0 0-3-16,0 0-9 16,0 0-11-16,0 0-20 0,0-4-7 0,0-1-24 15</inkml:trace>
  <inkml:trace contextRef="#ctx0" brushRef="#br0" timeOffset="151248.34">21743 8689 56 0,'0'0'28'0,"0"0"4"0,0 0-4 16,0 0-5-16,0 0 4 15,0 0-10-15,61-1-2 16,-17-6-4-16,2 1-4 16,-4 0-1-16,-12 4-5 15,-13 2-1-15,-9 0 0 16,-8 0-3-16,0 0-5 15,0 0-1-15,0 0 2 16,-5 0 4-16,2 0-3 0,2 0-15 16,1 0-12-16,0 0-6 15,1 0-44-15</inkml:trace>
  <inkml:trace contextRef="#ctx0" brushRef="#br0" timeOffset="151630.12">22370 8110 153 0,'0'0'12'15,"0"0"36"-15,0 0-10 0,0 0-24 16,0 0-14 0,0 0-1-16,38 12 1 0,7 34 0 15,1 15 0-15,-7 16 2 16,-19 5 0-16,-20-3 2 16,0-8-4-16,-15-12 1 15,-14-6 0-15,-6-10 5 16,-6-6-1-1,0-7 7-15,5-9-5 0,3-7-3 0,6-5 0 16,6-6-2-16,9 1-2 16,9-4-6-1,3 0-10-15,0 0-17 16,14-12-41-16,10-3-111 0</inkml:trace>
  <inkml:trace contextRef="#ctx0" brushRef="#br0" timeOffset="152060.47">22911 8524 110 0,'0'0'22'0,"0"0"4"0,0 0 23 0,0 0-18 16,0 0-11-1,0 0 0 1,-9 0-1-16,9 0-4 0,0 0-5 0,5 0 2 16,14 0-5-16,13-4-6 15,14 2 2-15,4 0-3 16,-6 2 3-1,-10 0-3 1,-15 0-5-16,-10 2-8 16,-7 4-6-16,-2-4 2 15,-2 3 2-15,-4-2 11 0,2-1 4 16,4-2 2-16,0 0 0 16,0 0-2-16,0 0 0 15,0 0-15-15,0 0-40 16,4 0-4-16,6 0-40 15</inkml:trace>
  <inkml:trace contextRef="#ctx0" brushRef="#br0" timeOffset="152345.37">22920 8775 57 0,'0'0'6'16,"0"0"22"-16,0 0 23 15,0 0-26-15,0 0-16 16,0 0 0-16,258-3 1 0,-204-1 21 16,-14 0-13-16,-16 3-17 15,-18 1 0-15,-6 0-1 16,0 0 0-16,-15 0 12 15,-4 0-9-15,-10 0-3 16,4 0-22-16,6 0-27 16,11 0-44-16</inkml:trace>
  <inkml:trace contextRef="#ctx0" brushRef="#br0" timeOffset="153666.16">23902 8243 35 0,'0'0'31'0,"0"0"8"16,0 0-9-16,0 0 3 15,0 0-1 1,0 0-4-16,0-50-2 0,0 47-13 16,0 3-7-16,0 0-1 15,0 0 1-15,0 0-5 16,0 1-1-16,-1 18 0 15,-12 10 0-15,-9 11 3 16,-2 9 2-16,2 5-5 16,7 8 5-16,4 2-4 15,4 6 1-15,-2 1-1 0,-1-4-1 16,-1-2 3-16,-1-2-2 16,0-3 0-16,-2-2 1 15,0-3-2-15,1-7 2 16,4-3-1-16,4-6-1 15,5-10 0-15,0-8 0 16,0-7 0-16,0-6 1 16,0-5-1-1,0-3 0-15,0 1-1 16,0-1-3-16,0 0 1 0,0 0-1 0,3-13-19 16,2-6-14-16,2-3-14 15,0-5-20 1</inkml:trace>
  <inkml:trace contextRef="#ctx0" brushRef="#br0" timeOffset="154251.31">23877 8560 7 0,'0'0'18'15,"0"0"4"-15,0 0 1 0,0 0-18 16,0 0 8-16,0 0-2 15,69-48 7-15,-43 42-6 16,0 4-3-16,-1 2 4 16,2 0-7-16,-1 6-3 15,3 15-3-15,-5 8-2 0,-5 4 2 16,-8-2 2 0,-9 2-2-16,-2-3 1 0,0-5 3 15,-19-5 1-15,-3-1 2 16,-8-2 6-16,-3-1-7 15,-4-1-3-15,-4-3-1 16,-2-2-2-16,1-5-7 16,2-2-10-16,10-1 0 15,9-2 13-15,12 0-26 16,5 0-33-16</inkml:trace>
  <inkml:trace contextRef="#ctx0" brushRef="#br0" timeOffset="155604.96">23880 8554 17 0,'0'0'14'0,"0"0"10"16,0 0-13-16,0 0-8 15,0 0 7-15,0 0-4 16,0-16 2-16,5 14-6 15,11 0-2-15,6-2-3 16,6 0 1-16,3 4-9 16,-1 0-12-16,-9 0-33 15</inkml:trace>
  <inkml:trace contextRef="#ctx0" brushRef="#br0" timeOffset="156475.53">24682 8650 31 0,'0'0'20'0,"0"0"14"16,0 0 3-16,0 0-12 15,0 0-5-15,0 0-1 16,-32-3 0-16,29 3 2 16,1 0-2-16,2 0-4 15,0 0-7-15,0 0-4 16,0 0-2-16,9 0-1 0,15 0 1 31,20 0-1-31,22 0 1 0,12 0-2 16,8 0 2-16,1 0-2 0,-8 0 0 15,-15 0 0-15,-13 0-7 16,-11 0 5-16,-10 0 2 16,-9 0 0-16,-11 0 0 15,-8 0 1-15,-2 0 2 16,0 0 1-16,0-4 2 16,-9-2-1-1,-5 1 3-15,-3-3-7 0,-2 2-1 16,-3 0 1-16,4-2-1 0,6 1 2 15,2 3-1-15,4-2-1 16,0 1 2-16,5 2 9 16,1 3 4-16,0 0-8 15,0 0-7-15,3 8-5 16,11 12 0 0,1 10 3-16,-3 4 1 0,-10 1 1 15,-2-3-1 1,-11-6 0-16,-8-2 1 0,-8-5 2 15,-6-2-1 1,-3-3-1-16,2-2-1 0,6 0-19 0,10-3-34 16,13-4-34-1</inkml:trace>
  <inkml:trace contextRef="#ctx0" brushRef="#br0" timeOffset="157270.91">26062 8074 57 0,'0'0'16'0,"0"0"24"15,0 0 2-15,0 0-2 16,0 0-4-16,0 0 7 0,0-106-12 15,0 98-6 1,0 4 3 0,0 1-14-16,-3 3-3 0,2 0-5 0,-1 0-6 15,2 0 0-15,0 0-3 16,-1 11-4-16,-1 20 1 16,-5 16 4-16,-11 16 0 15,-4 10 2 1,-1 5 1-16,4 1 1 15,8-2-2-15,1-8 2 0,3-9-1 16,2-8-2-16,2-11-1 16,3-8 1-16,0-11-16 0,0-8-7 15,0-6-9-15,0-8 0 16,0 0-6-16,5-2-13 16,-4-14-35-16</inkml:trace>
  <inkml:trace contextRef="#ctx0" brushRef="#br0" timeOffset="157654.41">25852 8032 99 0,'0'0'11'31,"0"0"-5"-31,0 0 14 0,0 0-11 0,0 0 6 16,0 0-2-16,273-110 26 31,-182 107-18-31,-7 3-1 0,-14 16-19 15,-24 21-1 1,-30 9-2-16,-16 4 2 16,0-5 0-16,-29-7 5 0,-12-3-2 15,-11-10 1-15,-6-5-2 16,4-8-1-16,6-5-1 16,14-2-6-16,12 0-8 15,11 0-35-15,7 2-62 16</inkml:trace>
  <inkml:trace contextRef="#ctx0" brushRef="#br0" timeOffset="158591.18">26475 8516 47 0,'0'0'39'0,"0"0"23"0,0 0-9 16,0 0-16-16,0 0 0 15,0 0-5-15,8-72-7 16,-8 71-12-16,0 1-9 15,0 0-4-15,0 11-12 16,0 17 3-16,0 14 9 16,-5 6 2-16,-5 0 0 0,-2-5-2 15,9-7 2 1,-1-10-1 0,-1-7 0-16,-2-7-1 15,2-6 0-15,2-5 0 0,2-1 4 0,1 0 1 16,0-6 2-16,0-9-2 15,-2-8-5 1,2-3 0-16,0-4 0 0,5-3 3 16,14-1-3-1,6 1 0-15,8 4-1 0,6 5-3 16,5 11-6-16,6 8-12 16,1 5 3-16,-5 0-21 15,0 0 3 1,-5 0-8-16,-15 0 10 0,-12 0 35 15,-14 0 0-15,0 0 14 16,0 0 19-16,-1-4 1 16,-2 4 3-16,3 0-14 0,-3 0-7 15,1 0-16 1,-3 5-3-16,-9 20 0 16,-3 8-2-16,-7 7 5 15,4 3 0-15,3-5 0 16,8-7 0-16,3-5 1 15,6-6 2-15,0-3-2 16,0-5-1-16,12-2 2 16,8-3 2-16,5-5-4 15,5-2 0-15,0 0-5 16,-2-13 3-16,0-7-1 16,-10-4 2-16,-7-4-6 15,-4-6 7-15,-7-4 0 0,0-1-1 16,-1 4 1-16,-13 5-6 15,-1 12-9-15,3 8 1 16,3 10-11-16,7 0-28 16,2 0-34-16</inkml:trace>
  <inkml:trace contextRef="#ctx0" brushRef="#br0" timeOffset="159355.17">27277 8131 60 0,'0'0'46'16,"0"0"8"-16,0 0-18 0,0 0-17 15,0 0 0-15,0 0 4 0,0-107-2 16,0 105 0-1,0 2-11 1,0 0-10-16,0 19-11 0,-3 14 6 16,-5 14 5-16,-2 10 1 15,-1 4 2-15,-2 4-2 16,4-1 1-16,-2-2-2 0,1-1 1 16,-2-6-1-16,-1-7 1 15,2-4 2-15,2-8-2 16,-1-7 0-16,6-4 0 15,-2-9 0-15,4-4-1 0,2-5 2 16,-1-6-2 0,1 1 1-16,0-2 0 0,0 0 2 15,0 0 4-15,0-8 0 16,0-7-5-16,6-3 0 16,1-6-1-16,5-2 1 15,-2-2-2-15,7-5 0 16,4 1 0-1,6 0 0-15,5 6-1 16,3 5-1-16,-1 11-5 16,-3 8-1-16,3 2 4 0,4 6 2 15,-5 19-2-15,-11 10 0 0,-14 5 0 16,-8 0 2-16,-10-6 0 31,-12-9-2-31,-8-3 4 16,-7-8 1-16,-4-2 3 15,-1-5-3-15,0-4 0 0,2-3 1 16,7 0-2-16,10 0-2 16,10-5-11-16,8-6-20 15,5-3-45-15</inkml:trace>
  <inkml:trace contextRef="#ctx0" brushRef="#br0" timeOffset="159721.53">27809 8703 85 0,'0'0'31'0,"0"0"11"15,0 0 9-15,0 0-48 16,0 0-3-16,0 0 8 16,-9 37 3-16,8-24-8 15,1-3 3-15,0-4-2 16,1-3 0-16,14-3 3 16,5 0 2-16,-1 0 0 15,-1-9-4-15,-9-3-4 16,-7 1-1-16,-2 3-7 0,0 0-15 15,-9 0-15 1,1 3-29-16,2 3-67 0</inkml:trace>
  <inkml:trace contextRef="#ctx0" brushRef="#br0" timeOffset="160227.71">28588 8526 93 0,'0'0'50'0,"0"0"-6"0,0 0 20 15,0 0-35-15,0 0-16 16,0 0 1-16,-56-22-13 16,31 42-1-16,-1 5 4 15,0 2 2 1,4 1-5-16,13 0 1 15,4-2-1-15,5-3 0 0,0-5 2 16,11-2-1-16,14-3 0 16,11-9-2-16,9-4-5 15,1 0-5-15,-4-7 9 0,-13-13 1 16,-16-3 2-16,-13-2-2 16,0-6 2-16,-21-2-2 31,-7 1 4-31,-2 5-4 0,5 11 0 0,8 6-2 31,9 9-7-31,4 1-12 0,4 0-42 16,4 5-13-16,21 3 24 15</inkml:trace>
  <inkml:trace contextRef="#ctx0" brushRef="#br0" timeOffset="160816.91">29358 8026 1 0,'0'0'42'16,"0"0"5"-16,0 0 2 15,0 0 11-15,0 0-22 0,0 0-2 16,58-173-2-16,-56 152 6 15,-2 13-15-15,0-2-12 16,0 9-9-16,0 1 1 16,0 0-5-16,-8 9-6 15,-20 20 3-15,-19 26 0 16,-16 20 2-16,3 14-1 16,9 5 0-16,21-3 2 15,8-3 1-15,7-5 0 0,2-3-1 16,1-8 1-1,2-8 0-15,2-10 1 0,-1-7 0 16,0-8-2-16,0-4 2 16,0-8-1-16,1-3 0 15,1-8-1-15,1-3 0 16,2-7 0-16,1-2-2 16,0-1-4-16,1-3-5 15,1 0-9-15,-1 0 4 16,-1 0 0-16,3-13-15 0,0-8-35 15,0-1-36-15</inkml:trace>
  <inkml:trace contextRef="#ctx0" brushRef="#br0" timeOffset="161084.44">28946 8503 59 0,'0'0'107'16,"0"0"-91"-16,0 0 24 15,0 0-24 1,0 0-14-16,0 0-1 16,171-25 2-16,-116 25-3 15,-5 1 2-15,-8 7 0 0,-4 2 0 0,-3-1-2 16,-5 3-22-1,-8-4-34-15,-4 0-75 16</inkml:trace>
  <inkml:trace contextRef="#ctx0" brushRef="#br0" timeOffset="162133.25">28549 9372 62 0,'0'0'28'15,"0"0"-19"-15,0 0 18 16,0 0 9-16,0 0 8 16,0 0-7-16,-29-144-8 15,13 132-15-15,-1 3-1 16,-6 5-10-16,1 4-3 15,-2 0-1-15,-3 13 0 16,0 6 0-16,4 7-1 16,-1 3-1-1,4 5 1-15,2 0 1 0,0 1 1 0,4 1 0 16,1-1 0-16,6-3 0 16,3 0 0-16,4-2 0 15,0-3 1-15,0-1 0 16,11-8-1-1,6-4 1-15,4-1 2 16,7 0 0-16,4 0-2 0,2 4 0 16,-3 1 1-16,-7 2-2 15,-7 6-2-15,-9 3 1 16,-2 0 0-16,-1-1 1 16,-5-3-1-1,0-5 0-15,0-4 0 0,-15-5 1 16,-9-2 2-16,-7-2 0 15,-12 0-1-15,-5-2 2 0,-1-3-2 16,4-2-1-16,9 0-8 16,10 0-10-16,9-2-3 15,12-12 2-15,5-3-27 16,3-1-16-16,26-1-4 16</inkml:trace>
  <inkml:trace contextRef="#ctx0" brushRef="#br0" timeOffset="162975.63">28836 9674 17 0,'0'0'39'0,"0"0"-26"16,0 0 37-16,0 0-21 15,0 0-12-15,0 0 4 16,18-28 4-16,-18 26-2 15,0 1 7-15,0 1-4 16,0 0-5-16,0 0-19 0,0 0-2 16,0 1-9-16,0 14 4 15,-5 8 4-15,-11 8 1 16,-4 5 1-16,3 1 0 16,3-4 0-16,8-3 0 15,6-4-1-15,0-5 0 16,0-3 2-16,10-6-2 0,9-1-3 15,6-4 1-15,0-4-4 16,2-3 1-16,-2 0 1 16,-2 0-10-16,4-4 2 15,0-8-3-15,-1-4 0 16,1-3-1-16,0-8 11 16,-4-3 5-16,-3-6 1 15,-2-1 5-15,-3 3 7 16,-3 9 4-16,-9 9 5 15,-3 11-6-15,0 5 0 16,0 0-6-16,-2 0-5 16,2 0-5-16,0 0 0 0,0 4-6 15,-1 14-1 1,-5 11 4-16,-7 10 3 0,-6 3 0 16,2 1 2-16,4-7-2 15,10-5 1-15,3-5 1 16,0-5-2-16,0-6 0 0,0-2-1 15,0-3-7 1,4-2-13-16,9-3-30 0,-1-2-34 16</inkml:trace>
  <inkml:trace contextRef="#ctx0" brushRef="#br0" timeOffset="163452.57">29568 9739 66 0,'0'0'45'0,"0"0"12"16,0 0-6-16,0 0-12 15,0 0-16-15,0 0-4 16,-34-28-17-16,9 45-2 15,-11 10 0-15,-3 8 0 16,3 3 2-16,11 2-1 16,15-2 0-16,10-3-1 15,0-5 2-15,8-8 2 0,21-5-4 16,8-8 0-16,8-7-4 16,1-2 0-16,-12 0-6 15,-13 0 2-15,-15-7-17 16,-6 0 5-16,0 0-8 15,-3 1-35-15,-5-1-7 16</inkml:trace>
  <inkml:trace contextRef="#ctx0" brushRef="#br0" timeOffset="163821.37">29932 9792 113 0,'0'0'49'16,"0"0"-21"-16,0 0 29 0,0 0-20 16,0 0-14-16,0 0-23 15,-23-27 0-15,-4 49 0 16,-8 8 0-16,-2 4 0 15,9 1 4-15,14-6-4 16,10-4 3-16,4-6-3 16,0-3 2-16,6-7 0 15,12 0 0-15,9-3 3 0,4-2 0 16,2 0-1-16,-6 1-4 31,-8-3-4-31,-7 0-5 0,-3 1-5 16,0-3-14-16,-5 0-24 0,-1 0-19 15,-1 0-37 1</inkml:trace>
  <inkml:trace contextRef="#ctx0" brushRef="#br0" timeOffset="164345.01">30134 9959 31 0,'0'0'35'0,"0"0"-17"15,0 0 15-15,0 0 7 16,0 0 14-16,0 0-19 15,60-8-14-15,-34 1-10 16,-2-3-4-16,-6 0 2 16,-7-2-4-16,-4-3-2 0,1 0 0 15,-3-2 6-15,-3 3 7 16,-2 6-5-16,0 3 3 16,0 5-9-16,-5 0-5 15,-5 0-5-15,-10 13 1 16,-8 8 2-16,-5 6 0 15,6-1-1-15,8 0 2 16,13 1 0-16,3-6 0 16,3-4 0-16,0-3 1 15,8-4 1-15,11-3 0 16,9-3 1-16,8-4 3 0,-3 0-3 16,-9 0-1-16,-14 0 1 15,-10 0 3-15,0 0 0 16,0 0-5-16,-3 0-9 15,2 0-16-15,-1-1-17 16,2 0-14-16,0 1-25 16,0-2-59-16</inkml:trace>
  <inkml:trace contextRef="#ctx0" brushRef="#br0" timeOffset="164902.94">30674 9845 132 0,'0'0'58'16,"0"0"6"-16,0 0-19 0,0 0-10 16,0 0-24-16,0 0 7 15,-6-39-18-15,-6 39 0 16,-6 4-5-16,-10 14 1 15,-2 3 1-15,5 4 1 16,9-2 0-16,11-2-1 16,5-1 3-16,0-4 0 15,7-3 1-15,8-1-1 16,6 1 3-16,3-2-3 0,-5 4 1 16,-4-2-1-16,-9 2-2 15,-6-2 0-15,0-1-1 31,-1-2 1-31,-10-4 2 16,-4 0 2-16,0-2-1 16,-4-1 3-16,-2-2-2 15,1-1 0-15,1 2-2 16,2-2-3-16,4 0-17 0,7 0-21 16,5 0-27-1,1 0-39-15</inkml:trace>
  <inkml:trace contextRef="#ctx0" brushRef="#br0" timeOffset="165364.54">31047 9886 128 0,'0'0'9'0,"0"0"28"15,0 0 6-15,0 0-16 16,0 0 16-16,0 0-11 16,21-52-14-16,-21 46-11 15,-8 3 6-15,-2 3-12 0,-2 0-1 16,-9 6-3-16,-10 14-1 15,1 10 1-15,5 1 2 16,11 2-3-16,13-3 3 16,1-4 0-1,3-3 0-15,10-4-2 0,5-3 3 16,0 0 1-16,-3-2-1 16,-3 0 0-16,-8-1-1 15,-4-3-2-15,0 0-5 0,-9-6 8 16,-6 2 1-1,-9-3 2-15,-2-1-1 0,-6 0 0 16,4-2 0 0,3 0-2-16,5 1-11 0,5-1-42 15,6 0-90-15</inkml:trace>
  <inkml:trace contextRef="#ctx0" brushRef="#br0" timeOffset="170233.67">24015 8549 18 0,'-1'0'17'0,"1"0"-9"16,0 0-6-16,0 0 1 16,0 0-1-16,0 0-2 15,0 0-1-15,0 0 0 0,0 0-3 16,0 0 1-16,0 0 3 16,-2 0 3-16,1 0 0 15,-1 0-2-15,2 0 2 16,0 0 1-16,0 0-4 15,0 0 0-15,0 0 0 16,0 0-2-16,0 0 2 16,-1 0 0-16,-2 0 2 15,0 0 0-15,3 0 7 16,-1 0-5-16,1 0 0 0,0 0 0 16,0 0-2-16,-2 0-2 15,2 0 1-15,0 0-1 16,-1 0 1-16,-1 0-1 15,-1 0 3-15,0 0-1 16,1 1-1-16,-1-1 1 16,0 0-1-16,2 0-1 15,-1 1 0-15,2-1 0 16,0 0 0-16,-1 0 0 0,-2 0 0 16,3 0 0-16,-1 0 0 15,-2 2 1-15,0-2-1 16,-3 0 2-16,3 0-2 15,-2 0 1-15,2 0 3 16,0 0-2-16,1 0 0 16,-2 0-2-16,3 0 0 15,-2 1 0-15,0-1 1 0,0 0-1 16,0 0 1-16,1 0-1 16,1 0 0-16,-2 0 1 15,-2 0 4-15,0 0 0 16,0 0 3-16,2 0 0 15,0 0-8-15,2 0 2 16,-3 0-2-16,0 0 0 16,2 0 0-16,-1 0 0 15,0 0 0 1,-1 3 0-16,-2-3 0 0,2 0 1 0,1 3-1 16,0-2 1-1,-2 1-1-15,2-2 1 0,2 0-1 16,-1 3-1-1,-2-2 1-15,-1 0 0 0,1 0 0 16,-2-1 1-16,-2 2 0 16,1-1 2-16,1-1 4 15,3 0-1-15,2 0-3 16,1 0-2-16,0 0-1 0,0 0 0 31,0 2 2-31,0-2-2 16,0 0 0-16,-2 1-2 15,0-1 2-15,-1 1 0 16,2-1 0-16,-1 2 0 16,2-2 0-16,0 0-2 15,0 0 0-15,0 0 1 0,0 0-1 16,0 0 2 0,0 0-1-16,-1 1 1 0,-2 1 1 15,0-1 1-15,-3-1-2 16,3 1 0-16,3-1 0 15,0 0 0-15,0 0-4 16,0 0-8-16,0 0-1 16,0 0-12-16,0 0-17 15,0 0-14-15</inkml:trace>
  <inkml:trace contextRef="#ctx0" brushRef="#br0" timeOffset="175559.57">2521 5938 66 0,'0'0'38'0,"0"0"-14"15,0 0 15-15,0 0-10 0,0 0-7 0,0 0 11 16,0 0-6-16,0-47-7 31,0 41 3-31,0 2-3 0,0 4 2 16,-3 0-13-1,1 0-7-15,1 0-2 16,-5 14-2-16,-1 14-5 16,-4 13 7-16,-2 6-1 15,10-5 0-15,3-15-2 0,0-13 2 16,10-6-3-16,-1-7 1 15,-3-1 2-15,-1 0 1 16,3-7 3-16,0-11 6 16,1-7-5-16,-1 0-2 15,-8 0 1-15,0 2-1 16,-2-1-2-16,-10 6-1 16,3 2 0-16,-1 5 0 15,5 10-7-15,1 0-12 16,4 1-9-16,0 0-35 15,0 1-32-15,7 4 26 0</inkml:trace>
  <inkml:trace contextRef="#ctx0" brushRef="#br0" timeOffset="175973.34">2773 5482 155 0,'0'0'0'0,"0"0"1"0,0 0-1 16,0 0 12-16,0 0 6 16,0 0 1-16,0-34-15 15,-1 34-1-15,-1 0-3 16,2 0 0-16,0 1-1 15,0 3-1-15,0-4 2 16,2 1-2-16,2-1 2 0,1 0 4 16,3-3 0-16,-2-10-1 15,2-1-1-15,-2-3-1 16,-3 0 2-16,-3 2-2 16,0 3 0-16,0 8 0 15,-9 1 16-15,-2 3-13 16,-3 0-4-1,0 10-3-15,4 8-1 0,7 4-9 16,3 0-21-16,3-1-28 0</inkml:trace>
  <inkml:trace contextRef="#ctx0" brushRef="#br0" timeOffset="176466.5">3051 5963 104 0,'0'0'43'32,"0"0"-17"-32,0 0 7 15,0 0-19-15,0 0-3 16,0 0-9-16,-14 11 3 15,7 1-4-15,1 2 4 16,3-3-3-16,0-5-1 16,3-3-1-16,0-3 1 0,0 0-1 15,0 0 0-15,3 0 2 16,-2 0 0-16,-1 0 0 16,0 0 4-16,0 0 6 15,-4-10-4-15,-5-3-6 16,0 2 2-16,3 6-3 15,3 2 0-15,3 3-2 16,0 0-18-16,3 0-75 0,33 0 29 16</inkml:trace>
  <inkml:trace contextRef="#ctx0" brushRef="#br0" timeOffset="176959.71">3728 5492 81 0,'0'0'48'0,"0"0"-29"16,0 0 18-16,0 0-7 15,0 0-13-15,0 0-4 16,-6-7-10-16,24 4-1 0,16-4-2 16,11-4 0-16,10-4-2 15,-7 5 1-15,-8 6-25 16,-12 4-28-1,-11 0 3-15,-6 0-34 0</inkml:trace>
  <inkml:trace contextRef="#ctx0" brushRef="#br0" timeOffset="180534.78">17718 8416 25 0,'0'0'20'0,"0"0"-6"16,0 0-7-16,0 0 1 16,0 0-2-16,0 0-1 15,-5 0 1-15,5 0 6 16,0 0 4-16,0 0 3 15,0 0-1-15,0 0-4 0,0 0-2 16,0 2-7-16,-1-2-3 16,1 0-2-16,0 0-1 15,0 2 0-15,0 2-1 16,0 3-2-16,-3 6 4 16,-3 5 0-16,-3 7 0 15,0 4 0-15,-1 4 1 16,-1 1 3-16,-1 2-2 0,2 1 4 15,1-4-4 1,2 2 3-16,-1-6-2 0,2 0 1 16,1-2-1-16,1 2-3 15,0 3 3 1,-2 3-2-16,-3 4 3 0,-6 3-2 16,0-2 3-16,3 2-4 15,0-3 3-15,7 1-3 16,1 1-1-16,1-1 1 0,0 1 3 15,-3-1-3-15,-4-2 0 16,1 2 0-16,-2-2 2 16,-4 1-3-16,-1 1 2 15,-5 2-1-15,2 0-1 16,0-2 0-16,5 0 6 16,3-2-1-16,2-1-2 15,2 0 2-15,1 2-2 16,3 3 0-16,-2-2-2 15,2 3 1-15,3 0-1 0,0-1-1 16,0 0 0-16,0 0 3 16,0-1-2-16,0 4-1 15,-3-1 1-15,0 7 12 16,2 5 14-16,1 5-20 16,0 2-4-16,0-2-1 15,0-4 1-15,0-5-3 0,0 0 0 16,0 2 0-1,1-1 2-15,5 0 1 16,3-2-3-16,1 0 1 0,-2 0 0 16,-3 2-1-16,-4-1 0 15,-1 0 0-15,0 1 0 16,0-2 0-16,-4 3 3 16,-6 0-3-16,2 3 5 0,3 2-4 15,1 0-1 1,2-2 3-16,-2 0-2 0,1-1 1 15,-1 2-1 1,-1 0 1-16,5 3 1 0,0-3 0 16,0-1-3-16,0 0 1 31,0-1 2-31,0 0-3 16,0 3 1-16,3 0 0 15,-3 1 1-15,0-3-2 16,0 2 4-16,0 2-2 15,0 3 4-15,-4-1-1 16,-2 4-3-16,-1-3 1 16,0 0-3-16,-5-4 1 0,2-2 1 15,-3 0-2-15,2-5 0 16,2-2 0-16,-1-1 0 16,2-2 3-16,4-2-3 15,-1 2 5-15,2-4-3 16,3 2 2-16,0 1-2 15,0 1 1-15,0 2-1 16,0-2-2-16,0 4 1 0,5 0-1 16,-2 0 1-16,0-2 0 15,-3-3-1-15,0-2 0 16,0-5 1-16,0 1-1 16,0-2 0-16,-5 1 0 15,2 2-1-15,0 2 2 16,0 4-1-16,1 3 1 15,1 4-1-15,1 2 0 16,-2 0 0-16,0 1 0 0,-1-4 0 16,-3-1 0-16,0 0 0 15,1-2 2-15,-1-1-2 16,1 0-2-16,2 5 2 16,-1-2 2-16,3 4-2 15,-2 2 0-15,0-3 0 16,-2 1 0-16,2 0 2 15,3 0-2-15,0 3 0 16,0-4 0-16,0-2 0 16,9 1 0-16,1-7 0 0,-2-3-2 15,0-2-1-15,1-3-1 16,-2-5-9 0,3-5-3-16,-2-8-12 0,0-9-27 15,-4-8-20-15,2-5-15 16</inkml:trace>
  <inkml:trace contextRef="#ctx0" brushRef="#br0" timeOffset="181870.58">18637 10972 19 0,'0'0'22'16,"0"0"-7"-16,0 0 15 16,0 0-10-1,0 0 0-15,0 0 4 0,-14 0-2 16,11 0-1-16,3 0-3 16,-1 0-5-16,-2 0-6 15,3 0 0-15,-1 0-2 0,1 0-3 16,0 0-2-16,0 0 0 15,0 0 0-15,8 0 0 16,18 0 2-16,11 0 1 16,11 0-3-1,9 2 1-15,1-1-1 0,-3 2-3 16,-7 3-4-16,-8-1 0 16,-12-1 1-16,-11 2 5 15,-8-4 0 1,-4 0 1-16,-5 0 0 0,0 0 0 0,0-2 7 31,0 0-1-31,0 2-5 16,0-2-1-16,-1 5-9 15,-6 0-26-15,1 2-24 16,0 1-52-16</inkml:trace>
  <inkml:trace contextRef="#ctx0" brushRef="#br0" timeOffset="182299.74">18615 11278 29 0,'0'0'45'0,"0"0"7"0,0 0-4 16,0 0-27-16,0 0-12 15,0 0-7-15,111-6 10 16,-59 6 1-16,5-2 0 16,0 1-2-16,0 1-2 15,-10 0-7-15,-11 0-1 16,-12 0-1-16,-13 0 1 15,-7 1-1-15,-4 1 0 16,0-2 3-16,0 3-3 0,0-3 7 16,0 0-3-16,-4 1-1 15,-1 1-3-15,1 2-1 16,-1-2-4-16,2 4-8 16,-1-2-16-16,4 2-9 15,0 0-14-15,0-5-22 16</inkml:trace>
  <inkml:trace contextRef="#ctx0" brushRef="#br0" timeOffset="182714.87">19093 10842 69 0,'0'0'36'0,"0"0"-3"15,0 0 15-15,0 0 14 0,0 0-33 16,0 0-19-16,-10-28-7 15,38 60-1-15,5 15 3 0,1 13-3 16,-12 6-1-16,-11 0-1 31,-11-1 4-31,-1-6-4 0,-28-4 0 0,-10-7 2 32,-10-5 0-32,-4-4-2 15,2-8 3-15,3-3-3 16,8-5 2-16,5-3-2 15,12-2 2-15,7-2-2 16,12-3-3-16,4 0-27 0,2 0-38 16,14-6-14-16</inkml:trace>
  <inkml:trace contextRef="#ctx0" brushRef="#br0" timeOffset="183445.24">19962 10899 91 0,'0'0'10'15,"0"0"24"1,0 0 10-16,0 0-34 0,0 0-7 16,0 0 0-16,112-20 2 15,-64 20 0-15,5 0-1 16,2 0 0-16,-4 0-4 16,-9 6 0-16,-11 2-2 0,-9-2-20 15,-10-2-6-15,-4-1 3 16,-6 0-14-16,-2-3 5 15,0 0 1-15</inkml:trace>
  <inkml:trace contextRef="#ctx0" brushRef="#br0" timeOffset="184305.64">19986 10885 9 0,'0'0'14'16,"0"0"-1"-16,0 0 11 15,0 0-10-15,0 0 6 16,0 0 6-16,23-18-9 16,-23 18 1-16,0 0 1 0,0 0 2 15,0 0-1-15,0 0-3 16,2 0-2-16,-2 0-3 15,0 0-4-15,0 0-2 16,0 0-6-16,0 0 0 16,0 5-1-16,0 8 0 15,0 3 1-15,-5 5 3 16,-3 1 3-16,-1 3 1 0,0 3 5 16,-3-1-2-16,3 2 2 15,-2 5-6-15,0 0-1 16,3 2 0-16,3 1-1 15,4-2-3-15,1 1 4 16,0-3-3-16,0 3-2 16,0-1 1-16,0-3 0 15,0 2 0-15,-3-4-1 16,-3-2 2-16,0-3-2 16,3-3 1-16,2-1 1 0,1-3-2 15,0 0 0-15,0 0 1 16,0-3-1-1,0 1 0-15,-2-3 1 16,-2 0-1-16,1 0 0 16,-2-2 1-16,-1 1-1 15,-1-2 3-15,4-2-2 0,1-2 1 16,2-1 2-16,0 0-3 16,0-3 0-16,10 1 2 0,13-3 2 15,12 0 0-15,9 0-3 16,7 0 0-16,-5-4-1 15,-4 4-1-15,-7 0-11 16,-10 0-21-16,-11 0-4 16,-8 0 17-16,-6 0 19 15,0-3 0-15,0-3-2 16,0 0-20-16,0-4 0 16,0-3-11-16,0 1-12 0,8-3 13 15,4 2-67 1</inkml:trace>
  <inkml:trace contextRef="#ctx0" brushRef="#br0" timeOffset="184814.37">20014 11272 10 0,'0'0'18'0,"0"0"-8"15,0 0 31-15,0 0-15 16,0 0-3-16,0 0 7 16,-25-8 1-16,25 8-14 15,0 0-5-15,6 0 2 16,16 0-12-16,11 0 1 0,7 0-2 15,9 0-1-15,6 0 0 16,-1 0 1-16,2 0-1 16,-12 0 0-16,-13 0 0 15,-11 0 0-15,-10 0 0 16,-7 0-5-16,-3 0-8 16,-3 1 5-16,-15 4 8 15,0 3 0-15,-1 1-8 16,4 2-23-16,6 0-11 15,3 1-42-15</inkml:trace>
  <inkml:trace contextRef="#ctx0" brushRef="#br0" timeOffset="185401.31">20930 10972 94 0,'0'0'47'0,"0"0"-1"15,0 0-13 1,0 0 8-16,0 0-15 15,0 0-7-15,-58-48-14 0,26 81-5 16,-8 21 3-16,-5 16 5 16,-2 18 5-16,5 15 1 0,6 3-3 15,14-1-2-15,11-10-5 16,11-11 0-16,5-10-2 16,19-9 0-16,10-8 0 15,5-15 2-15,3-13-2 31,-4-11 3-31,-10-7-3 16,-11-9-2-16,-11-2-7 16,-3 0 6-16,-3 0 0 0,0 0-7 15,0-4-13 1,-6-3-4-16,-1 1-6 0,4 0-10 16,3 2-39-16,0-7-68 15</inkml:trace>
  <inkml:trace contextRef="#ctx0" brushRef="#br0" timeOffset="185959.47">21442 11223 33 0,'0'0'33'0,"0"0"-9"16,0 0-2-16,0 0-2 15,0 0 1-15,0 0 19 16,40-101-2-16,-39 96-15 0,1 2 5 16,-2 1-1-16,0 2-10 15,0 0-16-15,0 5-1 16,-15 17-2-16,-7 11 2 15,-5 9 5 1,-3 4-2-16,1 3-1 0,1 6-1 16,1-4 0-16,-1 2 0 15,1-7 1-15,-1-7-1 16,3-7 0-16,2-7 0 0,2-3 0 16,7-7 0-16,3-4-1 15,6-5 0-15,2-3-15 16,3-2-10-16,0-1-1 15,0 0 5-15,0-11-43 16,0-7-60-16</inkml:trace>
  <inkml:trace contextRef="#ctx0" brushRef="#br0" timeOffset="186292.74">21227 11194 97 0,'0'0'12'0,"0"0"27"0,0 0 5 0,0 0-15 15,0 0-12 1,0 0-11-16,24 9-4 16,-3 34 2-16,1 11 12 0,2 10-3 15,-2 2-8-15,0-4-2 0,-3-7 0 31,0-12 0-31,-2-8 1 16,-4-9-2-16,-6-9-2 16,-2-7-5-16,-5-4 2 15,0-5 2-15,0 1-5 16,0-2 6-16,0 0-2 16,0 0-1-16,0 0-3 15,0 0-9-15,1-2-22 0,2-7-16 16,4-2-11-16</inkml:trace>
  <inkml:trace contextRef="#ctx0" brushRef="#br0" timeOffset="186675.47">21798 11031 99 0,'0'0'30'16,"0"0"17"-16,0 0-23 16,0 0-24-16,0 0 0 15,0 0 12-15,85 170 16 0,-65-82-15 16,-4 5-1-16,-10-4-6 15,-6-7-4-15,-1-16 0 16,-20-13 1-16,-4-7-1 16,-5-11 2-16,1-8 2 15,2-10 1-15,2-5-5 16,4-5 3-16,9-2-5 16,0-5-5-16,9 0-7 15,3 0-1-15,0-5-52 0,10-10-59 16</inkml:trace>
  <inkml:trace contextRef="#ctx0" brushRef="#br0" timeOffset="187088.24">22464 11426 78 0,'0'0'27'16,"0"0"9"-16,0 0 22 15,0 0-18-15,0 0-9 16,0 0-3-16,-3-28-8 0,4 24 0 15,14 0-13-15,13-2-7 16,16 0 0-16,8 3 2 16,1-1-2-16,-4 2 0 15,-12 2-2-15,-6 0-2 16,-7 0 0-16,-11 0-8 16,-7 0-6-16,-6 0-2 15,0 0 12-15,0 3 7 0,0 0 0 31,-6 0-16-31,2 3-30 0,0 2-17 0,4 1-46 32</inkml:trace>
  <inkml:trace contextRef="#ctx0" brushRef="#br0" timeOffset="187373.16">22514 11642 34 0,'0'0'32'0,"0"0"8"15,0 0-18-15,0 0-2 0,0 0 22 16,0 0-21-16,90 43-5 16,-21-41-9-16,5-2-4 15,-7 2-1-15,-17 0 0 16,-17 0 0-16,-14 1-1 15,-16-2-1-15,-3 1-1 16,0 0 1-16,-5-2 3 16,-8 2-3-16,-4 1-2 0,4 2-17 15,4-1-20-15,6-1-43 16</inkml:trace>
  <inkml:trace contextRef="#ctx0" brushRef="#br0" timeOffset="188835.81">23477 11421 51 0,'0'0'15'0,"0"0"-1"0,0 0 1 16,0 0 2-16,0 0 3 15,0 0-9-15,15-32-10 16,-2 19 2-16,2-2 1 15,3-2 13-15,4-2-4 16,5-2 1-16,3 1-5 0,3 0-2 16,1 1-5-16,-6 3-1 15,-5 5-1-15,-5 2 0 16,-5 3 1-16,-5 4-1 16,-2-1 0-16,-5 2 4 15,1 0 14-15,1-1-4 16,-2 0 0-16,2-1-1 15,0-2-5-15,0 3 7 16,-2 0-5-16,1 0-6 0,-1 2 1 16,-1 0-5-16,0 2-6 15,0 18-3-15,0 12 6 16,-6 16 3-16,-8 11 2 16,-1 2-1-16,0-2 1 15,1-4-1-15,4-10 0 16,3-5-1-16,4-6 2 15,-1-5-2-15,3-6 1 16,-1-5-1-16,2-2 0 0,0-4 1 16,0-3 0-16,-1-1 0 15,1 0 0 1,0-2 1-16,0-4-2 0,0-2 0 16,-2 0-3-16,2 0 3 15,-1 0-6-15,1 0-10 16,0 0 1-16,0-4-2 15,0-6-29-15,0-3-9 16,7-1-56 0</inkml:trace>
  <inkml:trace contextRef="#ctx0" brushRef="#br0" timeOffset="189152.37">23472 11771 56 0,'0'0'41'0,"0"0"-13"16,0 0-9 0,0 0-7-16,0 0 2 0,0 0 4 31,284-17 1-31,-220 16-5 15,-15 1-7-15,-14 0-7 16,-15 5 3-16,-11 1-3 16,-7-3-7-16,-2-2-12 0,0 2 14 15,-11 0 5-15,-5-1 0 16,1 3-6-16,6-1-18 16,5 0-4-16,4-1-22 15</inkml:trace>
  <inkml:trace contextRef="#ctx0" brushRef="#br0" timeOffset="189614.61">24391 11569 109 0,'0'0'47'16,"0"0"5"-16,0 0-19 15,0 0-20-15,0 0-13 16,0 0 0-16,-20 14 1 16,9-2 2-16,3 1-3 15,7-5 0-15,1-2 0 0,0-2 1 16,0-4 1-16,9 0 2 16,3 0-2-16,1 0-2 15,-2-4-7-15,-5-4-2 16,-6-6 6-16,0 3-2 15,-6 1-6-15,-8 4 3 16,0 4-5-16,1 2 1 16,7 0-13-16,6 12-20 0,2 5-84 15</inkml:trace>
  <inkml:trace contextRef="#ctx0" brushRef="#br0" timeOffset="190378.71">24955 11206 34 0,'0'0'33'0,"0"0"-16"16,0 0 9-16,0 0 6 16,0 0-11-16,0 0 2 15,20-44-5-15,-16 38 9 16,-2 1 3-16,-2 3-3 16,0 0-2-16,0 2-15 0,0 0-5 15,0 0-5-15,0 0-3 16,0 23-6-16,0 16 6 15,0 20 2-15,-8 17 1 16,1 10 1-16,-4 5 0 16,2 2 0-16,-1-8-1 0,0-6 3 15,2-7-2 1,-1-11 0-16,1-8-1 0,-2-13 2 16,1-7-2-16,0-9 0 15,6-9 1-15,-1-4-1 16,4-4 2-16,0-1-1 15,0-3 0-15,0 0-1 16,0-1-6 0,0-2-7-16,0 0 3 0,0 0-4 15,0-4-22 1,7-10-22-16,8-4-53 0</inkml:trace>
  <inkml:trace contextRef="#ctx0" brushRef="#br0" timeOffset="191077">25055 11226 44 0,'0'0'9'0,"0"0"5"16,0 0 11-1,0 0-8 1,0 0-6-16,0 0 1 16,-40-36-1-16,40 33-1 15,0-2-1-15,0-1-2 16,6 2 4-16,13 1-5 16,8 3-6-16,8 0 1 15,11 0-1-15,5 3 0 16,1 15 2-16,-7 10 2 0,-7 7-4 15,-17 9 0-15,-8 3 0 16,-13-2 0-16,0-8 1 16,-13-2-1-16,-14-9 2 15,-5-5 8-15,-9-3 1 16,-2 0-6-16,-3-5 1 16,-1-3-3-16,1-4 0 15,1-1 1-15,2 2-4 16,4 1-7-16,6 2-18 15,10-1-5-15,11 1 5 16,12-2-34-16</inkml:trace>
  <inkml:trace contextRef="#ctx0" brushRef="#br0" timeOffset="191588.83">25859 11653 39 0,'0'0'30'15,"0"0"-14"-15,0 0 23 16,0 0-9-16,0 0-3 0,0 0-3 15,-22-7-14 1,25 7 1-16,22 0-10 0,16 0-1 16,6 1 0-16,4 6 0 15,-2 1-1-15,-10-3-4 16,-9-3 5-16,-9-2 0 16,-11 0-1-16,-7 0 2 31,-1 0 0-31,-2 0 1 0,0 0-1 15,0 0-1-15,0 5-18 16,-2 2-33-16,-7 1-6 16</inkml:trace>
  <inkml:trace contextRef="#ctx0" brushRef="#br0" timeOffset="191874.65">25826 11860 35 0,'0'0'8'0,"0"0"9"15,0 0-2-15,0 0 26 16,0 0-9-16,0 0-20 16,157 61-7-16,-97-60-3 15,-5-1 4-15,-7 0 13 16,-12 0 4-16,-14 0-11 15,-11 0-8-15,-8 0-3 0,-3 0 4 16,0 0-2-16,0 0 0 16,-2 0-3-16,-7 0-45 15,-2 0-21-15</inkml:trace>
  <inkml:trace contextRef="#ctx0" brushRef="#br0" timeOffset="192416.81">26855 11564 22 0,'0'0'46'16,"0"0"-4"-16,0 0 5 15,0 0-12-15,0 0-3 16,0 0 1-1,12-71-8-15,-12 71 1 0,0 0-8 16,0 0-11-16,1 0-7 16,-1 8-8-16,0 19-2 0,0 16 9 15,-1 14 1-15,-13 9 0 16,-1 4 2-16,2 5 1 16,4-3-2-16,4-1 1 15,1-2-1 1,1-6 2-16,0-6-1 0,-3-12 0 15,1-8-2-15,-1-13 2 0,2-11-1 16,0-6-1 0,1-4 0-16,3-1 0 0,0-2 0 15,0 0 0-15,0-3 0 16,4-9-13-16,3-2-3 16,-1-1-13-16,-1 3-19 15,-2-6-40-15</inkml:trace>
  <inkml:trace contextRef="#ctx0" brushRef="#br0" timeOffset="193101.8">26900 11561 35 0,'0'0'38'0,"0"0"-18"15,0 0 9-15,0 0-9 16,0 0 3-16,0 0-5 16,-5-58 5-16,5 48 3 15,0 4-10-15,0-5-7 16,12 4 5-16,6 0-13 0,13 4-1 16,15 2-1-1,9 1-2-15,2 0 2 0,0 0-1 16,-5 15 2-16,-7 8-1 15,-7 12-2 1,-12 10 0-16,-13 7-3 0,-13 1 2 16,0-3-5-16,-25-9-6 15,-9-6 15-15,-10-8 1 0,-8-5 2 16,-4-8 0-16,-4-4-2 16,-6-6 4-1,2-2-3-15,3-2-1 16,4 0 0-16,18 0-1 0,11 0 0 15,13 0-10-15,12 0-7 16,3 0-12-16,5 0-36 16,11 1-21-16</inkml:trace>
  <inkml:trace contextRef="#ctx0" brushRef="#br0" timeOffset="195342.53">4362 5301 14 0,'0'-5'0'0</inkml:trace>
  <inkml:trace contextRef="#ctx0" brushRef="#br0" timeOffset="196178.3">3947 5414 13 0,'0'0'42'0,"0"0"-18"0,0 0-2 0,0 0-1 0,0 0-4 15,0 0-1-15,-23-24-1 31,18 24 5-31,2 0-11 16,0 0-6-16,3 0 0 16,-3 0 0-16,0 0 0 15,3 0 3-15,0 0 2 16,0 0-5-16,0 0-3 16,0 0-1-16,0 0-5 15,0 2-2-15,12 8 8 0,7 1 0 16,13-2 1-16,14-8 5 15,24-1-1-15,21-13-4 16,4-5-1-16,-5-1 0 16,-26 9-4-16,-22 7 1 15,-18 3 1-15,-15 0-2 16,-6 0-1-16,-3 0-5 16,0 0 10-16,-12 5 7 15,-9-1-7-15,3 0-15 0,-1-1-28 16,5-3-73-1</inkml:trace>
  <inkml:trace contextRef="#ctx0" brushRef="#br0" timeOffset="196871.77">3946 5428 22 0,'0'0'41'16,"0"0"-13"-16,0 0-1 15,0 0-6-15,0 0 1 16,0 0 0-16,1-22 2 16,-1 20-9-1,0 0 4-15,0 0 5 16,0 0-15-16,0 2 3 0,0 0 2 15,0 0-8-15,0 0-6 0,-1 11-2 16,-4 9-1 0,1 12 3-1,1 5-1-15,3 5 1 0,0 0 0 0,0 4 0 16,0-1 1-16,0 1 0 16,0 1 1-16,0 1-1 15,0 2 1-15,0 3-1 0,0 0-1 16,0-3 1-1,1-5-1 1,2-6 2-16,0-4-2 16,-1-3 0-16,1-5 2 15,-3-1-2-15,1-3 1 16,-1-3-1-16,2-6 1 16,-1-3-1-16,1-6 0 15,5-2-3-15,5-3 3 16,6 0 1-16,8-7-1 15,8-14-1-15,4 0-2 0,1 0-4 16,-6 4-11-16,-6 2-13 16,-5 2-1-16,-5-1-1 15,-4-2-5-15,-4-1-8 16,-7-2-58-16</inkml:trace>
  <inkml:trace contextRef="#ctx0" brushRef="#br0" timeOffset="197332.81">3959 5775 30 0,'0'0'6'0,"0"0"-3"15,0 0 30-15,0 0 6 16,0 0-18-16,0 0-8 15,-12-3-5-15,12 1-1 16,0 2-5-16,0 0 4 0,18 0 8 16,10-2 6-1,13-2 2-15,11-1-13 0,2 2-5 16,1 3-4 0,-9 0-6-16,-7 0-12 0,-12 1-1 15,-15 3-3-15,-6-2-9 0,-6-1-17 16,0 1 48-1,-6-1 1-15,-8 0-1 0,4-1-24 16,7 0-34-16</inkml:trace>
  <inkml:trace contextRef="#ctx0" brushRef="#br0" timeOffset="197859.95">4893 5456 7 0,'0'0'52'15,"0"0"-2"-15,0 0 4 0,0 0-3 32,0 0-14-32,0 0-2 15,-25-29-14-15,3 47-20 16,-10 19-1-16,-2 17 0 15,-2 17 1-15,6 13 3 16,8 4-1-16,14 5 0 16,8-6-1-16,2-11-1 0,23-13 2 15,8-13-1-15,6-14-1 16,4-13-1-16,0-8-3 16,-7-6-8-16,-9-5-2 15,-12-1 4-15,-11-3-1 16,-4 2 5-16,0-2 5 15,0 0 0-15,-10 0-13 16,1-6-20-16,0-3 11 16,9-2-14-16,0-1-11 0,0-5-37 15</inkml:trace>
  <inkml:trace contextRef="#ctx0" brushRef="#br0" timeOffset="198273.31">5454 5509 106 0,'0'0'44'0,"0"0"-6"0,0 0 19 15,0 0-15 1,0 0-17-16,0 0-11 0,0-25-14 16,-4 50 0-16,-7 13 0 15,-11 14 9-15,-8 3-3 16,0-2 1-16,-1-4-5 15,1-7 0-15,5-5 1 16,1-8-1-16,10-7-1 16,4-5-1-16,6-6-3 15,1-8-17-15,3 1-15 16,0-4-14 0,0 0-8-16,0 0-14 0,0-7-7 15</inkml:trace>
  <inkml:trace contextRef="#ctx0" brushRef="#br0" timeOffset="198603.94">5199 5484 61 0,'0'0'43'0,"0"0"1"31,0 0 7-31,0 0-10 15,0 0-14-15,0 0-12 0,-22-40-15 0,26 55-9 32,17 24 2-32,10 18 7 0,1 10 6 0,-4 0-3 15,2-4 0-15,-5-11-1 16,-2-6 2-16,-4-10-3 16,-5-2-1-1,-6-11-6-15,-3-7-2 0,-5-5-2 16,0-8 0-16,0-2-1 0,0 1-5 15,0-2-1-15,0 0 8 16,0 0-6-16,0-8-31 31,0-3-91-31</inkml:trace>
  <inkml:trace contextRef="#ctx0" brushRef="#br0" timeOffset="198969.45">5809 5367 132 0,'0'0'61'0,"0"0"-47"15,0 0 32-15,0 0-5 16,0 0-36-16,0 0-5 0,9 6-2 15,43 46-1-15,4 16 3 16,-3 10 3-16,-12 1-1 16,-16 0-2-16,-15 1 1 15,-10-4-2-15,-16 2 2 16,-18-3-1-16,-18-7 5 16,-5-9-2-16,1-10 1 15,6-8 2-15,12-11-5 16,13-13 0-16,16-9 0 15,6-8-1-15,3 0-7 0,12 0-54 16,18-3-20-16,9-11-1 16</inkml:trace>
  <inkml:trace contextRef="#ctx0" brushRef="#br0" timeOffset="199381.91">6379 5826 97 0,'0'0'26'0,"0"0"-1"16,0 0 15-16,0 0-15 0,0 0-4 15,0 0-9-15,-10-7-8 16,10 7-4 0,15 0 0-1,13 0 1-15,11-4 0 0,7-2 1 16,6 0 1-16,-7 4-3 0,-6 2-2 15,-6 0-13 1,-14 3-12-16,-10 4-19 0,-9 1 11 16,0-1-2-1,-15-1 33-15,-1 1 3 0,1-1-2 16,0-1 3-16,6 2-14 16</inkml:trace>
  <inkml:trace contextRef="#ctx0" brushRef="#br0" timeOffset="199604.79">6455 6118 165 0,'0'0'33'0,"0"0"-32"16,0 0 17 0,0 0 11-16,0 0-22 15,0 0 4-15,148-7-8 0,-88 5 0 0,-7 2-2 31,-4 0-2-31,-11 0-16 16,-13 0-21-16,-16 1-16 16,-9-1-20-16,0 0 10 15</inkml:trace>
  <inkml:trace contextRef="#ctx0" brushRef="#br0" timeOffset="200257.55">7456 5449 79 0,'0'0'28'16,"0"0"-12"-16,0 0 6 16,0 0 3-16,0 0 9 15,0 0-5-15,-23 0-2 16,23 0-17-16,22 0-10 15,18-5-2-15,12-3 2 16,8 3 0-16,-5 1-7 16,-8 4-34-16,-6 0-24 0,-11 0-22 15</inkml:trace>
  <inkml:trace contextRef="#ctx0" brushRef="#br0" timeOffset="201002.87">7443 5424 1 0,'0'0'42'0,"0"0"14"15,0 0-17-15,0 0 4 16,0 0 3-16,0 0-16 16,-6-18-1-16,6 18-13 15,-1 0-7-15,1 0-7 0,0 0-2 16,0 0-4-16,-2 1-3 15,-1 14 3-15,-3 4 3 16,0 7 1-16,-2 5 1 16,0 1 0-16,3 2 0 15,1 0-1-15,1 2 1 16,0-3 0-16,1 0-1 16,1 2 2-16,-4-2-2 15,2 2 1-15,-1 1 0 16,-1-1-1-16,2 1 1 15,0-5 0-15,0-2-1 0,0-2 0 16,2-3 0-16,1 0 1 16,0-2-1-16,0 1 0 15,0 0 0-15,0 0 0 16,0 0 2-16,0 2-2 16,0-2 0-16,0 0 0 15,0-2 0-15,0-1 1 16,0-3-1-16,0-2 0 15,0 0 1-15,0-2-1 0,0-2 1 16,0 0-1-16,0-4 0 16,0-3 0-1,0-1 0-15,0-3 0 0,13 0 0 16,7 0 5-16,8 0-4 16,9-11 0-16,5-3-1 15,4 3-1-15,1 3-11 16,-4 5-14-16,-7 3 11 15,-8 0 1-15,-6 0-40 16,-11-2 42-16,-10 0-15 0,-1-4 2 16,0 2 20-16,0-5-44 15,-10 1-2-15,-5 1 21 16</inkml:trace>
  <inkml:trace contextRef="#ctx0" brushRef="#br0" timeOffset="201384.31">7356 5950 63 0,'0'0'15'16,"0"0"29"-16,0 0-11 0,0 0-2 15,0 0-5-15,0 0-7 16,-3-14-16-16,23 9 0 16,17-4-3-16,8-2 2 31,10-2 0-31,0 0 1 0,-2 6-2 0,-12 3 0 15,-11 4-1 1,-18 0-5-16,-4 0-10 16,-8 1-9-16,0 5-11 0,-8 3 25 0,-7 1 8 15,-1 1-41-15</inkml:trace>
  <inkml:trace contextRef="#ctx0" brushRef="#br0" timeOffset="201909.49">8446 5301 75 0,'0'0'45'0,"0"0"-5"0,0 0 22 16,0 0-25-16,0 0-24 16,0 0-13-16,-75 72 0 15,40 4 1 1,1 22 5-16,0 19-1 15,7 13-2-15,8 4 2 16,5-1-3-16,5-8-2 0,9-18 7 16,2-16 0-16,26-21-4 0,11-19-1 15,6-18-2 1,-3-17-13-16,-1-11-5 0,-7-5-6 16,-7-7-7-16,-10-13-13 15,-8-1 3-15,-5-5-38 16</inkml:trace>
  <inkml:trace contextRef="#ctx0" brushRef="#br0" timeOffset="202454.83">9103 5565 29 0,'0'0'58'16,"0"0"-8"-16,0 0 11 15,0 0-6-15,0 0-16 16,0 0-18-16,14-41-21 16,-22 65 3-16,-14 19-3 15,-11 16 10-15,-7 11-8 16,0 2 0-16,2-1 1 16,1-5-2-16,4-9-1 15,3-11 2-15,2-11-2 16,4-6-6-16,6-11-12 0,5-7-19 15,8-7-18-15,5-4-29 16</inkml:trace>
  <inkml:trace contextRef="#ctx0" brushRef="#br0" timeOffset="202751.61">8763 5593 135 0,'0'0'12'16,"0"0"22"-16,0 0 16 0,0 0-21 16,0 0-11-16,0 0-18 15,20-18-11-15,5 69 11 16,6 22 15-16,1 17-3 16,-4 1-2-16,2-8-7 15,-2-12 1-15,2-16-2 0,-3-16 1 16,-6-11 0-1,0-9-3-15,-9-8-3 0,-5-5-4 16,-4-4 5-16,-3 0-11 16,0-1-20-16,0 2-51 15,0 1-3-15</inkml:trace>
  <inkml:trace contextRef="#ctx0" brushRef="#br0" timeOffset="203229.31">9233 6125 103 0,'0'0'29'0,"0"0"5"15,0 0-7-15,0 0-24 16,0 0 1-16,0 0 1 16,97-91-2-1,-72 74-2-15,-9 9 9 16,-6 3-1-1,-6 5-6-15,2 5-3 0,-1 17 0 0,-2 13 2 16,-3 8 18-16,0 3-9 0,0-1-5 16,0-4-3-16,0-4-2 15,0-9 0-15,0-6 1 16,0-9-1-16,0-7 0 16,0-5 1-1,0-1 4-15,0 0 6 0,0-10 3 31,0-10-15-31,0-1 0 0,0-5-7 16,0 3-8-16,0 9-10 16,0 8-10-16,0 2-18 15,1 4-35-15</inkml:trace>
  <inkml:trace contextRef="#ctx0" brushRef="#br0" timeOffset="203483.04">9239 6463 86 0,'0'0'32'0,"0"0"7"16,0 0 28-16,0 0-43 15,0 0-19-15,0 0-5 16,115-16 1-16,-70 11 0 15,-2 5 1-15,-3-2-2 16,-7 1-6-16,-6-2-26 16,-7 1-24-16,-9 0 6 15,-11 0-30-15</inkml:trace>
  <inkml:trace contextRef="#ctx0" brushRef="#br0" timeOffset="204054.7">10111 5668 22 0,'0'0'57'15,"0"0"-17"-15,0 0 6 16,0 0-6-16,0 0 1 16,0 0-14-16,13-70-9 15,-12 65-1-15,-1 5 3 0,0 0-4 16,0 0-13 0,2 13-3-16,-2 17-5 15,0 22 5-15,0 14 2 16,0 11 1-1,-8-1-1-15,1-7 0 0,1-13-2 0,3-12 1 16,0-11 2-16,0-11-1 16,1-10-1-1,2-4-1-15,-1-6-1 0,-1-2-12 0,2 0-1 16,-1 0-8-16,1 0-13 16,-2 0-5-16,-2-4-36 15,3-7-61-15</inkml:trace>
  <inkml:trace contextRef="#ctx0" brushRef="#br0" timeOffset="204341.97">9933 5846 148 0,'0'0'14'16,"0"0"-3"-16,0 0 15 16,0 0-21-16,0 0-4 15,0 0-1-15,143-42 2 16,-98 37-1-16,-9 5 0 0,-8 0 3 16,-10 0-4-16,-3 5-1 15,-5 0 1-15,-2-3-6 16,-8 2-4-16,0-4 6 15,0 1-1-15,0-1-1 16,0 1-20-16,0 4-10 16,7-2-59-16</inkml:trace>
  <inkml:trace contextRef="#ctx0" brushRef="#br0" timeOffset="204786.75">11036 5553 70 0,'0'0'49'16,"0"0"-1"-16,0 0 5 16,0 0-14-16,0 0-16 15,0 0-17-15,-32 26-3 16,4 29 7-16,-5 18 1 15,-4 11-5-15,1 0-3 0,0-5-1 16,2-11 2-16,-1-12-1 16,5-12-3-16,4-11 3 15,6-10 0-15,7-9-3 16,4-6-1-16,6-6-16 16,2-2-20-1,-1-4 1-15,2-13-85 0</inkml:trace>
  <inkml:trace contextRef="#ctx0" brushRef="#br0" timeOffset="205120.42">10718 5561 142 0,'0'0'13'0,"0"0"20"15,0 0 19-15,0 0-34 16,0 0-18-16,0 0-4 0,9 34 4 15,7 17 10 1,9 13 5-16,-5 7-3 16,4 0-3-16,-5-6-2 15,-5-10-3 1,-1-13-4-16,-3-9 2 16,-1-7 0-16,5-3 1 15,-5-2-2-15,-2-2 0 0,1 4 0 16,-4-3-1-16,-1-1 0 15,-2-1-6-15,-1-6-10 16,0-4-1-16,0-2-11 16,0-3-12-16,0-1-9 15,5-2-77-15</inkml:trace>
  <inkml:trace contextRef="#ctx0" brushRef="#br0" timeOffset="205502.1">11113 6136 147 0,'0'0'32'0,"0"0"3"16,0 0 22-16,0 0-23 16,0 0-9-16,0 0-4 15,28-54-15-15,-4 54-6 16,-1 3-2-16,-7 19-2 15,-8 10-2-15,-8 10 6 16,0 1 2-16,-20 0 1 0,-7-1-3 16,-7-7 4-16,3-7 5 15,7-7-6-15,4-8 2 16,13-6-1 0,4-6-1-16,3-1-1 0,0 0-2 15,4 0-2-15,16 0 2 16,10 3 0-16,4-3 0 15,-3 3-5-15,-7-1-18 16,-1 0 0-16,-1 3 5 16,-1-2-34-16,6-1 8 0,0-2 13 15,-1 0-38-15,1 0-44 16</inkml:trace>
  <inkml:trace contextRef="#ctx0" brushRef="#br0" timeOffset="206392.8">12025 5764 0 0,'0'0'34'16,"0"0"14"-16,0 0-6 15,0 0 1-15,0 0-2 16,0 0 1-16,22-80-14 16,-22 78-2-16,0 2-4 15,0 0-7-15,0 0-15 16,0 15 0-16,0 24-5 16,-3 20 5-16,-8 16 5 0,1 7-3 15,4-6-1-15,5-7 0 16,1-7 1-16,0-10-1 15,-2-8 0-15,1-14-1 16,-2-11-7-16,1-7 1 16,-1-8-8-1,2-4-27-15,1 0 10 0,0-7-5 16,0-12-53-16,0-3 36 0,0-2-10 16</inkml:trace>
  <inkml:trace contextRef="#ctx0" brushRef="#br0" timeOffset="206615.44">11807 6075 118 0,'0'0'72'16,"0"0"-64"-16,0 0 35 15,0 0-25-15,0 0-17 0,0 0-1 16,140-58 0-16,-71 57 1 15,-4 1-1-15,-5 0-2 16,-6 5 0-16,-8 5-47 16,-7 1-55-16</inkml:trace>
  <inkml:trace contextRef="#ctx0" brushRef="#br0" timeOffset="206933.34">12527 6063 99 0,'0'0'29'0,"0"0"-9"16,0 0 4-16,0 0-2 0,0 0-4 15,0 0-11-15,-49 69-1 16,49-63 0-16,0-6 3 31,8 0-5-31,3 0 3 16,0 0 0-16,-3-10-1 15,-8-2-3-15,0-1 2 16,0-1-2-16,-8 3 3 16,-3 3-6-16,1 5 0 15,0 3-6-15,1 0-14 16,1 8-17-16,8 7-19 0,0-2-77 15</inkml:trace>
  <inkml:trace contextRef="#ctx0" brushRef="#br0" timeOffset="207203.08">12753 6125 148 0,'0'0'63'0,"0"0"-60"15,0 0 20-15,0 0-13 16,0 0-10-16,0 0-2 0,-21 0 2 16,31 3 0-16,2-3 1 15,3 0 0-15,-6 0-1 16,0 0 1-16,-6-1 2 16,-3-8-2-16,0 2-1 15,0 2 6-15,-12 2-6 0,-3 3-4 16,3 0 1-16,0 0-3 15,2 8-22-15,8 3-29 16,1-1-13-16</inkml:trace>
  <inkml:trace contextRef="#ctx0" brushRef="#br0" timeOffset="207495.14">13005 6135 186 0,'0'0'9'16,"0"0"-5"-16,0 0 38 0,0 0-12 15,0 0-15-15,0 0-15 16,31-10 0-16,-16 3-1 16,-6 2 1-16,-7-4-1 15,-2 1 1-15,0-3 0 16,-16-2 0-16,-1 7 0 15,-1 1 0-15,4 5 1 16,4 0-1-16,3 0-1 16,7 9-12-16,0 3-56 0,11-2-59 15</inkml:trace>
  <inkml:trace contextRef="#ctx0" brushRef="#br0" timeOffset="207933.2">13532 5651 109 0,'0'0'45'16,"0"0"-4"-16,0 0 9 16,0 0-18-16,0 0-5 0,0 0-13 31,8-35-14-31,-8 55-5 16,0 21 5-16,0 17 10 0,-8 10 7 0,-3 1-10 15,2-2-4-15,-1-9-1 31,1-8 1-31,1-8 0 16,2-8-1-16,-1-4 1 16,4-5-3-16,1-9 0 15,1-3 0-15,-1-4-13 0,2-3-15 16,0-4-6-16,0-1-2 16,0-1 4-16,-3 0 7 15,3 0-5-15,-3 0-15 16,3-7 3-16</inkml:trace>
  <inkml:trace contextRef="#ctx0" brushRef="#br0" timeOffset="208156.87">13390 5959 43 0,'0'0'29'0,"0"0"17"0,0 0 18 16,0 0-26-16,0 0 6 15,0 0-21-15,-43-31-9 16,62 30-14-16,21 1-1 16,9-4 1-16,6 2-1 15,-10-4 1-15,-9 1-1 16,-12 4 1-16,-12 1-8 0,-6 0-35 16,-6 0-10-16,0 0-17 15,0 0-18-15</inkml:trace>
  <inkml:trace contextRef="#ctx0" brushRef="#br0" timeOffset="208458.89">14418 5553 161 0,'0'0'58'15,"0"0"9"-15,0 0-27 16,0 0-26-16,0 0-3 16,0 0-11-16,-26 35 0 15,-8 23 3-15,-5 11 1 16,-3 4-2-16,2-4 1 0,1-6 0 16,2-10 0-16,1-9-2 15,5-8 2-15,5-10-3 16,6-7-6-16,8-6-35 15,0-6-21-15,6-6-40 16,-3-1-25 0</inkml:trace>
  <inkml:trace contextRef="#ctx0" brushRef="#br0" timeOffset="209253.97">14016 5523 217 0,'0'0'3'0,"0"0"35"16,0 0-9-16,0 0-16 16,0 0-6-16,0 0-7 15,99-5-1-15,-74 57-1 16,-4 18 2-16,-3 9 3 16,-3-1 2-16,-2-3-3 0,2-13 2 15,-1-12-4 1,2-13-4-16,1-11-11 0,6-6-13 31,7-8 5-31,5-6 6 16,2-6-22-16,0 0 0 15,-13 0 10-15,-5 0 11 16,-10-6 17-16,-7 0 1 16,1 3-1-16,-3-1-2 15,0-1 3-15,0 0 16 0,0-2-8 16,0-1 8-16,0-2 5 15,3-1-9-15,1 1 7 16,-1 1 16-16,0 4-3 16,-1 1 13-16,-2 3-20 15,0 1-13-15,0 0 1 16,0 0-3-16,0 0-5 16,0 0-3-16,0 0-2 15,0 0 0-15,0 0 1 0,0 0-1 16,0 5-4-16,0 15-1 15,-5 7 5-15,-8 9 1 16,-1 2 1-16,4-2 0 16,1-3-2-16,0-6 1 15,4-9-1-15,2-7 1 16,2-5-1-16,1-4 1 16,-2-2 0-16,2 0 3 15,0 0 10-15,0 0 31 16,0-14-13-16,0-6-23 0,2-5-5 15,13-7-3-15,6 1-1 16,6 0-1-16,5 1-2 16,3 4-5-16,2 6 0 15,-4 6 0-15,-2 7 3 16,-5 7 3-16,-4 0 0 16,-4 14-5-16,-2 15 2 15,-7 13 1-15,-4 4 4 16,-5 2 0-16,0 1 0 15,0-8 0-15,0-10 0 16,0-8 0-16,0-12-2 0,0-5 0 16,0-4 1-16,0-2-7 15,0 0-18-15,9-1-13 16,12-18-24-16,12-12-68 16</inkml:trace>
  <inkml:trace contextRef="#ctx0" brushRef="#br0" timeOffset="209607.06">15377 5355 267 0,'0'0'3'0,"0"0"12"15,0 0-13-15,0 0-2 0,0 0 24 16,0 0-1 0,178 354 3-16,-172-234-15 0,-6 3 5 15,-11-12-12-15,-19-15 3 16,-7-14 11-16,-6-17-13 16,-2-14-1-16,-1-11 1 31,2-11-2-31,4-11-3 15,7-6-2-15,3-5-10 0,3-6-6 16,4 1-12-16,-3-2-19 16,3 0-33-16,3 0-38 15</inkml:trace>
  <inkml:trace contextRef="#ctx0" brushRef="#br0" timeOffset="210908.64">6133 7875 11 0,'0'0'27'15,"0"0"10"-15,0 0 14 16,0 0-23-16,0 0-1 15,0 0-2-15,-22-18-12 16,19 18-5-16,1-1 5 16,2 1-5-16,0 0-3 15,0 0 0-15,0 0 10 16,0-2 5-16,0 2-4 16,0 0-6-16,0 0-7 0,0 0 0 15,0 0-3-15,21-1-5 16,18-3 1-16,13-2 3 15,6-1-1-15,-3 1-9 16,-16 4-7-16,-11 2-2 16,-14 0 3-16,-8 0-3 15,-4 1 4-15,-2 2-8 16,0 1-14-16,0 0-2 0,0-4-20 16,0 1 11-16</inkml:trace>
  <inkml:trace contextRef="#ctx0" brushRef="#br0" timeOffset="211226.62">6187 8015 16 0,'0'0'35'0,"0"0"-4"16,0 0-8-16,0 0-5 15,0 0-9-15,0 0 12 16,-27 51 18-16,51-45-16 16,10-6-6-16,11 0-3 15,10 0-3-15,2 0-3 16,-8-2-5-16,-13 0-3 16,-14 2 2-16,-7 0-2 0,-12 0 0 15,-3 0-4-15,0 0-2 16,0 0 5-16,0 0-11 15,-3 0 3-15,0 2-20 16,3-2-11-16,0 0-30 16</inkml:trace>
  <inkml:trace contextRef="#ctx0" brushRef="#br0" timeOffset="211591.61">6998 7622 130 0,'0'0'24'16,"0"0"17"-16,0 0-11 15,0 0-23-15,0 0-5 16,0 0-2-16,140-42 3 15,-86 36-3-15,-9 4-15 0,-17 2-35 16,-11 0 6-16,-5 3-34 16</inkml:trace>
  <inkml:trace contextRef="#ctx0" brushRef="#br0" timeOffset="212258.93">6973 7586 35 0,'0'0'26'0,"0"0"12"16,0 0-9-16,0 0-12 15,0 0-6-15,0 0 10 16,-3-20 1-16,3 20-4 16,0-1 3-16,-1 1 5 0,1 0-9 15,-2 0-13-15,2 0-4 16,0 0 0-16,0 0-3 16,0 0-1-16,0 9 0 15,0 3 2-15,0 8 2 16,0-1 1-16,-3 5-1 0,0 2 2 31,0 2 3-31,-2 3-3 0,2 4 0 0,0 3 0 16,2 4 0-1,-5 0 1-15,5 2-1 16,-7 0-1-16,2 2 2 0,-3 1-2 16,2 0 2-16,-1-5 0 15,1-3-1-15,2-8 1 16,-2-2 0-16,4-3-1 15,2 1-1-15,-2-1 0 16,1-2 1-16,2 1-1 0,-6-1 0 16,3-4-1-16,-2-1 2 31,-1-2-2-31,4-9 1 0,2-3 1 0,0-3-2 16,0-2 1-16,0 0 1 15,16 0 2-15,18 0 6 16,18-16-5-1,5-6-5 1,-1-1-6-16,-10 4-5 0,-15 4-15 16,-6 2-5-16,-8 0 4 0,-4 2-2 0,-7 3 2 15,-4-4-40-15,-2 3-30 32</inkml:trace>
  <inkml:trace contextRef="#ctx0" brushRef="#br0" timeOffset="212656.5">6906 8026 69 0,'0'0'26'0,"0"0"-15"0,0 0 28 16,0 0-3-16,0 0 2 15,0 0-5-15,-27-10-10 16,46 7-20-16,20-3-3 15,13 0-1-15,8-1 1 16,-2 1 0-16,-13 3-2 0,-9 2-8 16,-12 1-11-1,-10 0-6-15,-6 0-1 16,-8 0 2-16,0 0 8 0,0 1-1 16,0 3-15-16</inkml:trace>
  <inkml:trace contextRef="#ctx0" brushRef="#br0" timeOffset="213135.84">7853 7536 147 0,'0'0'11'0,"0"0"24"0,0 0-22 15,0 0-8 1,0 0 1-16,0 0 9 0,-160 221-2 0,140-129-4 16,11 9 1-16,6 3-6 31,3-8 2-31,3-11-2 0,19-17-1 0,5-20-3 31,0-13-3-31,0-13 0 0,-8-8-12 16,-5-11-1-16,-6-3 0 0,-5 0 6 15,-3 0-2-15,0-7-17 16,0-3-22 0,0-2-16-16</inkml:trace>
  <inkml:trace contextRef="#ctx0" brushRef="#br0" timeOffset="213642.84">8596 7639 135 0,'0'0'42'0,"0"0"19"15,0 0-24-15,0 0-26 16,0 0-7-16,0 0-4 16,-42 37 3-16,1 15 8 15,-3 3-6-15,1 3-1 0,1-2-2 16,2-4 1-16,6-2-2 15,-1-6 1-15,7-6-1 16,9-9-1-16,7-10-8 16,4-9-21-16,4-6-13 15,1-4-9-15,3 0 7 16,0-2-13-16</inkml:trace>
  <inkml:trace contextRef="#ctx0" brushRef="#br0" timeOffset="213928.77">8261 7734 75 0,'0'0'24'0,"0"0"5"15,0 0 25-15,0 0-11 0,0 0-4 16,0 0-16-16,-2-69-10 16,20 75-13-16,7 25-3 15,8 16 3-15,-2 10 3 16,-1 8 4-16,-4 0-3 15,-4-2-1-15,-1-8 1 0,-6-8-2 16,-3-10 0-16,-3-12-2 16,-5-10 0-16,-1-7-3 15,-1-4-7-15,-1-3-6 16,5-1-17-16,-2 0-15 16,1 0 12-16,4-9-14 0,-1-3-40 15</inkml:trace>
  <inkml:trace contextRef="#ctx0" brushRef="#br0" timeOffset="214422.99">8708 8164 81 0,'0'0'23'16,"0"0"-10"-16,0 0 31 15,0 0-13-15,0 0-19 16,0 0 4-16,3-36-5 15,15 26-5-15,3-3-5 16,3 1-1-16,-1 0 1 16,-1 5-1-16,-5 5 0 0,-6 2 0 15,2 0 0-15,-5 10-2 16,-2 13-2-16,-3 4 4 16,-2 2 1-16,-1-4 2 15,0-1-1-15,0-6-1 16,0-3-1-16,0-3 1 15,0-4-1-15,0-1 2 16,0-3 2-16,0-2-1 16,0-2-2-16,0 0 1 15,0 0 0-15,0 0 3 0,0 0 1 16,0 0-1-16,0-7-5 16,0 0-1-16,0 1-14 15,0 5-14-15,2 1-31 16,2 0-73-16</inkml:trace>
  <inkml:trace contextRef="#ctx0" brushRef="#br0" timeOffset="214691.87">8763 8349 72 0,'0'0'31'0,"0"0"7"0,0 0 4 16,0 0-17-16,0 0-14 16,0 0-8-16,79 0 0 15,-52 0-2-15,-6 0-1 0,-12 0 0 16,-3 0-11-16,-6 0-4 16,0 0-15-16,0 0 22 15,-6 2 4-15,0-2-19 16,3 2-7-16,3-2-16 15</inkml:trace>
  <inkml:trace contextRef="#ctx0" brushRef="#br0" timeOffset="-214408.43">9342 7675 142 0,'0'0'39'15,"0"0"0"-15,0 0-2 16,0 0-29 0,0 0 1-16,0 0 9 0,96 161-10 15,-86-92-3 1,-4-2-3-16,-6-1 3 0,0-5-4 0,-18-10 2 16,-3-8-1-16,-7-10 1 31,-2-8-2-31,5-7-1 15,1-5-20-15,6-5-22 16,6-5-6-16,3-3-4 16,9 0-11-16</inkml:trace>
  <inkml:trace contextRef="#ctx0" brushRef="#br0" timeOffset="-213422.41">9907 7903 17 0,'0'0'49'16,"0"0"-20"-16,0 0 0 16,0 0-10-1,0 0 1-15,0 0 2 0,8-36-8 16,-8 32 2-16,0-2 0 16,0 5-1-16,0 1 3 15,0 0-3-15,0 0-4 16,0 1-11-16,0 20-3 15,0 12 3-15,-6 16 3 0,1 6-1 16,1 2-1-16,1-3 0 31,0-6 2-31,0-9-2 16,-1-9 1-16,1-8-1 16,-2-7 0-16,2-3-1 15,-4-5-2-15,4 1-16 16,0-3-20-16,1-4-24 15,2-1 8-15,0 0-7 0</inkml:trace>
  <inkml:trace contextRef="#ctx0" brushRef="#br0" timeOffset="-213104.96">9782 8122 55 0,'0'0'13'16,"0"0"4"-16,0 0 11 0,0 0-16 15,0 0-9-15,0 0-1 16,128-22 2-16,-84 16-2 15,-8 5 4-15,-9 1-3 16,-8 0-1-16,-10 0-2 16,-5 0 0-16,-2 0 0 0,-2 0 0 15,0 0 0-15,0 0-8 16,0 0-22-16,0 0-32 16</inkml:trace>
  <inkml:trace contextRef="#ctx0" brushRef="#br0" timeOffset="-212721.89">10482 7853 26 0,'0'0'40'16,"0"0"-22"-1,0 0 20-15,0 0-30 16,0 0-4-16,0 0-2 0,0 0-1 16,164-24 0-16,-127 19-1 0,-8-1 0 15,-16 4-6-15,-13 2-32 32,0 0-12-32</inkml:trace>
  <inkml:trace contextRef="#ctx0" brushRef="#br0" timeOffset="-212195.25">10497 7830 39 0,'0'0'35'16,"0"0"17"-16,0 0-23 16,0 0 3-16,0 0-7 0,0 0-4 15,-6-30-8-15,6 29-1 16,0-1 11-16,-2 2-5 16,1 0-8-16,1 0-7 15,0 0-3-15,0 0-4 16,-3 10 1-16,-1 9 0 15,-1 6 3-15,-1 6 0 16,-2 7 0-16,-2 6 2 16,0 3-1-16,-2 5 0 0,0-2 1 15,3-2 1-15,1-2-1 16,4-4-1-16,0-4 0 16,2-3 2-16,2-6-2 15,0-4 0-15,0-2 0 16,0-4-1-16,0-6 2 15,4-3 0-15,8-2 0 16,2-6 1-16,13-2 1 16,7 0-1-16,6 0-3 0,7-6-3 31,-3-2-9-31,-7-3-6 0,-11 3-6 0,-13 0-5 16,-10 1 21-1,-3 3-4-15,0-2-13 0,0 1-27 16,-6-1-54-16</inkml:trace>
  <inkml:trace contextRef="#ctx0" brushRef="#br0" timeOffset="-211861.53">10387 8210 49 0,'0'0'11'0,"0"0"17"15,0 0 16-15,0 0-20 32,0 0 1-32,0 0 1 0,-11-6-9 0,28 2-10 15,8 1-6-15,12-3 0 16,11-1-1-16,5-1 1 15,-3 0-1-15,-4 4 0 16,-18 3-2-16,-17 1-26 0,-8 0 3 31,-3 0-11-31,-8 0-1 16,-11 5 15-16,-2 1-44 16</inkml:trace>
  <inkml:trace contextRef="#ctx0" brushRef="#br0" timeOffset="-211400.35">11137 7774 82 0,'0'0'42'0,"0"0"16"16,0 0 0-16,0 0-28 15,0 0-16-15,0 0-14 16,-57 32 1-16,30 25-1 16,-4 20 5-16,3 12-1 15,7 1 2-15,10-6 0 16,8-12-3-16,3-12 0 16,3-9 1-16,15-11-2 0,5-9-1 15,2-14-1 1,0-9-5-16,-4-8 4 0,-6 0 0 15,-4 0-2-15,-4 0-1 16,-6-7-8-16,1 0-11 16,1 0-38-16,0-3-19 15</inkml:trace>
  <inkml:trace contextRef="#ctx0" brushRef="#br0" timeOffset="-210954.98">11707 7822 79 0,'0'0'33'0,"0"0"20"16,0 0 6-16,0 0-12 16,0 0-24-16,0 0-23 15,-5 24 3 1,-14 21-3-16,-9 17 8 0,-5 9-2 0,-1 0-2 15,-2-8-1-15,3-8-1 16,0-9 0-16,5-11 1 16,2-10 0-16,10-6-3 31,6-6-1-31,5-7-14 16,5-1-31-16,0-5-28 15,0 0 1-15</inkml:trace>
  <inkml:trace contextRef="#ctx0" brushRef="#br0" timeOffset="-210685.27">11414 7878 128 0,'0'0'23'15,"0"0"32"-15,0 0 3 16,0 0-23-16,0 0-22 0,0 0-13 15,33-1-6-15,-5 48 6 16,4 13 2-16,-4 5 1 16,-4-3-1-16,0-5 0 15,-5-14 2-15,-2-7-3 16,-5-8 1-16,-5-6-2 16,-4-6-1-16,-1-3-21 15,-2-4-19-15,0-1 15 16,0-6-12-16,0-2-9 0,0 0-51 15</inkml:trace>
  <inkml:trace contextRef="#ctx0" brushRef="#br0" timeOffset="-210208.78">11765 8265 162 0,'0'0'28'0,"0"0"36"15,0 0-26-15,0 0-16 16,0 0-15-16,0 0-7 16,54-27 0-16,-32 51-3 15,-4 8-3-15,-13 6 3 16,-5 4 3-16,-11-6 2 15,-14-3 0-15,-2-5-2 16,0-7 2-16,7-5-2 16,3-4 1-16,8-6 1 0,3-4-1 15,4-2 3-15,2 0 0 16,0 0-4-16,0 2-5 16,5 0 5-16,7 0 3 15,2 0-1-15,3-2-1 16,1 0 1-16,0 0-2 15,1 0 0-15,2 0-3 0,-1 0-4 16,-1 0-4-16,-4 0-1 16,-2 0-14-16,-8 0 3 15,-5 0 2-15,0 0 1 16,0 0-17-16,0 0-8 31,0 0-18-31</inkml:trace>
  <inkml:trace contextRef="#ctx0" brushRef="#br0" timeOffset="-209843.67">12289 7772 206 0,'0'0'13'16,"0"0"38"-16,0 0-23 16,0 0-24-16,0 0 0 15,0 0 8-15,208 227-3 16,-201-119-2-16,-7-8-3 15,-20-15 1-15,-14-18-1 16,-8-12-2-16,-4-10 3 16,4-11-2-16,0-13 3 15,8-7-4-15,2-4-2 16,9-4-7-16,6-3-30 16,11 0-39-16,6-3-21 0</inkml:trace>
  <inkml:trace contextRef="#ctx0" brushRef="#br0" timeOffset="-208411.72">8869 8229 10 0,'0'0'2'0,"0"0"-2"15,0 0-1-15,0 0 1 16,0 0 0-16,0 0-2 15,-30 45 2-15,29-34-2 0,1 0-5 32</inkml:trace>
  <inkml:trace contextRef="#ctx0" brushRef="#br0" timeOffset="-207696.54">8772 8371 42 0,'0'0'52'15,"0"0"-22"-15,0 0-13 16,0 0-3-16,0 0-6 0,0 0-3 16,6-3-3-16,12 3-2 15,6 0 0-15,6 0 2 16,11 0-1-16,3-2 2 15,2 1 0-15,-6-1-1 16,-7 2-2-16,-11 0 1 16,-8 0-1-16,-9 0 0 15,-4 0-1-15,-1 0 1 0,0 0 9 16,0 0 1-16,-3 0-10 16,-3 0 0-16,6 2-15 15,0 1-33-15,0 1-26 16</inkml:trace>
  <inkml:trace contextRef="#ctx0" brushRef="#br0" timeOffset="-206121.55">12944 7995 60 0,'0'0'47'0,"0"0"-10"15,0 0-1 1,0 0-12-16,0 0 3 16,0 0 1-16,8-49 0 0,-8 47-4 15,0 2-9-15,0 0-15 16,0 28-3-16,0 18 1 16,-7 16 2-16,0 5 1 15,1-3-1-15,3-10 1 16,3-9 1-16,0-8-1 15,0-8-1-15,0-6 0 16,0-4 2-16,0-9-2 0,0 0-6 16,0-3-8-16,0-3-10 15,0-2-10-15,0-2-24 16,0 0-2-16</inkml:trace>
  <inkml:trace contextRef="#ctx0" brushRef="#br0" timeOffset="-205755.32">12756 8276 23 0,'0'0'33'0,"0"0"-15"0,0 0 19 15,0 0-14-15,0 0-21 16,0 0-1 0,97-33-1-16,-63 28 1 15,-4-1-1-15,0 2 10 0,0 0 0 16,-2 1-1-16,0 0-4 0,-7 2-4 15,-10 1-1 1,-7 0 0-16,-4 0-8 0,0 2 6 16,-17 10-5-16,1 0-20 15,6-2-55-15</inkml:trace>
  <inkml:trace contextRef="#ctx0" brushRef="#br0" timeOffset="-205373.46">13253 8251 106 0,'0'0'39'0,"0"0"14"15,0 0 0-15,0 0-23 16,0 0-10-16,0 0-20 16,0-4 0-16,0 7-2 15,0 6 1-15,3 0 0 0,7-2 1 16,2-3-6-16,0-3-1 16,-3-1 3-16,-3 0-1 15,-6 0-4-15,0 0 8 16,0-4 0-16,-2-2-3 15,-5 1 4-15,-2 2 1 16,4 3-1-16,-2 0-2 16,1 0-7-16,0 6-10 15,3 2-18-15,3 2-25 16,0-4-64-16</inkml:trace>
  <inkml:trace contextRef="#ctx0" brushRef="#br0" timeOffset="-204993.22">13515 8266 142 0,'0'0'14'0,"0"0"6"15,0 0 21-15,0 0-19 16,0 0-18-16,0 0-3 16,-6-10-1-1,4 10 0-15,1 0 1 0,-2 3 0 16,3 0 0-16,0-3 0 16,0 1 1-16,0-1-2 0,0 0-2 15,4 0 2-15,-1 0 2 16,-1-1 1-16,-2-2 3 15,0 1 5-15,0 2-4 16,0 0-6-16,-2 0-1 16,-6 0-4-16,0 3-3 15,7 6-16-15,1 1-32 0,0-2-24 16</inkml:trace>
  <inkml:trace contextRef="#ctx0" brushRef="#br0" timeOffset="-204581.03">13742 8287 17 0,'0'0'55'0,"0"0"-15"16,0 0-9-16,0 0-23 16,0 0-6-1,0 0-1-15,-2 5 0 0,1 4 2 16,-1 2 6-16,1 1-3 16,1-1-3-16,0 1 0 15,0-4-1-15,4-1 0 16,4-4 1-16,1-3-1 0,-2 0 2 31,1 0-1-31,-4-8 1 16,-2 0 2-16,-2-2 0 15,0 2 4-15,0 1 1 0,0 1-4 0,0 4-1 32,-2-1-4-32,-2 3-2 0,1 0-22 0,-2 13-18 15,4 2-52 1</inkml:trace>
  <inkml:trace contextRef="#ctx0" brushRef="#br0" timeOffset="-204008.88">14225 8117 49 0,'0'0'32'16,"0"0"5"-16,0 0 15 15,0 0-16-15,0 0-1 16,0 0-6-16,-1-27-9 15,1 27-2-15,0 0-7 16,0 0-11-16,0 7 0 0,-2 20-7 16,-2 13 6-1,1 9 1-15,-3 1 1 16,3 0 0-16,3-4-1 16,-2-4 1-16,2-6 0 15,0-6 0-15,0-9 1 0,0-3-1 16,-1-4 0-16,1-3-1 15,-2-1-1-15,2-1-10 16,0-2-6-16,0-3-2 16,0-4-6-16,0 0 0 0,0 0 10 15,0 0 0-15,0 0-49 16</inkml:trace>
  <inkml:trace contextRef="#ctx0" brushRef="#br0" timeOffset="-203579.12">14070 8319 93 0,'0'0'29'16,"0"0"-1"-1,0 0 7-15,0 0-14 0,0 0 4 0,0 0-18 16,15-13-6-16,9 10-1 16,4 1 2-16,1 1 0 31,2 0-1-31,2-1 2 15,-5 1 0-15,0 1-2 16,-5-2-1-16,-7 1 1 16,-4 0 0-16,-5-1-1 0,-2 2 1 15,0 0-1-15,-4 0-1 16,1 0-1-16,-1 3-18 16,-1 8-6-16,0-2-21 15,0 2-33-15</inkml:trace>
  <inkml:trace contextRef="#ctx0" brushRef="#br0" timeOffset="-202157.17">14893 8022 33 0,'0'0'55'0,"0"0"-15"16,0 0 4 0,0 0-12-16,0 0 5 15,0 0-12-15,-5-21-10 0,5 19-4 0,19-4-10 16,12-1-1 0,15 5 0-16,8-1-1 0,6 0-5 31,-3 1-8-31,-13 2-1 15,-15 0-4-15,-14 0-31 0,-15 3-14 16,0 6 3-16</inkml:trace>
  <inkml:trace contextRef="#ctx0" brushRef="#br0" timeOffset="-201549.33">14882 8006 26 0,'0'0'40'16,"0"0"5"-16,0 0-15 16,0 0-1-16,0 0 15 15,0 0-14-15,-2-45-1 16,2 40-12-16,0-1 1 15,0 5 2-15,0-1-5 16,0 2-6-16,0 0-3 16,0 0-4-16,0 0-2 15,0 0-2-15,0 0-2 16,0 0-1-16,0 3-3 0,0 10 5 16,0 10 2-16,-3 9 1 15,-1 3 0 1,-5 2 0-16,0-1 0 0,0-2 1 15,-2 2 1-15,1-3-2 16,1 3 0-16,-2-2 2 16,1 0 0-16,1 1 3 15,0-4-3-15,3-2 1 0,3-2-2 16,1-3 2 0,2-4-1-16,0-3 1 0,0-3-2 15,0-4 0-15,0-4 0 16,0-2 0-1,2-1 1-15,4-2-1 0,5 1 1 16,8-2 3-16,8 0 0 16,10 0-1-16,10-2-3 15,8-6-1-15,1 0-4 16,-5 4-5-16,-11 1-18 16,-10 3-19-16,-13-1 4 15,-9-3 15-15,-6 2 13 0,-2-2-5 16,0 0-37-1,0-4-40-15</inkml:trace>
  <inkml:trace contextRef="#ctx0" brushRef="#br0" timeOffset="-201157.86">14797 8306 38 0,'0'0'25'0,"0"0"-4"0,0 0 25 0,0 0-14 32,0 0 11-32,0 0-31 0,28-18-12 0,9 16 0 15,7-2 0-15,-4 2 0 16,3-2 1-16,-10 3-1 16,-6 1 1-16,-11 0-1 31,-7 0 0-31,-3 0 0 15,-6 0-7-15,0 0-6 0,0 0 6 16,0 4-18-16,0-1-32 16</inkml:trace>
  <inkml:trace contextRef="#ctx0" brushRef="#br0" timeOffset="-200650.01">15622 7919 31 0,'0'0'98'0,"0"0"-57"16,0 0 21-16,0 0-12 15,0 0-10 1,0 0-18-16,16-34-22 0,-21 58 0 15,-18 24 0-15,-10 20 0 16,-6 18 6-16,-1 13-1 16,6-3 3-16,5-3-7 15,11-7 1-15,8-11 1 16,10-13-1-16,0-13-1 0,16-11 0 16,4-12-1-16,2-11 0 15,-1-11-4-15,-3-4 0 16,-5 0 2-16,-5 0-9 15,-5-8-8-15,-3-2 0 0,0 2-24 16,0-2-15 0,0-1-18-16</inkml:trace>
  <inkml:trace contextRef="#ctx0" brushRef="#br0" timeOffset="-200198.69">16244 7930 85 0,'0'0'34'0,"0"0"19"16,0 0 19-16,0 0-19 16,0 0-20-16,0 0-33 15,-33 27 0-15,-12 34 0 31,-7 9 10-31,6-4-6 0,4-7-1 0,9-9-1 16,5-5 0 0,7-4-1-16,3-9 2 15,4-6 0-15,-2-5-3 16,1-2-4-16,-1-7-22 16,-1-2-22-16,3-4-18 15,1-6-16-15,5 0-40 16</inkml:trace>
  <inkml:trace contextRef="#ctx0" brushRef="#br0" timeOffset="-199902.48">15898 8068 86 0,'0'0'36'15,"0"0"16"-15,0 0 17 16,0 0-47-16,0 0-22 15,0 0-1-15,31 53 1 16,-13-2 8-16,-2 2 4 16,1-2-6-16,-1-5 2 15,2-9-4-15,-3-5 0 16,0-11-2-16,-5-5 2 0,-2-5-2 16,-5-3-1-16,-2-4-1 15,-1 2 0-15,0-6-1 16,0 2 1-16,0 0 0 15,0-1-24-15,0-1-26 16,5 0-21-16,5 1-55 16</inkml:trace>
  <inkml:trace contextRef="#ctx0" brushRef="#br0" timeOffset="-199345.23">16274 8437 50 0,'0'0'37'0,"0"0"-5"16,0 0 6-16,0 0-8 0,0 0-2 15,0 0-15-15,0-5-8 16,-2 5-1-16,-2 5-3 15,-1 12 0-15,-4 3 4 16,-1 3 1-16,2 2-4 16,2-3 0-16,3-3 2 15,0-1-3-15,2-6 1 16,-1-5 1-16,2-3-3 16,0-4 2-1,0 0 0-15,0 0 5 0,0 0 16 16,0-11-6-16,3-6-9 0,9-5-3 31,6-1-3-31,3-2 2 0,3 1-3 0,3 5-1 16,-2 5 0-1,0 4-1-15,-2 6-3 16,-1 1 1-16,-2 3 2 16,-5 0 0-16,-1 15-2 0,-3 7 0 15,-3 6 0-15,-3 1 1 16,-5 2 0-16,0-3 2 0,0-1 0 15,0-7 0 1,-5-3 0-16,-1-8 0 0,1-1 0 16,2-7 1-16,2 0-1 31,1-1-4-31,0 0-19 16,0 0-12-16,0-1-22 15,7-13-131-15</inkml:trace>
  <inkml:trace contextRef="#ctx0" brushRef="#br0" timeOffset="-199027.75">16935 7922 213 0,'0'0'5'0,"0"0"32"0,0 0-1 16,0 0-33-16,0 0 1 16,0 0 0-16,70 285 8 15,-70-173-5-15,-32-11 0 16,-5-17-3-16,-2-17-1 16,1-12-3-16,0-10 2 15,2-9 1-15,5-7-2 16,3-8 1-16,6-7 2 15,6-6-4-15,2-2-14 0,5-3-39 16,1-3-23 0,0 0-19-16</inkml:trace>
  <inkml:trace contextRef="#ctx0" brushRef="#br0" timeOffset="-197471.33">6055 9812 86 0,'0'0'34'16,"0"0"-4"-1,0 0 13-15,0 0-10 0,0 0-9 16,0 0-13-16,-8-19 12 16,8 18-6-16,0 1 0 15,0-2-5-15,0 2-6 0,0 0-5 16,0 0-1-16,1 0 0 16,18 0 0-16,11 0-4 15,6 0 1-15,10-2 3 31,-1 1 0-31,-3 0-5 0,-2 1-2 0,-7 0-4 16,-11 0 4 0,-4 0-2-16,-10 4-7 15,-3 2-11-15,-5-2-14 0,0 0 4 0,0 0 14 32,0 2-11-32,-5 1-7 15</inkml:trace>
  <inkml:trace contextRef="#ctx0" brushRef="#br0" timeOffset="-197134.77">6112 10006 13 0,'0'0'25'16,"0"0"5"-16,0 0-5 15,0 0 31-15,0 0-18 16,0 0-13-16,185-2-13 16,-131-3-3-16,-10 2 1 15,-14 3-7-15,-13 0-2 0,-8 0-1 16,-9 7-1-16,0-1-4 15,0 1-18-15,0-2 13 16,-9 0 4-16,3 1-2 16,3-2-21-16,3-4-23 15</inkml:trace>
  <inkml:trace contextRef="#ctx0" brushRef="#br0" timeOffset="-196343.08">7546 9684 24 0,'0'0'64'15,"0"0"-16"-15,0 0-1 16,0 0 14-16,0 0-25 0,0 0 3 16,-5-71-1-1,5 65-15-15,-1 6-5 0,1 0 5 16,0 0-9-16,0 0-14 0,0 19-2 15,-2 17-7 1,-1 10 3-16,-1 8 6 0,0-2 0 31,1-3 0-31,1-4 1 16,1-2 0-16,-4-4 0 16,5-5 0-16,0-4 0 15,-3-2 0-15,3-4 0 16,0-4 1-16,0-4-2 0,0-7 2 15,0-4-2-15,0-3-2 16,0-2-1-16,0 0-2 16,0 0-5-16,0 0 3 15,0-5-5-15,0-11-15 16,11-5-30-16,6-5-9 16,0 1-6-16,2 0-46 15</inkml:trace>
  <inkml:trace contextRef="#ctx0" brushRef="#br0" timeOffset="-195945.41">7425 9628 56 0,'0'0'24'0,"0"0"3"16,0 0 4-16,0 0-1 16,0 0-25-16,0 0-5 15,151-27 0-15,-95 27 0 16,-5 4-1-16,-11 19 1 15,-16 2-2-15,-12 4 0 0,-12 0-3 16,0-3 3-16,-4-4 2 16,-14-2 5-16,-2-2-1 15,-5-3 3 1,-2-2 1-16,0-1-6 16,-1-3 1-16,6 1 0 0,4 0-3 15,3-2-14-15,6-4-30 16,6-4-65-16</inkml:trace>
  <inkml:trace contextRef="#ctx0" brushRef="#br0" timeOffset="-195005.54">8389 9762 20 0,'0'0'42'16,"0"0"-5"-16,0 0-19 16,0 0-10-16,0 0 8 15,0 0-4 1,0-66 3-16,0 56 9 0,0 4 6 15,0 2 2-15,0 2-2 16,0 2-13-16,0 0-10 16,0 2-7-16,0 19-1 15,0 10-6-15,0 11 6 0,0 5 1 16,-5-1 0-16,2-2 1 16,0-6 0-16,2-4 0 15,1-4 1-15,0-7-2 16,0-2 1-16,3-6 0 15,3-2 0-15,1-4-1 16,-1-3-7-16,-1-1-13 16,-5-3-12-16,1-2-18 15,1 0-31-15</inkml:trace>
  <inkml:trace contextRef="#ctx0" brushRef="#br0" timeOffset="-194705.14">8267 9903 76 0,'0'0'15'0,"0"0"12"0,0 0-6 0,0 0-16 15,0 0-2-15,0 0 0 16,198-35 0-16,-165 35-3 16,-10 0 2-1,-9 8-2-15,-9 2-2 0,-5-3-3 32,0 0-13-32,0-3 8 0,-3-1-19 15,3-3-27-15</inkml:trace>
  <inkml:trace contextRef="#ctx0" brushRef="#br0" timeOffset="-194115.61">9023 9746 18 0,'0'0'48'0,"0"0"-21"16,0 0 22-16,0 0-18 15,0 0 14-15,0 0-5 16,0-52-13-16,0 52-3 0,0 0-10 15,0 3-10-15,-2 22-4 16,-2 13-6-16,-4 14 6 16,0 4 4-16,0-2-1 15,5 0-1-15,0-4-2 16,3-8 2 0,0-7-2-16,-2-6 1 0,1-4 0 15,-1-8 0-15,2-3-1 16,0-6 2-16,0-3-1 0,0 0-1 15,0-2-1-15,0-1-8 16,0-2-11-16,0 0-8 16,0 0 0-1,0 0 2-15,0-6 2 0,0-4-22 16,8 0-32-16</inkml:trace>
  <inkml:trace contextRef="#ctx0" brushRef="#br0" timeOffset="-193749.05">8918 9713 74 0,'0'0'21'0,"0"0"10"16,0 0-1 0,0 0-3-16,0 0-18 0,0 0-5 31,114-70 0-31,-65 69 0 16,-1 1-1-16,-2 9 2 15,-12 19-3-15,-11 5-2 0,-17 2-5 16,-6 3-3-1,-8-5 1-15,-17-2 7 0,-5-4 1 16,2-6 2-16,2-4-2 16,1-6 1-16,2-4-2 15,1 1 1-15,-2-1-1 16,8-3-26-16,7 0-51 16</inkml:trace>
  <inkml:trace contextRef="#ctx0" brushRef="#br0" timeOffset="-193222.61">9647 9812 53 0,'0'0'37'0,"0"0"-16"15,0 0 34-15,0 0-31 16,0 0 5 0,0 0-7-16,0 2-22 0,0 27 0 15,0 6 0-15,0 5 11 16,0-1-2-16,0-3-4 15,-2 0-1-15,1-8-2 0,-1-2-1 16,2-8 1-16,-3-4 1 16,3-3-3-16,-3-3-10 15,0 0-18-15,3-3-33 16,0-3-13-16</inkml:trace>
  <inkml:trace contextRef="#ctx0" brushRef="#br0" timeOffset="-193000.64">9554 10003 51 0,'0'0'34'32,"0"0"6"-32,0 0-4 15,0 0-20-15,0 0-8 16,0 0-1-16,18-6 2 15,16 2-6-15,5 0-3 0,-3-1-2 16,4 2-5-16,-6-2-2 16,-4 3-7-1,-7-1 4-15,-2 0-28 0</inkml:trace>
  <inkml:trace contextRef="#ctx0" brushRef="#br0" timeOffset="-192636.01">10097 9937 70 0,'0'0'54'0,"0"0"2"16,0 0-19-16,0 0-8 16,0 0-15-16,0 0-13 0,-3 0-1 15,3 1 0-15,0 5 0 16,9-3 3-16,2 0 6 16,-3-2-1-16,-3-1-7 15,-5 0-1-15,0 0 0 16,0 0 2-16,-6-1-2 15,-6-5-5-15,0 0-7 16,3 3-2-16,2 3 6 16,5 0 4-16,2 0-31 0,0 6-15 15,10 2-7-15</inkml:trace>
  <inkml:trace contextRef="#ctx0" brushRef="#br0" timeOffset="-192285.51">10354 9955 60 0,'0'0'37'0,"0"0"-11"15,0 0-6 1,0 0-12-16,0 0-2 0,0 0 0 15,0 2-1-15,4-2 1 16,5 0 2-16,-3 0-2 16,-3 0 2-16,-3 0-4 15,0-7 0 1,0 2-2-16,0 1-2 16,-8 3 6-16,0 1-1 0,2 0-1 0,3 0-1 15,3 0-3-15,0 9-3 16,1-3-3-16,14 0-21 15,3-2-4-15,6-4-64 16</inkml:trace>
  <inkml:trace contextRef="#ctx0" brushRef="#br0" timeOffset="-192031.1">10643 9967 163 0,'0'0'11'0,"0"0"-9"32,0 0 3-32,0 0 2 15,0 0 3-15,0 0-4 16,-4 0 12-16,6-6 8 16,3 0-13-16,-2 0-10 0,-3 0 1 15,0-2 0-15,0 1-2 16,-6 1 1-16,-3 4 0 15,3 0-3-15,0 2 0 16,3 0-2-16,2 6-5 16,1 4-25-16,3-3-42 15</inkml:trace>
  <inkml:trace contextRef="#ctx0" brushRef="#br0" timeOffset="-191255.64">11204 9854 100 0,'0'0'34'16,"0"0"1"-16,0 0 10 16,0 0-16-16,0 0-22 15,0 0-7-15,-6 67-4 16,-6-25 4-16,3 4 5 0,0-2 2 16,2-4-5-1,4-7 2 1,3-2-3-16,0-9 1 15,0-5-1-15,0-6-1 16,0 1 0-16,-2-5-4 16,-1-2-12-16,0-4-44 15,-1-1-42-15</inkml:trace>
  <inkml:trace contextRef="#ctx0" brushRef="#br0" timeOffset="-190980.98">11022 10032 126 0,'0'0'23'0,"0"0"-15"16,0 0-8-16,0 0 1 0,0 0 1 15,0 0-1-15,384-11 5 16,-353 24-4-16,-13 0-2 16,-14-3-14-16,-4-4-16 15,-10-1-7-15,-13-2 15 16,-2-2 19-16,5-1-59 16</inkml:trace>
  <inkml:trace contextRef="#ctx0" brushRef="#br0" timeOffset="-190504.33">11901 9859 4 0,'0'0'53'0,"0"0"-5"16,0 0-12-16,0 0 6 16,0 0-4-16,0 0-5 15,-9-53-7-15,7 50-1 16,2 3 4-16,-1 0-3 15,1 0-15 1,-2 18-11-16,-4 20-8 0,-1 15 4 0,-6 14 4 31,3 3 5-31,0 0-2 0,1 2-1 0,3-3 1 16,0-7-2 0,2-8 0-16,-2-12 2 0,3-13-2 15,-2-7-1-15,4-9 0 16,-4-5-3-16,5-1-3 15,0-1 0-15,0-2-12 0,0-4-12 16,0 0-4-16,0 0-10 16,0 0 14-1,0-8-4-15,0-4-36 16</inkml:trace>
  <inkml:trace contextRef="#ctx0" brushRef="#br0" timeOffset="-190121.59">11864 9807 93 0,'0'0'43'0,"0"0"4"15,0 0 3-15,0 0-18 0,0 0-19 16,0 0-11-16,177-41-2 16,-135 67 0-16,-15 8-1 15,-11 9-1-15,-15 0-1 16,-1-4 1-16,-17 0 2 15,-18-8 0-15,-2-5 1 16,-3-5 0-16,-2-7 2 16,5-3-2-16,1-4 1 0,0-1-2 15,-1 0-5 1,0-3-37-16,5-2-71 0</inkml:trace>
  <inkml:trace contextRef="#ctx0" brushRef="#br0" timeOffset="-188945.2">6152 11697 55 0,'0'0'63'16,"0"0"-49"-16,0 0 21 16,0 0 4-16,0 0-14 15,0 0 1-15,-11-18-10 16,11 17-5-16,0 1-2 16,0 0 7-16,0 0-3 0,0-2-5 15,5-3-5 1,18-1-2-16,18-2 0 0,9-1-1 15,8 3-1 1,2 1 1-16,-7 5-6 0,-6 0-6 16,-10 0-6-16,-13 0-3 15,-3 0 8-15,-12 5 1 16,-5-1-3-16,-1-2-13 16,-3 3-2-16,0 0-6 15,-9 1-7-15,-3-1 29 16,3 2-67-16</inkml:trace>
  <inkml:trace contextRef="#ctx0" brushRef="#br0" timeOffset="-188627.32">6215 11925 3 0,'0'0'34'16,"0"0"-9"0,0 0-8-16,0 0 22 15,0 0 8-15,0 0-18 0,203-9-9 16,-127-7-7-16,-10 3-3 16,-13 2-4-16,-18 7-3 15,-16 4-1-15,-10 0-2 16,-9 0 0-16,0 0-1 0,0 0-5 15,0 4 3 1,-2 6-8 0,1-3-9-16,1-3-11 15,1-3-25-15</inkml:trace>
  <inkml:trace contextRef="#ctx0" brushRef="#br0" timeOffset="-187881.9">7167 11679 19 0,'0'0'37'0,"0"0"4"16,0 0 0-16,0 0 3 15,0 0-32-15,0 0-1 16,-3-60 5-16,3 56-6 15,0 3 5-15,0 1 4 16,0 0 3-16,0 0-2 16,0 4-14-16,1 18-6 15,2 7-4-15,2 8 4 0,-1 3 2 16,1-1-1 0,-2 1 0-16,-3-1 0 15,0-5-1-15,0-4 1 0,0-3 0 16,-2-7 1-16,1-5-1 15,1-5 0-15,0-4 0 16,0-4-1-16,0-2 1 16,0 0 0-16,0 0 3 0,0 0 6 15,0-11 16-15,0-3-11 16,0-4-11 0,6-2-1-16,9-4-2 0,3-6 0 15,7-2-1-15,5-5 0 16,6 0 0-16,4 3-4 15,-3 5-9-15,-4 8 2 16,-8 9 2-16,-8 4 6 16,-2 8 1-16,-3 0 1 0,-2 20-1 15,-1 11-3 1,-3 9 3-16,0 6 2 0,-3 0 0 16,-1-4 2-16,-1-8-1 15,5-5-1-15,0-7 2 16,0-5-1-16,0-4-1 15,-3-3 1-15,0-2-1 16,1-2-1 0,2-4-24-16,5-2-67 15,3 0-63-15</inkml:trace>
  <inkml:trace contextRef="#ctx0" brushRef="#br0" timeOffset="-187548.88">7849 11959 16 0,'0'0'59'0,"0"0"-34"0,0 0 13 0,0 0 3 15,0 0-5-15,0 0-17 16,0 13-9-16,0-13-2 16,0 0 4-1,3 0 6-15,-2-2 0 0,-1-3-13 16,0 0-3 0,0 1 0-16,0 4-2 15,0 0-1-15,-6 0-15 0,5 13-6 0,1 1-15 16,1-7-39-16,26-6-77 31</inkml:trace>
  <inkml:trace contextRef="#ctx0" brushRef="#br0" timeOffset="-186962.68">8311 11746 1 0,'0'0'28'15,"0"0"-1"-15,0 0 3 16,0 0 1-16,0 0 9 16,0 0-4-16,-13-79-5 15,10 71 5-15,1 3-10 16,2 4 10-16,0-1-8 15,0 2-15-15,0 0-9 16,0 7-4-16,0 24-4 0,0 12-2 16,0 15 6-16,-1 11 0 15,-4 7 2 1,2-2 3-16,0 1-2 16,2-6 0-16,-1-6-2 0,-1-4 1 15,-1-7 0-15,-3-6-2 16,-4-8 3-16,5-10-2 15,3-7 1-15,1-9-2 16,2-1 0-16,0-7 0 0,0-2-6 16,5-2-11-16,4 0-8 15,0-4 8-15,-3-4-5 16,-5-1-8-16,-1-1-6 16,0 0-37-16,0-2-82 15</inkml:trace>
  <inkml:trace contextRef="#ctx0" brushRef="#br0" timeOffset="-186420.5">8290 11626 23 0,'0'0'21'0,"0"0"29"16,0 0-12-16,0 0-8 0,0 0 2 15,0 0 0-15,-19-26-10 32,19 21 3-32,15-1-17 15,10-2-8-15,8 5 0 16,6 1 0-16,5 2 0 15,-2 3 0-15,-3 23-1 16,-9 9-1-16,-9 8 1 16,-11 2-1-16,-10-2 0 0,0-5 2 15,-10-6 0-15,-17-4 0 16,-3-8 1-16,-4-6 2 16,-2-3 1-16,0-4-1 15,2-3 0-15,4-1 2 16,3-2-4-16,8-1-1 15,10 0-25-15,9 0-30 16,0 0-19-16</inkml:trace>
  <inkml:trace contextRef="#ctx0" brushRef="#br0" timeOffset="-185239.75">2069 11770 29 0,'0'0'32'16,"0"0"-6"-16,0 0 11 15,0 0-8-15,0 0 16 16,0 0-3-16,3-51-5 15,-3 51 0-15,0 6-11 16,0 17-26-16,-3 12-5 16,0 4 5-16,3-1 1 15,0-5-1-15,0-8 0 0,16-6 0 16,4-10-1-16,4-8-4 16,1-1 2-1,-3-8-3-15,-7-13 0 0,-7-6 2 16,-8 2-3-1,0-2 0-15,-12 4 1 0,-12 2-4 16,2 7 7-16,5 5-4 16,4 9-6-16,7 0 1 0,4 8-42 15,2 3-14 1,0-5-36-16</inkml:trace>
  <inkml:trace contextRef="#ctx0" brushRef="#br0" timeOffset="-184918.03">2419 11296 144 0,'0'0'0'0,"0"0"-5"15,0 0 2-15,0 0 2 16,0 0 1-16,0 0 7 16,53-30 5-16,-31 9-5 0,-8 1-2 15,-7 1-2-15,-7 0-2 16,0 6-1-16,-21 5-5 16,-4 6-4-16,-5 2 9 15,8 8-1-15,5 17-3 16,8 7 0-16,9 9 0 15,0 1-7-15,11-3-27 16</inkml:trace>
  <inkml:trace contextRef="#ctx0" brushRef="#br0" timeOffset="-184555.41">2649 11990 125 0,'0'0'0'15,"0"0"0"-15,0 0 0 16,0 0 7-16,0 0 9 15,0 0 12-15,41 19 0 16,-30-22-13-16,-3-9-8 16,-5-2-2-16,-3-1 1 15,0-1-3-15,-6 0-2 16,-7 5 1-16,2 5-1 16,2 5-1-16,3 1 0 15,2 0-5-15,4 3-12 0,0 4-19 16,16-1-22-1,20-6-70-15</inkml:trace>
  <inkml:trace contextRef="#ctx0" brushRef="#br0" timeOffset="-184237.62">3355 11375 139 0,'0'0'54'0,"0"0"-28"0,0 0-1 0,0 0-25 16,0 0 0 0,0 0 1-16,328-110-1 15,-283 109 0-15,-20 1-8 16,-16 8-49-16,-9 4-32 0</inkml:trace>
  <inkml:trace contextRef="#ctx0" brushRef="#br0" timeOffset="-183712.54">3400 11386 7 0,'0'0'38'0,"0"0"-13"16,0 0 27-16,0 0-17 15,0 0 2-15,0 0 0 0,0-47-4 16,0 47-4-16,0-4-7 16,0 4 0-16,-3 0-4 15,3 0-4-15,0 0-5 16,0 0-6-16,0 0-2 16,0 0-1-16,-3 0-3 15,1 9-3-15,-1 8 2 0,-3 9 1 16,0 9 3-16,-1 5 0 15,1 7 1 1,0 1 2-16,3 4-2 0,-3 1-1 16,1 0 1-16,-5-3 1 15,1 1 1-15,-3-1-1 16,2-4 1-16,4-3 0 16,-2-7-2-16,5-3 0 15,0-8 0-15,-1-3-1 16,4-9 1-16,0-4-1 0,0-4 1 15,0-3-1 1,9-2 1-16,6 0 1 0,13 0 2 16,20-17 4-16,22-10 0 15,13-7-8-15,-2 2 0 16,-18 8-15-16,-29 8-50 16,-16 9-21-16,-18 4 9 15,0 0 19-15</inkml:trace>
  <inkml:trace contextRef="#ctx0" brushRef="#br0" timeOffset="-183316.26">3306 11722 9 0,'0'0'11'15,"0"0"45"-15,0 0-10 16,0 0-10 0,0 0-1-16,0 0-7 15,-17-25 11-15,17 23-9 0,3-4-13 16,29-8-4-16,23-4-12 15,18-6-1 1,12 1 1-16,-6 6-1 0,-16 11 0 0,-14 6 0 16,-18 0-8-16,-16 0-22 15,-12 2-6-15,-3 4 7 16,0 0-10-16,-12 7 22 16,2-5 5-16,4-2-23 15,6-6-55-15</inkml:trace>
  <inkml:trace contextRef="#ctx0" brushRef="#br0" timeOffset="-182904.08">4207 11212 92 0,'0'0'37'0,"0"0"3"16,0 0 5-16,0 0-25 15,0 0-15-15,0 0-4 16,-120 198 10-16,103-102 8 16,6 7-8-16,5-6-2 15,6-11-1-15,6-16-5 0,15-13 1 16,12-12 0 0,1-13-1-16,0-13-2 15,-1-8-1-15,-9-9 0 0,-9-2-1 16,-7 0-11-16,-3-6 4 15,-5-4 6-15,0-4-21 16,0 0-26-16,0 0-16 16,0 2-44-16</inkml:trace>
  <inkml:trace contextRef="#ctx0" brushRef="#br0" timeOffset="-182442.61">4893 11287 122 0,'0'0'63'0,"0"0"-8"15,0 0-4-15,0 0-20 31,0 0-21-31,0 0-10 0,-27 74-7 0,-1-4 7 16,-6 13 5 0,-5-2 2-16,-1-9-2 15,4-11-3-15,0-6-1 16,9-13 2-16,6-9-1 0,5-11 0 16,5-9 1-16,4-8-3 15,4-5-18 1,0 0-15-16,3-17-28 0,0-11-19 0</inkml:trace>
  <inkml:trace contextRef="#ctx0" brushRef="#br0" timeOffset="-182108.37">4517 11401 20 0,'0'0'47'15,"0"0"5"1,0 0-22-16,0 0 2 16,0 0 12-16,0 0-11 15,36-62-13-15,-9 105-20 16,7 20-4-16,2 18 4 16,0 2 5-16,0-5-2 15,1-9 1-15,-10-10 0 16,1-10-1-16,-10-7-3 0,-9-11-1 15,-3-6-5-15,-6-7-5 16,0-5 10-16,0-3 1 16,0-5-13-16,6-1-17 15,1-4 0-15,4 0 1 16,-2 0 5-16,3-8 13 16,1-3-35-16</inkml:trace>
  <inkml:trace contextRef="#ctx0" brushRef="#br0" timeOffset="-181791.17">5217 11262 55 0,'0'0'140'0,"0"0"-134"0,0 0 19 16,0 0-8-16,0 0 10 16,0 0-10-16,301 328-3 15,-293-222-11-15,-8-12 0 16,-20-14 2-16,-16-10-1 16,-7-10 0-16,-2-13 1 15,1-10 0-15,2-11-1 16,9-11 0-1,8-7 1-15,8-8-5 0,4 0-13 16,13-18-45-16,0-11-70 16</inkml:trace>
  <inkml:trace contextRef="#ctx0" brushRef="#br0" timeOffset="-180833.75">3176 10707 0 0,'0'0'67'15,"0"0"-16"-15,0 0 0 0,0 0-8 16,0 0-8-16,0 0-9 15,-14-10-15-15,6 34-9 16,-6 20-2-16,-8 23-5 16,4 21 4-16,-6 25-1 15,2 22 2-15,-2 25 1 0,0 15 1 16,-2 6 5-16,0-7-1 16,-1-24-1-16,8-19 1 15,8-24-4-15,11-20-1 16,0-12 2-16,0-12-2 15,0-13 1-15,3-11 0 16,-3-10 3-16,0-10-3 16,0-6 0-16,0-6-2 15,-3-4-10-15,-3-3-17 16,-2 0 3-16,-2-6 5 16,3-10-8-16,-1-2-19 0,8-5-2 15,0-5-43-15</inkml:trace>
  <inkml:trace contextRef="#ctx0" brushRef="#br0" timeOffset="-178853.13">3079 10638 44 0,'0'0'48'15,"0"0"-2"-15,0 0-23 16,0 0-16-16,0 0-6 16,0 0 0-16,-3-1-2 15,3 1 1-15,21 0 0 16,6 0 5-16,14-3 22 15,3-3-8-15,5 4-12 16,2 2-3-16,9 0-4 0,8 12 0 16,8 5 0-16,6 3 0 15,2-3 0-15,-2-5 1 16,0-4-1-16,-6-4 1 16,3-2 0-16,-4-2-1 15,-4 0 3-15,4 2-2 16,4-2 0-16,-3 0 1 15,1 4 0-15,-6-2-2 16,-10 3 0-16,-3 2 0 16,-4 1 0-16,1-1 0 0,5-3 0 15,-1 0 0-15,1-3 1 16,4 1 2-16,0 1 1 16,4 2 2-16,-2 1-5 15,-7 0-1-15,1 3 1 16,-5-2-1-16,3 0 1 15,3 0-1-15,8-2 0 0,2 0 0 16,4-3 1-16,-3-2 2 16,0 0-3-16,-1 0 0 15,-1 0 0-15,0 0 0 16,-2 0 0-16,3 0 0 16,2 0 0-16,4 0 0 15,0 4 0-15,-3 8 0 16,-2-1 0-16,-8 3 0 15,-3-3 0-15,-10-2-3 0,-5-3 6 32,-4-4-3-32,-2-1 0 15,6-1 0-15,5 0 0 0,6 0 0 16,5 0 0-16,9 0 0 16,0 0 0-16,-2-1 0 15,-5 1-3-15,-9 0 3 0,-7 0 0 16,1 0 0-1,3 0 3-15,-1 0-3 0,7 0 0 16,6 0 0-16,4 0-3 16,4 0 3-16,3 0 0 0,-2 0 3 15,-1 4-2-15,-2 0-1 16,-4 2 0-16,-2 0-12 16,4-2-2-16,-2-1 7 15,4-3 6-15,-1 0-2 16,2 0 3-16,-2 0 0 15,0 0 0-15,-10-4 3 16,-8 1 4-16,-9 2-1 16,-8-3-5-16,-7 1 0 0,0 2 0 15,-9 0-1-15,-6-1 0 32,-3 0 1-32,-8 2 1 15,1-2 0-15,-2 2 3 0,0 0-1 0,0-3-1 16,0 2-3-1,0-1 0 1,0-2 0-16,0-2-5 16,0 2 5-16,0 0 1 15,0 1 12-15,0 2 5 16,0-1-11-16,-2 2-6 16,2-1 0-16,-1 1-1 15,1 0 1-15,-2 0 0 0,2 0 4 16,0 0-1-16,-1 0 0 15,1 0-1-15,0 0-3 16,0 0 0-16,0 0-3 16,-3 1 0-16,1 9 2 15,-1 4-1-15,-1 3 2 0,-2 3 0 16,3 3 0-16,-2 2 0 16,1 4 0-1,-1 3 2-15,2 2-2 0,-1 2 0 16,-1-1 0-1,-2 1 0-15,-2-4 0 0,-2 2 0 16,-3 6 0-16,0 9 1 16,1 8-1-16,1 8 0 15,1 2 0-15,1 2 0 16,1 0 0-16,1 2 0 16,-3-3 0-16,3 0 0 15,-1-9 0-15,3-4 2 0,-1-1 4 16,7-4 1-16,0 0-2 15,-3 0 1-15,3 0 0 16,-5 0-2 0,-1-1-2-16,-1 0 0 0,-5 2 0 15,0 3-1-15,-3 0-1 16,3-1 2-16,0-4-1 16,-1-2 4-16,-1-4-5 15,-2-1 2-15,1-6-1 16,2-3 2-16,4-5-2 0,3-7 1 15,4-6-2-15,2-5 1 16,0-4 0-16,0-3 2 16,0-3-3-16,0 0 0 15,0 0-14-15,0 0-8 16,0 0 1-16,2-8-25 16,7-11-72-16</inkml:trace>
  <inkml:trace contextRef="#ctx0" brushRef="#br0" timeOffset="-176914.87">3022 12703 74 0,'0'0'58'15,"0"0"-43"1,0 0-9-16,0 0 1 0,0 0-2 16,0 0 0-16,-3 0 8 15,3 0-3-15,0 0-2 16,0 4-3-16,8 3-4 15,13 1 5-15,7 3 2 16,14-3 11-16,10 3-6 16,14-1-6-16,7 0-2 15,10-1-2-15,4-1 0 0,2-1-1 16,-2-1-2-16,-5 0 1 16,-3-2-1-16,4 2 1 15,-3 1-1-15,0 1 0 16,5 0 0-16,-1 8 0 15,10-2 2-15,0 1-2 16,-6-3 1 0,0 0-1-16,-11 0 0 0,-2 3 0 0,2-1 0 31,1 0 0-31,4-4 0 16,2-4 0-16,-1-4 0 15,1-2 3-15,-5 0 8 0,-6 0-1 16,0 1-6-16,0 9-3 15,6 4-1-15,0-2 0 16,-1 1 0-16,-4-5 0 16,0-5 0-16,3-3-1 15,7 0 1-15,2-10 0 0,-2-2 0 16,-6 4 1-16,-4 4 0 16,-5 4 3-16,-4 0-3 0,-5 0 0 15,0 6-1-15,-8 4 0 16,-6-3 0-16,5-1-1 15,-2-2-1-15,5-4 2 32,-2 0 0-32,3 0 0 0,-4 0 0 0,-2-3 0 31,-4-1 0-31,1 2 1 0,-4 0-1 0,1 0 0 16,5-1 0-1,-2 0 0-15,-1 1 0 0,1-1 0 16,-1-2 1-16,1 3-2 0,-7-2 2 31,-6-1-2-31,-5 2 2 16,-3 0-1-16,0-1 0 0,1 1 2 0,4-1 1 31,5 1 0-31,3-2 1 16,1 2-2-16,3 0-1 15,-1 3-1-15,-3 0 2 16,-5 0-2-16,-8 0 0 15,-10 0 0-15,-3 0 0 0,-2 0 0 16,1 0 0-16,4 0 0 16,4 0 0-16,7 0 0 15,5 0 0-15,0 0 0 16,-4 0 0-16,-3 1 0 16,-11 1 0-16,-4 1 0 15,-1-3 0-15,-4 1 0 16,7 3 0-16,5-4 0 0,6 3-3 15,1 0-10 1,2-2-4-16,-4 0-5 0,-9 1-7 16,-4-1 7-16,-3-1 17 15,-3 0 4-15,1 0 1 16,3 0 1-16,6 0 11 16,9 0 4-16,7-7-10 15,0 3-5-15,-1-2 0 16,-6 2-1-16,-6 3 0 15,-3 1 0-15,-3 0 0 16,-5 0 0-16,1 0 0 0,-2 0 2 16,1 0 5-16,1 0-4 15,5 0 2 1,-7 0 0-16,0 0-3 16,-3 0-1-16,0 0-1 0,0 0 0 15,0 0 1-15,0 0-1 16,0 0 3-16,0 0-2 15,-6 7-1-15,2-2-3 16,4-2-54-16,0-3-75 16</inkml:trace>
  <inkml:trace contextRef="#ctx0" brushRef="#br0" timeOffset="-161881.81">392 15232 76 0,'-36'1'2'0,"14"-1"-2"0,17 1 0 16,5 8-6-16,6 7-46 15,18 5 39-15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156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137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F133-11D0-36F5-68D3-C76AADBF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54E9A-A468-B139-D69A-8EFC8F51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9802D-D5C1-E939-FA47-790E0577C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CD25-05E0-56A8-1058-7120F878C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365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DBE3-BCBE-5283-D24D-58F80299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83F37-1A08-208A-CC0D-4849D8F10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316E-A2A6-7A13-8174-2F5C82141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5E773-E5CA-A970-DA04-32F9E0188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140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96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E630-3592-817A-BA60-2172A9651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BDC24-84E4-3A22-FC01-A03BFB348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05B24-2E77-B82E-37A1-624EF0445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CFE2A-3B17-16A6-C685-2D4546D1E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31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623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08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89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52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98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0A19-D03B-C088-5BB0-F0C7AD2C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53948-D7A4-C212-C8BF-1ECA2EB65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F17E4-E0B1-8E32-E5AD-3232B9152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F3A8A-4470-F7BA-F2C9-03388B5D2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microsoft.com/office/2007/relationships/hdphoto" Target="../media/hdphoto3.wdp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Dhvanik H. Zala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71437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Dhvanik H. Zala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CEFE85F-2151-46C7-9A0F-6DC35B63465B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Dhvanik H. Zala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buFont typeface="Arial" panose="020B0604020202020204" pitchFamily="34" charset="0"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509243ED-EF14-4000-8D29-49BD9FDFB6E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Dhvanik H. Zala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FAE2654C-FB9B-4801-9176-92B28A7821B5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Dhvanik H. Zala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C55E61B-6CD2-4079-BDCD-79E4C1452CE4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Dhvanik H. Zala</a:t>
            </a:r>
          </a:p>
        </p:txBody>
      </p:sp>
    </p:spTree>
    <p:extLst>
      <p:ext uri="{BB962C8B-B14F-4D97-AF65-F5344CB8AC3E}">
        <p14:creationId xmlns:p14="http://schemas.microsoft.com/office/powerpoint/2010/main" val="265857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14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529" b="96322" l="1337" r="97813">
                        <a14:foregroundMark x1="69745" y1="57931" x2="71932" y2="39770"/>
                        <a14:foregroundMark x1="65614" y1="88046" x2="83475" y2="91034"/>
                        <a14:foregroundMark x1="64156" y1="91034" x2="83475" y2="91034"/>
                        <a14:foregroundMark x1="60875" y1="89655" x2="87849" y2="88046"/>
                        <a14:foregroundMark x1="63062" y1="90345" x2="88943" y2="90345"/>
                        <a14:foregroundMark x1="84933" y1="91724" x2="85298" y2="90345"/>
                        <a14:foregroundMark x1="52977" y1="82529" x2="52977" y2="82989"/>
                        <a14:foregroundMark x1="62576" y1="91954" x2="84812" y2="93563"/>
                        <a14:foregroundMark x1="62940" y1="96322" x2="85298" y2="95632"/>
                        <a14:foregroundMark x1="13973" y1="90115" x2="32564" y2="956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100" y="1858049"/>
            <a:ext cx="3424700" cy="18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94" y="160986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2" r:id="rId7"/>
    <p:sldLayoutId id="2147483673" r:id="rId8"/>
    <p:sldLayoutId id="2147483691" r:id="rId9"/>
    <p:sldLayoutId id="2147483674" r:id="rId10"/>
    <p:sldLayoutId id="2147483676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1.png"/><Relationship Id="rId7" Type="http://schemas.openxmlformats.org/officeDocument/2006/relationships/image" Target="../media/image28.png"/><Relationship Id="rId2" Type="http://schemas.openxmlformats.org/officeDocument/2006/relationships/image" Target="../media/image2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0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38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35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3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68.png"/><Relationship Id="rId7" Type="http://schemas.openxmlformats.org/officeDocument/2006/relationships/image" Target="../media/image8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8.png"/><Relationship Id="rId3" Type="http://schemas.openxmlformats.org/officeDocument/2006/relationships/image" Target="../media/image8310.png"/><Relationship Id="rId7" Type="http://schemas.openxmlformats.org/officeDocument/2006/relationships/image" Target="../media/image86.png"/><Relationship Id="rId2" Type="http://schemas.openxmlformats.org/officeDocument/2006/relationships/image" Target="../media/image8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7210.png"/><Relationship Id="rId10" Type="http://schemas.openxmlformats.org/officeDocument/2006/relationships/image" Target="../media/image88.png"/><Relationship Id="rId4" Type="http://schemas.openxmlformats.org/officeDocument/2006/relationships/image" Target="../media/image8411.png"/><Relationship Id="rId9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1.png"/><Relationship Id="rId7" Type="http://schemas.openxmlformats.org/officeDocument/2006/relationships/image" Target="../media/image8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8410.png"/><Relationship Id="rId4" Type="http://schemas.openxmlformats.org/officeDocument/2006/relationships/image" Target="../media/image87.png"/><Relationship Id="rId9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8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7" Type="http://schemas.openxmlformats.org/officeDocument/2006/relationships/image" Target="../media/image102.png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5" Type="http://schemas.openxmlformats.org/officeDocument/2006/relationships/image" Target="../media/image1000.png"/><Relationship Id="rId4" Type="http://schemas.openxmlformats.org/officeDocument/2006/relationships/image" Target="../media/image99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3" Type="http://schemas.openxmlformats.org/officeDocument/2006/relationships/image" Target="../media/image992.png"/><Relationship Id="rId7" Type="http://schemas.openxmlformats.org/officeDocument/2006/relationships/image" Target="../media/image961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07.png"/><Relationship Id="rId5" Type="http://schemas.openxmlformats.org/officeDocument/2006/relationships/image" Target="../media/image104.png"/><Relationship Id="rId10" Type="http://schemas.openxmlformats.org/officeDocument/2006/relationships/image" Target="../media/image106.png"/><Relationship Id="rId4" Type="http://schemas.openxmlformats.org/officeDocument/2006/relationships/image" Target="../media/image103.png"/><Relationship Id="rId9" Type="http://schemas.openxmlformats.org/officeDocument/2006/relationships/image" Target="../media/image10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3.png"/><Relationship Id="rId7" Type="http://schemas.openxmlformats.org/officeDocument/2006/relationships/image" Target="../media/image109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0.png"/><Relationship Id="rId11" Type="http://schemas.openxmlformats.org/officeDocument/2006/relationships/image" Target="../media/image113.png"/><Relationship Id="rId5" Type="http://schemas.openxmlformats.org/officeDocument/2006/relationships/image" Target="../media/image105.png"/><Relationship Id="rId10" Type="http://schemas.openxmlformats.org/officeDocument/2006/relationships/image" Target="../media/image112.png"/><Relationship Id="rId4" Type="http://schemas.openxmlformats.org/officeDocument/2006/relationships/image" Target="../media/image104.png"/><Relationship Id="rId9" Type="http://schemas.openxmlformats.org/officeDocument/2006/relationships/image" Target="../media/image11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04.png"/><Relationship Id="rId7" Type="http://schemas.openxmlformats.org/officeDocument/2006/relationships/image" Target="../media/image115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030.png"/><Relationship Id="rId10" Type="http://schemas.openxmlformats.org/officeDocument/2006/relationships/image" Target="../media/image118.png"/><Relationship Id="rId4" Type="http://schemas.openxmlformats.org/officeDocument/2006/relationships/image" Target="../media/image105.png"/><Relationship Id="rId9" Type="http://schemas.openxmlformats.org/officeDocument/2006/relationships/image" Target="../media/image117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png"/><Relationship Id="rId3" Type="http://schemas.openxmlformats.org/officeDocument/2006/relationships/image" Target="../media/image104.png"/><Relationship Id="rId7" Type="http://schemas.openxmlformats.org/officeDocument/2006/relationships/image" Target="../media/image119.png"/><Relationship Id="rId12" Type="http://schemas.openxmlformats.org/officeDocument/2006/relationships/image" Target="../media/image12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11" Type="http://schemas.openxmlformats.org/officeDocument/2006/relationships/image" Target="../media/image121.png"/><Relationship Id="rId5" Type="http://schemas.openxmlformats.org/officeDocument/2006/relationships/image" Target="../media/image109.png"/><Relationship Id="rId4" Type="http://schemas.openxmlformats.org/officeDocument/2006/relationships/image" Target="../media/image10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1.png"/><Relationship Id="rId3" Type="http://schemas.openxmlformats.org/officeDocument/2006/relationships/image" Target="../media/image950.png"/><Relationship Id="rId7" Type="http://schemas.openxmlformats.org/officeDocument/2006/relationships/image" Target="../media/image1301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1.png"/><Relationship Id="rId5" Type="http://schemas.openxmlformats.org/officeDocument/2006/relationships/image" Target="../media/image1281.png"/><Relationship Id="rId4" Type="http://schemas.openxmlformats.org/officeDocument/2006/relationships/image" Target="../media/image127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04.png"/><Relationship Id="rId7" Type="http://schemas.openxmlformats.org/officeDocument/2006/relationships/image" Target="../media/image13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1.png"/><Relationship Id="rId11" Type="http://schemas.openxmlformats.org/officeDocument/2006/relationships/image" Target="../media/image120.png"/><Relationship Id="rId5" Type="http://schemas.openxmlformats.org/officeDocument/2006/relationships/image" Target="../media/image960.png"/><Relationship Id="rId10" Type="http://schemas.openxmlformats.org/officeDocument/2006/relationships/image" Target="../media/image137.png"/><Relationship Id="rId4" Type="http://schemas.openxmlformats.org/officeDocument/2006/relationships/image" Target="../media/image105.png"/><Relationship Id="rId9" Type="http://schemas.openxmlformats.org/officeDocument/2006/relationships/image" Target="../media/image13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32.png"/><Relationship Id="rId7" Type="http://schemas.openxmlformats.org/officeDocument/2006/relationships/image" Target="../media/image149.png"/><Relationship Id="rId2" Type="http://schemas.openxmlformats.org/officeDocument/2006/relationships/image" Target="../media/image1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38.png"/><Relationship Id="rId4" Type="http://schemas.openxmlformats.org/officeDocument/2006/relationships/image" Target="../media/image133.png"/><Relationship Id="rId9" Type="http://schemas.openxmlformats.org/officeDocument/2006/relationships/image" Target="../media/image15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241.png"/><Relationship Id="rId7" Type="http://schemas.openxmlformats.org/officeDocument/2006/relationships/image" Target="../media/image154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58.png"/><Relationship Id="rId5" Type="http://schemas.openxmlformats.org/officeDocument/2006/relationships/image" Target="../media/image133.png"/><Relationship Id="rId10" Type="http://schemas.openxmlformats.org/officeDocument/2006/relationships/image" Target="../media/image157.png"/><Relationship Id="rId4" Type="http://schemas.openxmlformats.org/officeDocument/2006/relationships/image" Target="../media/image132.png"/><Relationship Id="rId9" Type="http://schemas.openxmlformats.org/officeDocument/2006/relationships/image" Target="../media/image15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241.png"/><Relationship Id="rId7" Type="http://schemas.openxmlformats.org/officeDocument/2006/relationships/image" Target="../media/image161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65.png"/><Relationship Id="rId5" Type="http://schemas.openxmlformats.org/officeDocument/2006/relationships/image" Target="../media/image133.png"/><Relationship Id="rId10" Type="http://schemas.openxmlformats.org/officeDocument/2006/relationships/image" Target="../media/image164.png"/><Relationship Id="rId4" Type="http://schemas.openxmlformats.org/officeDocument/2006/relationships/image" Target="../media/image132.png"/><Relationship Id="rId9" Type="http://schemas.openxmlformats.org/officeDocument/2006/relationships/image" Target="../media/image1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400.png"/><Relationship Id="rId7" Type="http://schemas.openxmlformats.org/officeDocument/2006/relationships/image" Target="../media/image167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70.png"/><Relationship Id="rId4" Type="http://schemas.openxmlformats.org/officeDocument/2006/relationships/image" Target="../media/image1411.png"/><Relationship Id="rId9" Type="http://schemas.openxmlformats.org/officeDocument/2006/relationships/image" Target="../media/image16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44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6.png"/><Relationship Id="rId4" Type="http://schemas.openxmlformats.org/officeDocument/2006/relationships/image" Target="../media/image16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8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10" Type="http://schemas.openxmlformats.org/officeDocument/2006/relationships/image" Target="../media/image183.png"/><Relationship Id="rId9" Type="http://schemas.openxmlformats.org/officeDocument/2006/relationships/image" Target="../media/image201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8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12" Type="http://schemas.openxmlformats.org/officeDocument/2006/relationships/image" Target="../media/image185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5" Type="http://schemas.openxmlformats.org/officeDocument/2006/relationships/image" Target="../media/image211.png"/><Relationship Id="rId10" Type="http://schemas.openxmlformats.org/officeDocument/2006/relationships/image" Target="../media/image216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0.png"/><Relationship Id="rId3" Type="http://schemas.openxmlformats.org/officeDocument/2006/relationships/image" Target="../media/image187.png"/><Relationship Id="rId7" Type="http://schemas.openxmlformats.org/officeDocument/2006/relationships/image" Target="../media/image196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Relationship Id="rId9" Type="http://schemas.openxmlformats.org/officeDocument/2006/relationships/image" Target="../media/image22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7" Type="http://schemas.openxmlformats.org/officeDocument/2006/relationships/image" Target="../media/image221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223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22.png"/><Relationship Id="rId4" Type="http://schemas.openxmlformats.org/officeDocument/2006/relationships/image" Target="../media/image23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5" Type="http://schemas.openxmlformats.org/officeDocument/2006/relationships/image" Target="../media/image233.png"/><Relationship Id="rId4" Type="http://schemas.openxmlformats.org/officeDocument/2006/relationships/image" Target="../media/image23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20.png"/><Relationship Id="rId7" Type="http://schemas.openxmlformats.org/officeDocument/2006/relationships/image" Target="../media/image246.png"/><Relationship Id="rId2" Type="http://schemas.openxmlformats.org/officeDocument/2006/relationships/image" Target="../media/image2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3" Type="http://schemas.openxmlformats.org/officeDocument/2006/relationships/image" Target="../media/image249.png"/><Relationship Id="rId7" Type="http://schemas.openxmlformats.org/officeDocument/2006/relationships/image" Target="../media/image251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5" Type="http://schemas.openxmlformats.org/officeDocument/2006/relationships/image" Target="../media/image250.png"/><Relationship Id="rId4" Type="http://schemas.openxmlformats.org/officeDocument/2006/relationships/image" Target="../media/image2490.png"/><Relationship Id="rId9" Type="http://schemas.openxmlformats.org/officeDocument/2006/relationships/image" Target="../media/image25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3" Type="http://schemas.openxmlformats.org/officeDocument/2006/relationships/image" Target="../media/image259.png"/><Relationship Id="rId7" Type="http://schemas.openxmlformats.org/officeDocument/2006/relationships/image" Target="../media/image2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10" Type="http://schemas.openxmlformats.org/officeDocument/2006/relationships/image" Target="../media/image266.png"/><Relationship Id="rId4" Type="http://schemas.openxmlformats.org/officeDocument/2006/relationships/image" Target="../media/image260.png"/><Relationship Id="rId9" Type="http://schemas.openxmlformats.org/officeDocument/2006/relationships/image" Target="../media/image26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270.png"/><Relationship Id="rId4" Type="http://schemas.openxmlformats.org/officeDocument/2006/relationships/image" Target="../media/image26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1.png"/><Relationship Id="rId7" Type="http://schemas.openxmlformats.org/officeDocument/2006/relationships/image" Target="../media/image2691.png"/><Relationship Id="rId2" Type="http://schemas.openxmlformats.org/officeDocument/2006/relationships/image" Target="../media/image2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0.png"/><Relationship Id="rId5" Type="http://schemas.openxmlformats.org/officeDocument/2006/relationships/image" Target="../media/image2681.png"/><Relationship Id="rId4" Type="http://schemas.openxmlformats.org/officeDocument/2006/relationships/image" Target="../media/image2671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3" Type="http://schemas.openxmlformats.org/officeDocument/2006/relationships/image" Target="../media/image2701.png"/><Relationship Id="rId7" Type="http://schemas.openxmlformats.org/officeDocument/2006/relationships/image" Target="../media/image273.png"/><Relationship Id="rId2" Type="http://schemas.openxmlformats.org/officeDocument/2006/relationships/image" Target="../media/image2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0.png"/><Relationship Id="rId5" Type="http://schemas.openxmlformats.org/officeDocument/2006/relationships/image" Target="../media/image272.png"/><Relationship Id="rId4" Type="http://schemas.openxmlformats.org/officeDocument/2006/relationships/image" Target="../media/image2711.png"/><Relationship Id="rId9" Type="http://schemas.openxmlformats.org/officeDocument/2006/relationships/image" Target="../media/image275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0.png"/><Relationship Id="rId2" Type="http://schemas.openxmlformats.org/officeDocument/2006/relationships/image" Target="../media/image2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4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0.png"/><Relationship Id="rId2" Type="http://schemas.openxmlformats.org/officeDocument/2006/relationships/image" Target="../media/image282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7" Type="http://schemas.openxmlformats.org/officeDocument/2006/relationships/image" Target="../media/image289.png"/><Relationship Id="rId2" Type="http://schemas.openxmlformats.org/officeDocument/2006/relationships/image" Target="../media/image2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Relationship Id="rId5" Type="http://schemas.openxmlformats.org/officeDocument/2006/relationships/image" Target="../media/image287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7" Type="http://schemas.openxmlformats.org/officeDocument/2006/relationships/image" Target="../media/image2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940.png"/><Relationship Id="rId7" Type="http://schemas.openxmlformats.org/officeDocument/2006/relationships/image" Target="../media/image296.png"/><Relationship Id="rId2" Type="http://schemas.openxmlformats.org/officeDocument/2006/relationships/image" Target="../media/image29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5.png"/><Relationship Id="rId11" Type="http://schemas.openxmlformats.org/officeDocument/2006/relationships/image" Target="../media/image289.png"/><Relationship Id="rId5" Type="http://schemas.openxmlformats.org/officeDocument/2006/relationships/image" Target="../media/image297.png"/><Relationship Id="rId10" Type="http://schemas.openxmlformats.org/officeDocument/2006/relationships/image" Target="../media/image298.png"/><Relationship Id="rId9" Type="http://schemas.openxmlformats.org/officeDocument/2006/relationships/image" Target="../media/image301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openxmlformats.org/officeDocument/2006/relationships/image" Target="../media/image2991.png"/><Relationship Id="rId7" Type="http://schemas.openxmlformats.org/officeDocument/2006/relationships/image" Target="../media/image30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10" Type="http://schemas.openxmlformats.org/officeDocument/2006/relationships/image" Target="../media/image311.png"/><Relationship Id="rId4" Type="http://schemas.openxmlformats.org/officeDocument/2006/relationships/image" Target="../media/image3050.png"/><Relationship Id="rId9" Type="http://schemas.openxmlformats.org/officeDocument/2006/relationships/image" Target="../media/image3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0.png"/><Relationship Id="rId2" Type="http://schemas.openxmlformats.org/officeDocument/2006/relationships/image" Target="../media/image3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4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13" Type="http://schemas.openxmlformats.org/officeDocument/2006/relationships/image" Target="../media/image325.png"/><Relationship Id="rId3" Type="http://schemas.openxmlformats.org/officeDocument/2006/relationships/image" Target="../media/image313.png"/><Relationship Id="rId7" Type="http://schemas.openxmlformats.org/officeDocument/2006/relationships/image" Target="../media/image319.png"/><Relationship Id="rId12" Type="http://schemas.openxmlformats.org/officeDocument/2006/relationships/image" Target="../media/image324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.png"/><Relationship Id="rId11" Type="http://schemas.openxmlformats.org/officeDocument/2006/relationships/image" Target="../media/image323.png"/><Relationship Id="rId5" Type="http://schemas.openxmlformats.org/officeDocument/2006/relationships/image" Target="../media/image317.png"/><Relationship Id="rId10" Type="http://schemas.openxmlformats.org/officeDocument/2006/relationships/image" Target="../media/image322.png"/><Relationship Id="rId4" Type="http://schemas.openxmlformats.org/officeDocument/2006/relationships/image" Target="../media/image316.png"/><Relationship Id="rId9" Type="http://schemas.openxmlformats.org/officeDocument/2006/relationships/image" Target="../media/image32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7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9.png"/><Relationship Id="rId5" Type="http://schemas.openxmlformats.org/officeDocument/2006/relationships/image" Target="../media/image328.png"/><Relationship Id="rId4" Type="http://schemas.openxmlformats.org/officeDocument/2006/relationships/image" Target="../media/image32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7" Type="http://schemas.openxmlformats.org/officeDocument/2006/relationships/image" Target="../media/image338.png"/><Relationship Id="rId2" Type="http://schemas.openxmlformats.org/officeDocument/2006/relationships/image" Target="../media/image3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.png"/><Relationship Id="rId5" Type="http://schemas.openxmlformats.org/officeDocument/2006/relationships/image" Target="../media/image336.png"/><Relationship Id="rId4" Type="http://schemas.openxmlformats.org/officeDocument/2006/relationships/image" Target="../media/image335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39.png"/><Relationship Id="rId7" Type="http://schemas.openxmlformats.org/officeDocument/2006/relationships/image" Target="../media/image344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3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Relationship Id="rId9" Type="http://schemas.openxmlformats.org/officeDocument/2006/relationships/image" Target="../media/image34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350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3" Type="http://schemas.openxmlformats.org/officeDocument/2006/relationships/image" Target="../media/image351.png"/><Relationship Id="rId7" Type="http://schemas.openxmlformats.org/officeDocument/2006/relationships/image" Target="../media/image357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11" Type="http://schemas.openxmlformats.org/officeDocument/2006/relationships/image" Target="../media/image361.png"/><Relationship Id="rId5" Type="http://schemas.openxmlformats.org/officeDocument/2006/relationships/image" Target="../media/image352.png"/><Relationship Id="rId10" Type="http://schemas.openxmlformats.org/officeDocument/2006/relationships/image" Target="../media/image360.png"/><Relationship Id="rId4" Type="http://schemas.openxmlformats.org/officeDocument/2006/relationships/image" Target="../media/image354.png"/><Relationship Id="rId9" Type="http://schemas.openxmlformats.org/officeDocument/2006/relationships/image" Target="../media/image359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0.png"/><Relationship Id="rId3" Type="http://schemas.openxmlformats.org/officeDocument/2006/relationships/image" Target="../media/image355.png"/><Relationship Id="rId7" Type="http://schemas.openxmlformats.org/officeDocument/2006/relationships/image" Target="../media/image367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6.png"/><Relationship Id="rId5" Type="http://schemas.openxmlformats.org/officeDocument/2006/relationships/image" Target="../media/image365.png"/><Relationship Id="rId4" Type="http://schemas.openxmlformats.org/officeDocument/2006/relationships/image" Target="../media/image36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png"/><Relationship Id="rId3" Type="http://schemas.openxmlformats.org/officeDocument/2006/relationships/image" Target="../media/image370.png"/><Relationship Id="rId7" Type="http://schemas.openxmlformats.org/officeDocument/2006/relationships/image" Target="../media/image374.png"/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2.png"/><Relationship Id="rId5" Type="http://schemas.openxmlformats.org/officeDocument/2006/relationships/image" Target="../media/image299.png"/><Relationship Id="rId4" Type="http://schemas.openxmlformats.org/officeDocument/2006/relationships/image" Target="../media/image371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376.png"/><Relationship Id="rId7" Type="http://schemas.openxmlformats.org/officeDocument/2006/relationships/image" Target="../media/image380.png"/><Relationship Id="rId2" Type="http://schemas.openxmlformats.org/officeDocument/2006/relationships/image" Target="../media/image3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9.png"/><Relationship Id="rId5" Type="http://schemas.openxmlformats.org/officeDocument/2006/relationships/image" Target="../media/image378.png"/><Relationship Id="rId10" Type="http://schemas.openxmlformats.org/officeDocument/2006/relationships/image" Target="../media/image3750.png"/><Relationship Id="rId4" Type="http://schemas.openxmlformats.org/officeDocument/2006/relationships/image" Target="../media/image377.png"/><Relationship Id="rId9" Type="http://schemas.openxmlformats.org/officeDocument/2006/relationships/image" Target="../media/image382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0.png"/><Relationship Id="rId7" Type="http://schemas.openxmlformats.org/officeDocument/2006/relationships/image" Target="../media/image3750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6.png"/><Relationship Id="rId5" Type="http://schemas.openxmlformats.org/officeDocument/2006/relationships/image" Target="../media/image385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83.png"/><Relationship Id="rId7" Type="http://schemas.openxmlformats.org/officeDocument/2006/relationships/image" Target="../media/image3830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9.png"/><Relationship Id="rId4" Type="http://schemas.openxmlformats.org/officeDocument/2006/relationships/image" Target="../media/image388.png"/><Relationship Id="rId9" Type="http://schemas.openxmlformats.org/officeDocument/2006/relationships/image" Target="../media/image392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image" Target="../media/image391.png"/><Relationship Id="rId7" Type="http://schemas.openxmlformats.org/officeDocument/2006/relationships/image" Target="../media/image398.png"/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7.png"/><Relationship Id="rId5" Type="http://schemas.openxmlformats.org/officeDocument/2006/relationships/image" Target="../media/image396.png"/><Relationship Id="rId4" Type="http://schemas.openxmlformats.org/officeDocument/2006/relationships/image" Target="../media/image393.png"/><Relationship Id="rId9" Type="http://schemas.openxmlformats.org/officeDocument/2006/relationships/image" Target="../media/image40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4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00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png"/><Relationship Id="rId3" Type="http://schemas.openxmlformats.org/officeDocument/2006/relationships/image" Target="../media/image401.png"/><Relationship Id="rId7" Type="http://schemas.openxmlformats.org/officeDocument/2006/relationships/image" Target="../media/image395.png"/><Relationship Id="rId2" Type="http://schemas.openxmlformats.org/officeDocument/2006/relationships/image" Target="../media/image3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6.png"/><Relationship Id="rId5" Type="http://schemas.openxmlformats.org/officeDocument/2006/relationships/image" Target="../media/image405.png"/><Relationship Id="rId10" Type="http://schemas.openxmlformats.org/officeDocument/2006/relationships/image" Target="../media/image4050.png"/><Relationship Id="rId4" Type="http://schemas.openxmlformats.org/officeDocument/2006/relationships/image" Target="../media/image402.png"/><Relationship Id="rId9" Type="http://schemas.openxmlformats.org/officeDocument/2006/relationships/image" Target="../media/image409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8.png"/><Relationship Id="rId4" Type="http://schemas.openxmlformats.org/officeDocument/2006/relationships/image" Target="../media/image347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png"/><Relationship Id="rId3" Type="http://schemas.openxmlformats.org/officeDocument/2006/relationships/image" Target="../media/image410.png"/><Relationship Id="rId7" Type="http://schemas.openxmlformats.org/officeDocument/2006/relationships/image" Target="../media/image414.pn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.png"/><Relationship Id="rId5" Type="http://schemas.openxmlformats.org/officeDocument/2006/relationships/image" Target="../media/image412.png"/><Relationship Id="rId4" Type="http://schemas.openxmlformats.org/officeDocument/2006/relationships/image" Target="../media/image305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3" Type="http://schemas.openxmlformats.org/officeDocument/2006/relationships/image" Target="../media/image417.png"/><Relationship Id="rId7" Type="http://schemas.openxmlformats.org/officeDocument/2006/relationships/image" Target="../media/image421.png"/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11" Type="http://schemas.openxmlformats.org/officeDocument/2006/relationships/image" Target="../media/image425.png"/><Relationship Id="rId5" Type="http://schemas.openxmlformats.org/officeDocument/2006/relationships/image" Target="../media/image419.png"/><Relationship Id="rId10" Type="http://schemas.openxmlformats.org/officeDocument/2006/relationships/image" Target="../media/image424.png"/><Relationship Id="rId4" Type="http://schemas.openxmlformats.org/officeDocument/2006/relationships/image" Target="../media/image418.png"/><Relationship Id="rId9" Type="http://schemas.openxmlformats.org/officeDocument/2006/relationships/image" Target="../media/image423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9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20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30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40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1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7" Type="http://schemas.openxmlformats.org/officeDocument/2006/relationships/image" Target="../media/image429.png"/><Relationship Id="rId2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8.png"/><Relationship Id="rId5" Type="http://schemas.openxmlformats.org/officeDocument/2006/relationships/image" Target="../media/image427.png"/><Relationship Id="rId4" Type="http://schemas.openxmlformats.org/officeDocument/2006/relationships/image" Target="../media/image426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png"/><Relationship Id="rId3" Type="http://schemas.openxmlformats.org/officeDocument/2006/relationships/image" Target="../media/image333.png"/><Relationship Id="rId7" Type="http://schemas.openxmlformats.org/officeDocument/2006/relationships/image" Target="../media/image435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4.png"/><Relationship Id="rId5" Type="http://schemas.openxmlformats.org/officeDocument/2006/relationships/image" Target="../media/image433.png"/><Relationship Id="rId4" Type="http://schemas.openxmlformats.org/officeDocument/2006/relationships/image" Target="../media/image432.png"/><Relationship Id="rId9" Type="http://schemas.openxmlformats.org/officeDocument/2006/relationships/image" Target="../media/image43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pn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3.png"/><Relationship Id="rId5" Type="http://schemas.openxmlformats.org/officeDocument/2006/relationships/image" Target="../media/image440.png"/><Relationship Id="rId4" Type="http://schemas.openxmlformats.org/officeDocument/2006/relationships/image" Target="../media/image439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png"/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50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q5H4sxcE" TargetMode="External"/><Relationship Id="rId2" Type="http://schemas.openxmlformats.org/officeDocument/2006/relationships/image" Target="../media/image4280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1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7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antt.co.uk/tools/probability-visualizer" TargetMode="External"/><Relationship Id="rId2" Type="http://schemas.openxmlformats.org/officeDocument/2006/relationships/image" Target="../media/image4380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rGXMGrV4" TargetMode="External"/><Relationship Id="rId2" Type="http://schemas.openxmlformats.org/officeDocument/2006/relationships/image" Target="../media/image4300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ata/quincunx.html" TargetMode="External"/><Relationship Id="rId2" Type="http://schemas.openxmlformats.org/officeDocument/2006/relationships/image" Target="../media/image446.gif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obabilityplayground.com/poisson" TargetMode="Externa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0.png"/><Relationship Id="rId4" Type="http://schemas.openxmlformats.org/officeDocument/2006/relationships/image" Target="../media/image540.pn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0x3rpqtgrx" TargetMode="External"/><Relationship Id="rId2" Type="http://schemas.openxmlformats.org/officeDocument/2006/relationships/image" Target="../media/image453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4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png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7.png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459.png"/><Relationship Id="rId7" Type="http://schemas.openxmlformats.org/officeDocument/2006/relationships/image" Target="../media/image600.png"/><Relationship Id="rId2" Type="http://schemas.openxmlformats.org/officeDocument/2006/relationships/image" Target="../media/image4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460.png"/><Relationship Id="rId7" Type="http://schemas.openxmlformats.org/officeDocument/2006/relationships/image" Target="../media/image600.png"/><Relationship Id="rId2" Type="http://schemas.openxmlformats.org/officeDocument/2006/relationships/image" Target="../media/image4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4.png"/><Relationship Id="rId3" Type="http://schemas.openxmlformats.org/officeDocument/2006/relationships/image" Target="../media/image461.PNG"/><Relationship Id="rId7" Type="http://schemas.openxmlformats.org/officeDocument/2006/relationships/image" Target="../media/image473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2.png"/><Relationship Id="rId5" Type="http://schemas.openxmlformats.org/officeDocument/2006/relationships/image" Target="../media/image471.png"/><Relationship Id="rId4" Type="http://schemas.openxmlformats.org/officeDocument/2006/relationships/image" Target="../media/image468.pn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3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0.png"/><Relationship Id="rId5" Type="http://schemas.openxmlformats.org/officeDocument/2006/relationships/image" Target="../media/image1610.png"/><Relationship Id="rId4" Type="http://schemas.openxmlformats.org/officeDocument/2006/relationships/image" Target="../media/image1510.pn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2.png"/><Relationship Id="rId13" Type="http://schemas.openxmlformats.org/officeDocument/2006/relationships/image" Target="../media/image2712.png"/><Relationship Id="rId3" Type="http://schemas.openxmlformats.org/officeDocument/2006/relationships/image" Target="../media/image477.png"/><Relationship Id="rId7" Type="http://schemas.openxmlformats.org/officeDocument/2006/relationships/image" Target="../media/image2110.png"/><Relationship Id="rId12" Type="http://schemas.openxmlformats.org/officeDocument/2006/relationships/image" Target="../media/image2610.png"/><Relationship Id="rId2" Type="http://schemas.openxmlformats.org/officeDocument/2006/relationships/image" Target="../media/image47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1.png"/><Relationship Id="rId11" Type="http://schemas.openxmlformats.org/officeDocument/2006/relationships/image" Target="../media/image2512.png"/><Relationship Id="rId5" Type="http://schemas.openxmlformats.org/officeDocument/2006/relationships/image" Target="../media/image1910.png"/><Relationship Id="rId10" Type="http://schemas.openxmlformats.org/officeDocument/2006/relationships/image" Target="../media/image2411.png"/><Relationship Id="rId4" Type="http://schemas.openxmlformats.org/officeDocument/2006/relationships/image" Target="../media/image478.png"/><Relationship Id="rId9" Type="http://schemas.openxmlformats.org/officeDocument/2006/relationships/image" Target="../media/image462.pn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0.png"/><Relationship Id="rId3" Type="http://schemas.openxmlformats.org/officeDocument/2006/relationships/image" Target="../media/image2810.png"/><Relationship Id="rId7" Type="http://schemas.openxmlformats.org/officeDocument/2006/relationships/image" Target="../media/image3210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1.png"/><Relationship Id="rId5" Type="http://schemas.openxmlformats.org/officeDocument/2006/relationships/image" Target="../media/image3011.png"/><Relationship Id="rId10" Type="http://schemas.openxmlformats.org/officeDocument/2006/relationships/image" Target="../media/image3511.png"/><Relationship Id="rId4" Type="http://schemas.openxmlformats.org/officeDocument/2006/relationships/image" Target="../media/image2910.png"/><Relationship Id="rId9" Type="http://schemas.openxmlformats.org/officeDocument/2006/relationships/image" Target="../media/image34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0.png"/><Relationship Id="rId7" Type="http://schemas.openxmlformats.org/officeDocument/2006/relationships/image" Target="../media/image4850.png"/><Relationship Id="rId2" Type="http://schemas.openxmlformats.org/officeDocument/2006/relationships/image" Target="../media/image4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40.png"/><Relationship Id="rId5" Type="http://schemas.openxmlformats.org/officeDocument/2006/relationships/image" Target="../media/image4830.png"/><Relationship Id="rId4" Type="http://schemas.openxmlformats.org/officeDocument/2006/relationships/image" Target="../media/image4820.png"/></Relationships>
</file>

<file path=ppt/slides/_rels/slide17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7.png"/><Relationship Id="rId18" Type="http://schemas.openxmlformats.org/officeDocument/2006/relationships/image" Target="../media/image5110.png"/><Relationship Id="rId3" Type="http://schemas.openxmlformats.org/officeDocument/2006/relationships/image" Target="../media/image4870.png"/><Relationship Id="rId12" Type="http://schemas.openxmlformats.org/officeDocument/2006/relationships/image" Target="../media/image4610.png"/><Relationship Id="rId17" Type="http://schemas.openxmlformats.org/officeDocument/2006/relationships/image" Target="../media/image5011.png"/><Relationship Id="rId2" Type="http://schemas.openxmlformats.org/officeDocument/2006/relationships/image" Target="../media/image4860.png"/><Relationship Id="rId16" Type="http://schemas.openxmlformats.org/officeDocument/2006/relationships/image" Target="../media/image491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510.png"/><Relationship Id="rId15" Type="http://schemas.openxmlformats.org/officeDocument/2006/relationships/image" Target="../media/image4811.png"/><Relationship Id="rId10" Type="http://schemas.openxmlformats.org/officeDocument/2006/relationships/image" Target="../media/image4450.png"/><Relationship Id="rId19" Type="http://schemas.openxmlformats.org/officeDocument/2006/relationships/image" Target="../media/image5210.png"/><Relationship Id="rId4" Type="http://schemas.openxmlformats.org/officeDocument/2006/relationships/image" Target="../media/image4880.png"/><Relationship Id="rId14" Type="http://schemas.openxmlformats.org/officeDocument/2006/relationships/image" Target="../media/image4710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0.png"/><Relationship Id="rId3" Type="http://schemas.openxmlformats.org/officeDocument/2006/relationships/image" Target="../media/image5310.png"/><Relationship Id="rId7" Type="http://schemas.openxmlformats.org/officeDocument/2006/relationships/image" Target="../media/image5711.png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10.png"/><Relationship Id="rId5" Type="http://schemas.openxmlformats.org/officeDocument/2006/relationships/image" Target="../media/image5510.png"/><Relationship Id="rId10" Type="http://schemas.openxmlformats.org/officeDocument/2006/relationships/image" Target="../media/image6010.png"/><Relationship Id="rId4" Type="http://schemas.openxmlformats.org/officeDocument/2006/relationships/image" Target="../media/image5410.png"/><Relationship Id="rId9" Type="http://schemas.openxmlformats.org/officeDocument/2006/relationships/image" Target="../media/image5910.pn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png"/><Relationship Id="rId3" Type="http://schemas.openxmlformats.org/officeDocument/2006/relationships/image" Target="../media/image4990.png"/><Relationship Id="rId7" Type="http://schemas.openxmlformats.org/officeDocument/2006/relationships/image" Target="../media/image504.png"/><Relationship Id="rId2" Type="http://schemas.openxmlformats.org/officeDocument/2006/relationships/image" Target="../media/image49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3.png"/><Relationship Id="rId5" Type="http://schemas.openxmlformats.org/officeDocument/2006/relationships/image" Target="../media/image502.png"/><Relationship Id="rId4" Type="http://schemas.openxmlformats.org/officeDocument/2006/relationships/image" Target="../media/image5010.pn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4.png"/><Relationship Id="rId13" Type="http://schemas.openxmlformats.org/officeDocument/2006/relationships/image" Target="../media/image7110.png"/><Relationship Id="rId3" Type="http://schemas.openxmlformats.org/officeDocument/2006/relationships/image" Target="../media/image4620.png"/><Relationship Id="rId7" Type="http://schemas.openxmlformats.org/officeDocument/2006/relationships/image" Target="../media/image655.png"/><Relationship Id="rId12" Type="http://schemas.openxmlformats.org/officeDocument/2006/relationships/image" Target="../media/image7011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7.png"/><Relationship Id="rId11" Type="http://schemas.openxmlformats.org/officeDocument/2006/relationships/image" Target="../media/image6910.png"/><Relationship Id="rId5" Type="http://schemas.openxmlformats.org/officeDocument/2006/relationships/image" Target="../media/image6310.png"/><Relationship Id="rId10" Type="http://schemas.openxmlformats.org/officeDocument/2006/relationships/image" Target="../media/image6810.png"/><Relationship Id="rId4" Type="http://schemas.openxmlformats.org/officeDocument/2006/relationships/image" Target="../media/image508.png"/><Relationship Id="rId9" Type="http://schemas.openxmlformats.org/officeDocument/2006/relationships/image" Target="../media/image670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png"/><Relationship Id="rId3" Type="http://schemas.openxmlformats.org/officeDocument/2006/relationships/image" Target="../media/image500.png"/><Relationship Id="rId7" Type="http://schemas.openxmlformats.org/officeDocument/2006/relationships/image" Target="../media/image513.png"/><Relationship Id="rId12" Type="http://schemas.openxmlformats.org/officeDocument/2006/relationships/image" Target="../media/image518.png"/><Relationship Id="rId2" Type="http://schemas.openxmlformats.org/officeDocument/2006/relationships/image" Target="../media/image4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2.png"/><Relationship Id="rId11" Type="http://schemas.openxmlformats.org/officeDocument/2006/relationships/image" Target="../media/image517.png"/><Relationship Id="rId5" Type="http://schemas.openxmlformats.org/officeDocument/2006/relationships/image" Target="../media/image511.png"/><Relationship Id="rId10" Type="http://schemas.openxmlformats.org/officeDocument/2006/relationships/image" Target="../media/image516.png"/><Relationship Id="rId4" Type="http://schemas.openxmlformats.org/officeDocument/2006/relationships/image" Target="../media/image509.png"/><Relationship Id="rId9" Type="http://schemas.openxmlformats.org/officeDocument/2006/relationships/image" Target="../media/image515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0.png"/><Relationship Id="rId2" Type="http://schemas.openxmlformats.org/officeDocument/2006/relationships/image" Target="../media/image5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71.png"/><Relationship Id="rId5" Type="http://schemas.openxmlformats.org/officeDocument/2006/relationships/image" Target="../media/image5161.png"/><Relationship Id="rId4" Type="http://schemas.openxmlformats.org/officeDocument/2006/relationships/image" Target="../media/image5150.png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13" Type="http://schemas.openxmlformats.org/officeDocument/2006/relationships/image" Target="../media/image811.png"/><Relationship Id="rId3" Type="http://schemas.openxmlformats.org/officeDocument/2006/relationships/image" Target="../media/image463.png"/><Relationship Id="rId7" Type="http://schemas.openxmlformats.org/officeDocument/2006/relationships/image" Target="../media/image760.png"/><Relationship Id="rId12" Type="http://schemas.openxmlformats.org/officeDocument/2006/relationships/image" Target="../media/image801.png"/><Relationship Id="rId2" Type="http://schemas.openxmlformats.org/officeDocument/2006/relationships/image" Target="../media/image5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9.png"/><Relationship Id="rId11" Type="http://schemas.openxmlformats.org/officeDocument/2006/relationships/image" Target="../media/image791.png"/><Relationship Id="rId5" Type="http://schemas.openxmlformats.org/officeDocument/2006/relationships/image" Target="../media/image7410.png"/><Relationship Id="rId10" Type="http://schemas.openxmlformats.org/officeDocument/2006/relationships/image" Target="../media/image789.png"/><Relationship Id="rId4" Type="http://schemas.openxmlformats.org/officeDocument/2006/relationships/image" Target="../media/image5180.png"/><Relationship Id="rId9" Type="http://schemas.openxmlformats.org/officeDocument/2006/relationships/image" Target="../media/image77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5.png"/><Relationship Id="rId5" Type="http://schemas.openxmlformats.org/officeDocument/2006/relationships/image" Target="../media/image523.png"/><Relationship Id="rId4" Type="http://schemas.openxmlformats.org/officeDocument/2006/relationships/image" Target="../media/image464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0.png"/><Relationship Id="rId3" Type="http://schemas.openxmlformats.org/officeDocument/2006/relationships/image" Target="../media/image528.png"/><Relationship Id="rId7" Type="http://schemas.openxmlformats.org/officeDocument/2006/relationships/image" Target="../media/image529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6.png"/><Relationship Id="rId10" Type="http://schemas.openxmlformats.org/officeDocument/2006/relationships/image" Target="../media/image533.png"/><Relationship Id="rId4" Type="http://schemas.openxmlformats.org/officeDocument/2006/relationships/image" Target="../media/image520.png"/><Relationship Id="rId9" Type="http://schemas.openxmlformats.org/officeDocument/2006/relationships/image" Target="../media/image532.png"/></Relationships>
</file>

<file path=ppt/slides/_rels/slide18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79.png"/><Relationship Id="rId3" Type="http://schemas.openxmlformats.org/officeDocument/2006/relationships/image" Target="../media/image536.png"/><Relationship Id="rId21" Type="http://schemas.openxmlformats.org/officeDocument/2006/relationships/image" Target="../media/image482.png"/><Relationship Id="rId7" Type="http://schemas.openxmlformats.org/officeDocument/2006/relationships/image" Target="../media/image535.png"/><Relationship Id="rId17" Type="http://schemas.openxmlformats.org/officeDocument/2006/relationships/image" Target="../media/image475.png"/><Relationship Id="rId25" Type="http://schemas.openxmlformats.org/officeDocument/2006/relationships/image" Target="../media/image48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500.png"/><Relationship Id="rId20" Type="http://schemas.openxmlformats.org/officeDocument/2006/relationships/image" Target="../media/image4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9.png"/><Relationship Id="rId24" Type="http://schemas.openxmlformats.org/officeDocument/2006/relationships/image" Target="../media/image485.png"/><Relationship Id="rId5" Type="http://schemas.openxmlformats.org/officeDocument/2006/relationships/image" Target="../media/image467.png"/><Relationship Id="rId23" Type="http://schemas.openxmlformats.org/officeDocument/2006/relationships/image" Target="../media/image484.png"/><Relationship Id="rId19" Type="http://schemas.openxmlformats.org/officeDocument/2006/relationships/image" Target="../media/image480.png"/><Relationship Id="rId4" Type="http://schemas.openxmlformats.org/officeDocument/2006/relationships/image" Target="../media/image466.png"/><Relationship Id="rId22" Type="http://schemas.openxmlformats.org/officeDocument/2006/relationships/image" Target="../media/image483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4.png"/><Relationship Id="rId3" Type="http://schemas.openxmlformats.org/officeDocument/2006/relationships/image" Target="../media/image5400.png"/><Relationship Id="rId7" Type="http://schemas.openxmlformats.org/officeDocument/2006/relationships/image" Target="../media/image553.png"/><Relationship Id="rId2" Type="http://schemas.openxmlformats.org/officeDocument/2006/relationships/image" Target="../media/image5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2.png"/><Relationship Id="rId5" Type="http://schemas.openxmlformats.org/officeDocument/2006/relationships/image" Target="../media/image551.png"/><Relationship Id="rId4" Type="http://schemas.openxmlformats.org/officeDocument/2006/relationships/image" Target="../media/image549.png"/><Relationship Id="rId9" Type="http://schemas.openxmlformats.org/officeDocument/2006/relationships/image" Target="../media/image555.pn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png"/><Relationship Id="rId13" Type="http://schemas.openxmlformats.org/officeDocument/2006/relationships/image" Target="../media/image2411.png"/><Relationship Id="rId3" Type="http://schemas.openxmlformats.org/officeDocument/2006/relationships/image" Target="../media/image557.png"/><Relationship Id="rId7" Type="http://schemas.openxmlformats.org/officeDocument/2006/relationships/image" Target="../media/image561.png"/><Relationship Id="rId12" Type="http://schemas.openxmlformats.org/officeDocument/2006/relationships/image" Target="../media/image488.png"/><Relationship Id="rId2" Type="http://schemas.openxmlformats.org/officeDocument/2006/relationships/image" Target="../media/image556.png"/><Relationship Id="rId16" Type="http://schemas.openxmlformats.org/officeDocument/2006/relationships/image" Target="../media/image27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0.png"/><Relationship Id="rId11" Type="http://schemas.openxmlformats.org/officeDocument/2006/relationships/image" Target="../media/image2212.png"/><Relationship Id="rId5" Type="http://schemas.openxmlformats.org/officeDocument/2006/relationships/image" Target="../media/image559.png"/><Relationship Id="rId15" Type="http://schemas.openxmlformats.org/officeDocument/2006/relationships/image" Target="../media/image2610.png"/><Relationship Id="rId10" Type="http://schemas.openxmlformats.org/officeDocument/2006/relationships/image" Target="../media/image2110.png"/><Relationship Id="rId4" Type="http://schemas.openxmlformats.org/officeDocument/2006/relationships/image" Target="../media/image558.png"/><Relationship Id="rId9" Type="http://schemas.openxmlformats.org/officeDocument/2006/relationships/image" Target="../media/image2011.png"/><Relationship Id="rId14" Type="http://schemas.openxmlformats.org/officeDocument/2006/relationships/image" Target="../media/image2512.png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2.png"/><Relationship Id="rId3" Type="http://schemas.openxmlformats.org/officeDocument/2006/relationships/image" Target="../media/image568.png"/><Relationship Id="rId7" Type="http://schemas.openxmlformats.org/officeDocument/2006/relationships/image" Target="../media/image5710.png"/><Relationship Id="rId2" Type="http://schemas.openxmlformats.org/officeDocument/2006/relationships/image" Target="../media/image5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1.png"/><Relationship Id="rId5" Type="http://schemas.openxmlformats.org/officeDocument/2006/relationships/image" Target="../media/image5700.png"/><Relationship Id="rId10" Type="http://schemas.openxmlformats.org/officeDocument/2006/relationships/image" Target="../media/image574.png"/><Relationship Id="rId4" Type="http://schemas.openxmlformats.org/officeDocument/2006/relationships/image" Target="../media/image569.png"/><Relationship Id="rId9" Type="http://schemas.openxmlformats.org/officeDocument/2006/relationships/image" Target="../media/image573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6.png"/><Relationship Id="rId2" Type="http://schemas.openxmlformats.org/officeDocument/2006/relationships/image" Target="../media/image5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9.png"/><Relationship Id="rId5" Type="http://schemas.openxmlformats.org/officeDocument/2006/relationships/image" Target="../media/image578.png"/><Relationship Id="rId4" Type="http://schemas.openxmlformats.org/officeDocument/2006/relationships/image" Target="../media/image577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1.png"/><Relationship Id="rId2" Type="http://schemas.openxmlformats.org/officeDocument/2006/relationships/image" Target="../media/image5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3.png"/><Relationship Id="rId5" Type="http://schemas.openxmlformats.org/officeDocument/2006/relationships/image" Target="../media/image589.png"/><Relationship Id="rId4" Type="http://schemas.openxmlformats.org/officeDocument/2006/relationships/image" Target="../media/image582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7.png"/><Relationship Id="rId13" Type="http://schemas.openxmlformats.org/officeDocument/2006/relationships/image" Target="../media/image591.png"/><Relationship Id="rId3" Type="http://schemas.openxmlformats.org/officeDocument/2006/relationships/image" Target="../media/image585.png"/><Relationship Id="rId7" Type="http://schemas.openxmlformats.org/officeDocument/2006/relationships/image" Target="../media/image586.png"/><Relationship Id="rId12" Type="http://schemas.openxmlformats.org/officeDocument/2006/relationships/image" Target="../media/image5900.png"/><Relationship Id="rId2" Type="http://schemas.openxmlformats.org/officeDocument/2006/relationships/image" Target="../media/image5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7.png"/><Relationship Id="rId11" Type="http://schemas.openxmlformats.org/officeDocument/2006/relationships/image" Target="../media/image588.png"/><Relationship Id="rId10" Type="http://schemas.openxmlformats.org/officeDocument/2006/relationships/image" Target="../media/image587.png"/></Relationships>
</file>

<file path=ppt/slides/_rels/slide1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4.png"/><Relationship Id="rId13" Type="http://schemas.openxmlformats.org/officeDocument/2006/relationships/image" Target="../media/image4710.png"/><Relationship Id="rId18" Type="http://schemas.openxmlformats.org/officeDocument/2006/relationships/image" Target="../media/image5210.png"/><Relationship Id="rId7" Type="http://schemas.openxmlformats.org/officeDocument/2006/relationships/image" Target="../media/image5830.png"/><Relationship Id="rId12" Type="http://schemas.openxmlformats.org/officeDocument/2006/relationships/image" Target="../media/image4610.png"/><Relationship Id="rId17" Type="http://schemas.openxmlformats.org/officeDocument/2006/relationships/image" Target="../media/image5110.png"/><Relationship Id="rId16" Type="http://schemas.openxmlformats.org/officeDocument/2006/relationships/image" Target="../media/image50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10.png"/><Relationship Id="rId5" Type="http://schemas.openxmlformats.org/officeDocument/2006/relationships/image" Target="../media/image593.png"/><Relationship Id="rId15" Type="http://schemas.openxmlformats.org/officeDocument/2006/relationships/image" Target="../media/image4910.png"/><Relationship Id="rId10" Type="http://schemas.openxmlformats.org/officeDocument/2006/relationships/image" Target="../media/image489.png"/><Relationship Id="rId4" Type="http://schemas.openxmlformats.org/officeDocument/2006/relationships/image" Target="../media/image592.png"/><Relationship Id="rId9" Type="http://schemas.openxmlformats.org/officeDocument/2006/relationships/image" Target="../media/image595.png"/><Relationship Id="rId14" Type="http://schemas.openxmlformats.org/officeDocument/2006/relationships/image" Target="../media/image490.png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9.png"/><Relationship Id="rId3" Type="http://schemas.openxmlformats.org/officeDocument/2006/relationships/image" Target="../media/image596.png"/><Relationship Id="rId7" Type="http://schemas.openxmlformats.org/officeDocument/2006/relationships/image" Target="../media/image598.png"/><Relationship Id="rId2" Type="http://schemas.openxmlformats.org/officeDocument/2006/relationships/image" Target="../media/image59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4.png"/><Relationship Id="rId5" Type="http://schemas.openxmlformats.org/officeDocument/2006/relationships/image" Target="../media/image5950.png"/><Relationship Id="rId4" Type="http://schemas.openxmlformats.org/officeDocument/2006/relationships/image" Target="../media/image5940.png"/><Relationship Id="rId9" Type="http://schemas.openxmlformats.org/officeDocument/2006/relationships/image" Target="../media/image602.png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png"/><Relationship Id="rId13" Type="http://schemas.openxmlformats.org/officeDocument/2006/relationships/image" Target="../media/image494.png"/><Relationship Id="rId3" Type="http://schemas.openxmlformats.org/officeDocument/2006/relationships/image" Target="../media/image605.png"/><Relationship Id="rId7" Type="http://schemas.openxmlformats.org/officeDocument/2006/relationships/image" Target="../media/image491.png"/><Relationship Id="rId12" Type="http://schemas.openxmlformats.org/officeDocument/2006/relationships/image" Target="../media/image690.png"/><Relationship Id="rId17" Type="http://schemas.openxmlformats.org/officeDocument/2006/relationships/image" Target="../media/image499.png"/><Relationship Id="rId2" Type="http://schemas.openxmlformats.org/officeDocument/2006/relationships/image" Target="../media/image603.png"/><Relationship Id="rId16" Type="http://schemas.openxmlformats.org/officeDocument/2006/relationships/image" Target="../media/image8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8.png"/><Relationship Id="rId11" Type="http://schemas.openxmlformats.org/officeDocument/2006/relationships/image" Target="../media/image760.png"/><Relationship Id="rId5" Type="http://schemas.openxmlformats.org/officeDocument/2006/relationships/image" Target="../media/image607.png"/><Relationship Id="rId15" Type="http://schemas.openxmlformats.org/officeDocument/2006/relationships/image" Target="../media/image791.png"/><Relationship Id="rId10" Type="http://schemas.openxmlformats.org/officeDocument/2006/relationships/image" Target="../media/image759.png"/><Relationship Id="rId4" Type="http://schemas.openxmlformats.org/officeDocument/2006/relationships/image" Target="../media/image606.png"/><Relationship Id="rId9" Type="http://schemas.openxmlformats.org/officeDocument/2006/relationships/image" Target="../media/image493.png"/><Relationship Id="rId14" Type="http://schemas.openxmlformats.org/officeDocument/2006/relationships/image" Target="../media/image495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9.png"/><Relationship Id="rId2" Type="http://schemas.openxmlformats.org/officeDocument/2006/relationships/image" Target="../media/image6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1.png"/><Relationship Id="rId4" Type="http://schemas.openxmlformats.org/officeDocument/2006/relationships/image" Target="../media/image6100.png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6.png"/><Relationship Id="rId3" Type="http://schemas.openxmlformats.org/officeDocument/2006/relationships/image" Target="../media/image613.png"/><Relationship Id="rId7" Type="http://schemas.openxmlformats.org/officeDocument/2006/relationships/image" Target="../media/image625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3.png"/><Relationship Id="rId5" Type="http://schemas.openxmlformats.org/officeDocument/2006/relationships/image" Target="../media/image632.png"/><Relationship Id="rId4" Type="http://schemas.openxmlformats.org/officeDocument/2006/relationships/image" Target="../media/image631.png"/><Relationship Id="rId9" Type="http://schemas.openxmlformats.org/officeDocument/2006/relationships/image" Target="../media/image627.png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1.png"/><Relationship Id="rId13" Type="http://schemas.openxmlformats.org/officeDocument/2006/relationships/image" Target="../media/image2411.png"/><Relationship Id="rId3" Type="http://schemas.openxmlformats.org/officeDocument/2006/relationships/image" Target="../media/image629.png"/><Relationship Id="rId7" Type="http://schemas.openxmlformats.org/officeDocument/2006/relationships/image" Target="../media/image637.png"/><Relationship Id="rId12" Type="http://schemas.openxmlformats.org/officeDocument/2006/relationships/image" Target="../media/image507.png"/><Relationship Id="rId2" Type="http://schemas.openxmlformats.org/officeDocument/2006/relationships/image" Target="../media/image628.png"/><Relationship Id="rId16" Type="http://schemas.openxmlformats.org/officeDocument/2006/relationships/image" Target="../media/image27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6.png"/><Relationship Id="rId11" Type="http://schemas.openxmlformats.org/officeDocument/2006/relationships/image" Target="../media/image2212.png"/><Relationship Id="rId5" Type="http://schemas.openxmlformats.org/officeDocument/2006/relationships/image" Target="../media/image635.png"/><Relationship Id="rId15" Type="http://schemas.openxmlformats.org/officeDocument/2006/relationships/image" Target="../media/image2610.png"/><Relationship Id="rId10" Type="http://schemas.openxmlformats.org/officeDocument/2006/relationships/image" Target="../media/image2110.png"/><Relationship Id="rId4" Type="http://schemas.openxmlformats.org/officeDocument/2006/relationships/image" Target="../media/image634.png"/><Relationship Id="rId9" Type="http://schemas.openxmlformats.org/officeDocument/2006/relationships/image" Target="../media/image2011.png"/><Relationship Id="rId14" Type="http://schemas.openxmlformats.org/officeDocument/2006/relationships/image" Target="../media/image2512.png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3" Type="http://schemas.openxmlformats.org/officeDocument/2006/relationships/image" Target="../media/image651.png"/><Relationship Id="rId7" Type="http://schemas.openxmlformats.org/officeDocument/2006/relationships/image" Target="../media/image639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8.png"/><Relationship Id="rId11" Type="http://schemas.openxmlformats.org/officeDocument/2006/relationships/image" Target="../media/image654.png"/><Relationship Id="rId5" Type="http://schemas.openxmlformats.org/officeDocument/2006/relationships/image" Target="../media/image653.png"/><Relationship Id="rId10" Type="http://schemas.openxmlformats.org/officeDocument/2006/relationships/image" Target="../media/image642.png"/><Relationship Id="rId4" Type="http://schemas.openxmlformats.org/officeDocument/2006/relationships/image" Target="../media/image652.png"/><Relationship Id="rId9" Type="http://schemas.openxmlformats.org/officeDocument/2006/relationships/image" Target="../media/image641.png"/></Relationships>
</file>

<file path=ppt/slides/_rels/slide1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4.png"/><Relationship Id="rId13" Type="http://schemas.openxmlformats.org/officeDocument/2006/relationships/image" Target="../media/image6810.png"/><Relationship Id="rId3" Type="http://schemas.openxmlformats.org/officeDocument/2006/relationships/image" Target="../media/image660.png"/><Relationship Id="rId7" Type="http://schemas.openxmlformats.org/officeDocument/2006/relationships/image" Target="../media/image519.png"/><Relationship Id="rId12" Type="http://schemas.openxmlformats.org/officeDocument/2006/relationships/image" Target="../media/image670.png"/><Relationship Id="rId2" Type="http://schemas.openxmlformats.org/officeDocument/2006/relationships/image" Target="../media/image659.png"/><Relationship Id="rId16" Type="http://schemas.openxmlformats.org/officeDocument/2006/relationships/image" Target="../media/image5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531.png"/><Relationship Id="rId5" Type="http://schemas.openxmlformats.org/officeDocument/2006/relationships/image" Target="../media/image6540.png"/><Relationship Id="rId15" Type="http://schemas.openxmlformats.org/officeDocument/2006/relationships/image" Target="../media/image534.png"/><Relationship Id="rId10" Type="http://schemas.openxmlformats.org/officeDocument/2006/relationships/image" Target="../media/image655.png"/><Relationship Id="rId4" Type="http://schemas.openxmlformats.org/officeDocument/2006/relationships/image" Target="../media/image661.png"/><Relationship Id="rId9" Type="http://schemas.openxmlformats.org/officeDocument/2006/relationships/image" Target="../media/image647.png"/><Relationship Id="rId14" Type="http://schemas.openxmlformats.org/officeDocument/2006/relationships/image" Target="../media/image69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8.png"/><Relationship Id="rId7" Type="http://schemas.openxmlformats.org/officeDocument/2006/relationships/image" Target="../media/image672.png"/><Relationship Id="rId2" Type="http://schemas.openxmlformats.org/officeDocument/2006/relationships/image" Target="../media/image6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1.png"/><Relationship Id="rId5" Type="http://schemas.openxmlformats.org/officeDocument/2006/relationships/image" Target="../media/image663.png"/><Relationship Id="rId4" Type="http://schemas.openxmlformats.org/officeDocument/2006/relationships/image" Target="../media/image662.png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685.png"/><Relationship Id="rId3" Type="http://schemas.openxmlformats.org/officeDocument/2006/relationships/image" Target="../media/image675.png"/><Relationship Id="rId7" Type="http://schemas.openxmlformats.org/officeDocument/2006/relationships/image" Target="../media/image679.png"/><Relationship Id="rId12" Type="http://schemas.openxmlformats.org/officeDocument/2006/relationships/image" Target="../media/image684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8.png"/><Relationship Id="rId11" Type="http://schemas.openxmlformats.org/officeDocument/2006/relationships/image" Target="../media/image683.png"/><Relationship Id="rId5" Type="http://schemas.openxmlformats.org/officeDocument/2006/relationships/image" Target="../media/image677.png"/><Relationship Id="rId10" Type="http://schemas.openxmlformats.org/officeDocument/2006/relationships/image" Target="../media/image682.png"/><Relationship Id="rId4" Type="http://schemas.openxmlformats.org/officeDocument/2006/relationships/image" Target="../media/image676.png"/><Relationship Id="rId9" Type="http://schemas.openxmlformats.org/officeDocument/2006/relationships/image" Target="../media/image681.png"/></Relationships>
</file>

<file path=ppt/slides/_rels/slide2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0.png"/><Relationship Id="rId13" Type="http://schemas.openxmlformats.org/officeDocument/2006/relationships/image" Target="../media/image695.png"/><Relationship Id="rId3" Type="http://schemas.openxmlformats.org/officeDocument/2006/relationships/image" Target="../media/image675.png"/><Relationship Id="rId7" Type="http://schemas.openxmlformats.org/officeDocument/2006/relationships/image" Target="../media/image689.png"/><Relationship Id="rId12" Type="http://schemas.openxmlformats.org/officeDocument/2006/relationships/image" Target="../media/image694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8.png"/><Relationship Id="rId11" Type="http://schemas.openxmlformats.org/officeDocument/2006/relationships/image" Target="../media/image693.png"/><Relationship Id="rId5" Type="http://schemas.openxmlformats.org/officeDocument/2006/relationships/image" Target="../media/image687.png"/><Relationship Id="rId15" Type="http://schemas.openxmlformats.org/officeDocument/2006/relationships/image" Target="../media/image697.png"/><Relationship Id="rId10" Type="http://schemas.openxmlformats.org/officeDocument/2006/relationships/image" Target="../media/image692.png"/><Relationship Id="rId4" Type="http://schemas.openxmlformats.org/officeDocument/2006/relationships/image" Target="../media/image686.png"/><Relationship Id="rId9" Type="http://schemas.openxmlformats.org/officeDocument/2006/relationships/image" Target="../media/image691.png"/><Relationship Id="rId14" Type="http://schemas.openxmlformats.org/officeDocument/2006/relationships/image" Target="../media/image696.png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3" Type="http://schemas.openxmlformats.org/officeDocument/2006/relationships/image" Target="../media/image675.png"/><Relationship Id="rId7" Type="http://schemas.openxmlformats.org/officeDocument/2006/relationships/image" Target="../media/image700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9.png"/><Relationship Id="rId5" Type="http://schemas.openxmlformats.org/officeDocument/2006/relationships/image" Target="../media/image698.png"/><Relationship Id="rId10" Type="http://schemas.openxmlformats.org/officeDocument/2006/relationships/image" Target="../media/image703.png"/><Relationship Id="rId4" Type="http://schemas.openxmlformats.org/officeDocument/2006/relationships/image" Target="../media/image696.png"/><Relationship Id="rId9" Type="http://schemas.openxmlformats.org/officeDocument/2006/relationships/image" Target="../media/image702.png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705.png"/><Relationship Id="rId7" Type="http://schemas.openxmlformats.org/officeDocument/2006/relationships/image" Target="../media/image709.png"/><Relationship Id="rId2" Type="http://schemas.openxmlformats.org/officeDocument/2006/relationships/image" Target="../media/image7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8.png"/><Relationship Id="rId5" Type="http://schemas.openxmlformats.org/officeDocument/2006/relationships/image" Target="../media/image707.png"/><Relationship Id="rId10" Type="http://schemas.openxmlformats.org/officeDocument/2006/relationships/image" Target="../media/image712.png"/><Relationship Id="rId4" Type="http://schemas.openxmlformats.org/officeDocument/2006/relationships/image" Target="../media/image706.png"/><Relationship Id="rId9" Type="http://schemas.openxmlformats.org/officeDocument/2006/relationships/image" Target="../media/image711.png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9.png"/><Relationship Id="rId3" Type="http://schemas.openxmlformats.org/officeDocument/2006/relationships/image" Target="../media/image714.png"/><Relationship Id="rId7" Type="http://schemas.openxmlformats.org/officeDocument/2006/relationships/image" Target="../media/image718.png"/><Relationship Id="rId2" Type="http://schemas.openxmlformats.org/officeDocument/2006/relationships/image" Target="../media/image7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7.png"/><Relationship Id="rId5" Type="http://schemas.openxmlformats.org/officeDocument/2006/relationships/image" Target="../media/image716.png"/><Relationship Id="rId4" Type="http://schemas.openxmlformats.org/officeDocument/2006/relationships/image" Target="../media/image715.png"/><Relationship Id="rId9" Type="http://schemas.openxmlformats.org/officeDocument/2006/relationships/image" Target="../media/image72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2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4.png"/><Relationship Id="rId4" Type="http://schemas.openxmlformats.org/officeDocument/2006/relationships/image" Target="../media/image723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7.png"/><Relationship Id="rId3" Type="http://schemas.openxmlformats.org/officeDocument/2006/relationships/image" Target="../media/image7010.png"/><Relationship Id="rId7" Type="http://schemas.openxmlformats.org/officeDocument/2006/relationships/image" Target="../media/image726.png"/><Relationship Id="rId2" Type="http://schemas.openxmlformats.org/officeDocument/2006/relationships/image" Target="../media/image7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5.png"/><Relationship Id="rId5" Type="http://schemas.openxmlformats.org/officeDocument/2006/relationships/image" Target="../media/image7030.png"/><Relationship Id="rId10" Type="http://schemas.openxmlformats.org/officeDocument/2006/relationships/image" Target="../media/image729.png"/><Relationship Id="rId4" Type="http://schemas.openxmlformats.org/officeDocument/2006/relationships/image" Target="../media/image7020.png"/><Relationship Id="rId9" Type="http://schemas.openxmlformats.org/officeDocument/2006/relationships/image" Target="../media/image728.png"/></Relationships>
</file>

<file path=ppt/slides/_rels/slide20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36.png"/><Relationship Id="rId26" Type="http://schemas.openxmlformats.org/officeDocument/2006/relationships/image" Target="../media/image563.png"/><Relationship Id="rId3" Type="http://schemas.openxmlformats.org/officeDocument/2006/relationships/image" Target="../media/image731.png"/><Relationship Id="rId21" Type="http://schemas.openxmlformats.org/officeDocument/2006/relationships/image" Target="../media/image544.png"/><Relationship Id="rId17" Type="http://schemas.openxmlformats.org/officeDocument/2006/relationships/image" Target="../media/image735.png"/><Relationship Id="rId25" Type="http://schemas.openxmlformats.org/officeDocument/2006/relationships/image" Target="../media/image548.png"/><Relationship Id="rId2" Type="http://schemas.openxmlformats.org/officeDocument/2006/relationships/image" Target="../media/image730.png"/><Relationship Id="rId16" Type="http://schemas.openxmlformats.org/officeDocument/2006/relationships/image" Target="../media/image734.png"/><Relationship Id="rId20" Type="http://schemas.openxmlformats.org/officeDocument/2006/relationships/image" Target="../media/image543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547.png"/><Relationship Id="rId5" Type="http://schemas.openxmlformats.org/officeDocument/2006/relationships/image" Target="../media/image733.png"/><Relationship Id="rId23" Type="http://schemas.openxmlformats.org/officeDocument/2006/relationships/image" Target="../media/image546.png"/><Relationship Id="rId28" Type="http://schemas.openxmlformats.org/officeDocument/2006/relationships/image" Target="../media/image565.png"/><Relationship Id="rId19" Type="http://schemas.openxmlformats.org/officeDocument/2006/relationships/image" Target="../media/image542.png"/><Relationship Id="rId4" Type="http://schemas.openxmlformats.org/officeDocument/2006/relationships/image" Target="../media/image732.png"/><Relationship Id="rId22" Type="http://schemas.openxmlformats.org/officeDocument/2006/relationships/image" Target="../media/image545.png"/><Relationship Id="rId27" Type="http://schemas.openxmlformats.org/officeDocument/2006/relationships/image" Target="../media/image564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9.png"/><Relationship Id="rId3" Type="http://schemas.openxmlformats.org/officeDocument/2006/relationships/image" Target="../media/image7010.png"/><Relationship Id="rId7" Type="http://schemas.openxmlformats.org/officeDocument/2006/relationships/image" Target="../media/image738.png"/><Relationship Id="rId2" Type="http://schemas.openxmlformats.org/officeDocument/2006/relationships/image" Target="../media/image7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7.png"/><Relationship Id="rId5" Type="http://schemas.openxmlformats.org/officeDocument/2006/relationships/image" Target="../media/image7260.png"/><Relationship Id="rId4" Type="http://schemas.openxmlformats.org/officeDocument/2006/relationships/image" Target="../media/image7020.png"/><Relationship Id="rId9" Type="http://schemas.openxmlformats.org/officeDocument/2006/relationships/image" Target="../media/image740.png"/></Relationships>
</file>

<file path=ppt/slides/_rels/slide2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10.png"/><Relationship Id="rId18" Type="http://schemas.openxmlformats.org/officeDocument/2006/relationships/image" Target="../media/image601.png"/><Relationship Id="rId3" Type="http://schemas.openxmlformats.org/officeDocument/2006/relationships/image" Target="../media/image742.png"/><Relationship Id="rId21" Type="http://schemas.openxmlformats.org/officeDocument/2006/relationships/image" Target="../media/image5110.png"/><Relationship Id="rId17" Type="http://schemas.openxmlformats.org/officeDocument/2006/relationships/image" Target="../media/image566.png"/><Relationship Id="rId12" Type="http://schemas.openxmlformats.org/officeDocument/2006/relationships/image" Target="../media/image4610.png"/><Relationship Id="rId2" Type="http://schemas.openxmlformats.org/officeDocument/2006/relationships/image" Target="../media/image741.png"/><Relationship Id="rId16" Type="http://schemas.openxmlformats.org/officeDocument/2006/relationships/image" Target="../media/image747.png"/><Relationship Id="rId20" Type="http://schemas.openxmlformats.org/officeDocument/2006/relationships/image" Target="../media/image501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510.png"/><Relationship Id="rId5" Type="http://schemas.openxmlformats.org/officeDocument/2006/relationships/image" Target="../media/image744.png"/><Relationship Id="rId15" Type="http://schemas.openxmlformats.org/officeDocument/2006/relationships/image" Target="../media/image746.png"/><Relationship Id="rId19" Type="http://schemas.openxmlformats.org/officeDocument/2006/relationships/image" Target="../media/image4910.png"/><Relationship Id="rId4" Type="http://schemas.openxmlformats.org/officeDocument/2006/relationships/image" Target="../media/image743.png"/><Relationship Id="rId14" Type="http://schemas.openxmlformats.org/officeDocument/2006/relationships/image" Target="../media/image745.png"/><Relationship Id="rId22" Type="http://schemas.openxmlformats.org/officeDocument/2006/relationships/image" Target="../media/image5210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3" Type="http://schemas.openxmlformats.org/officeDocument/2006/relationships/image" Target="../media/image7460.png"/><Relationship Id="rId7" Type="http://schemas.openxmlformats.org/officeDocument/2006/relationships/image" Target="../media/image749.png"/><Relationship Id="rId2" Type="http://schemas.openxmlformats.org/officeDocument/2006/relationships/image" Target="../media/image7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5.png"/><Relationship Id="rId5" Type="http://schemas.openxmlformats.org/officeDocument/2006/relationships/image" Target="../media/image748.png"/><Relationship Id="rId10" Type="http://schemas.openxmlformats.org/officeDocument/2006/relationships/image" Target="../media/image752.png"/><Relationship Id="rId4" Type="http://schemas.openxmlformats.org/officeDocument/2006/relationships/image" Target="../media/image7470.png"/><Relationship Id="rId9" Type="http://schemas.openxmlformats.org/officeDocument/2006/relationships/image" Target="../media/image751.png"/></Relationships>
</file>

<file path=ppt/slides/_rels/slide21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614.png"/><Relationship Id="rId3" Type="http://schemas.openxmlformats.org/officeDocument/2006/relationships/image" Target="../media/image753.png"/><Relationship Id="rId21" Type="http://schemas.openxmlformats.org/officeDocument/2006/relationships/image" Target="../media/image760.png"/><Relationship Id="rId7" Type="http://schemas.openxmlformats.org/officeDocument/2006/relationships/image" Target="../media/image757.png"/><Relationship Id="rId17" Type="http://schemas.openxmlformats.org/officeDocument/2006/relationships/image" Target="../media/image762.png"/><Relationship Id="rId25" Type="http://schemas.openxmlformats.org/officeDocument/2006/relationships/image" Target="../media/image618.png"/><Relationship Id="rId2" Type="http://schemas.openxmlformats.org/officeDocument/2006/relationships/notesSlide" Target="../notesSlides/notesSlide10.xml"/><Relationship Id="rId20" Type="http://schemas.openxmlformats.org/officeDocument/2006/relationships/image" Target="../media/image7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6.png"/><Relationship Id="rId24" Type="http://schemas.openxmlformats.org/officeDocument/2006/relationships/image" Target="../media/image617.png"/><Relationship Id="rId11" Type="http://schemas.openxmlformats.org/officeDocument/2006/relationships/image" Target="../media/image801.png"/><Relationship Id="rId5" Type="http://schemas.openxmlformats.org/officeDocument/2006/relationships/image" Target="../media/image755.png"/><Relationship Id="rId23" Type="http://schemas.openxmlformats.org/officeDocument/2006/relationships/image" Target="../media/image616.png"/><Relationship Id="rId19" Type="http://schemas.openxmlformats.org/officeDocument/2006/relationships/image" Target="../media/image615.png"/><Relationship Id="rId10" Type="http://schemas.openxmlformats.org/officeDocument/2006/relationships/image" Target="../media/image791.png"/><Relationship Id="rId4" Type="http://schemas.openxmlformats.org/officeDocument/2006/relationships/image" Target="../media/image754.png"/><Relationship Id="rId22" Type="http://schemas.openxmlformats.org/officeDocument/2006/relationships/image" Target="../media/image69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19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5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7.png"/><Relationship Id="rId2" Type="http://schemas.openxmlformats.org/officeDocument/2006/relationships/image" Target="../media/image7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5" Type="http://schemas.openxmlformats.org/officeDocument/2006/relationships/image" Target="../media/image769.png"/><Relationship Id="rId4" Type="http://schemas.openxmlformats.org/officeDocument/2006/relationships/image" Target="../media/image768.png"/></Relationships>
</file>

<file path=ppt/slides/_rels/slide2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7.png"/><Relationship Id="rId3" Type="http://schemas.openxmlformats.org/officeDocument/2006/relationships/image" Target="../media/image773.png"/><Relationship Id="rId7" Type="http://schemas.openxmlformats.org/officeDocument/2006/relationships/image" Target="../media/image776.png"/><Relationship Id="rId2" Type="http://schemas.openxmlformats.org/officeDocument/2006/relationships/image" Target="../media/image7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1.png"/><Relationship Id="rId5" Type="http://schemas.openxmlformats.org/officeDocument/2006/relationships/image" Target="../media/image775.png"/><Relationship Id="rId4" Type="http://schemas.openxmlformats.org/officeDocument/2006/relationships/image" Target="../media/image774.png"/><Relationship Id="rId9" Type="http://schemas.openxmlformats.org/officeDocument/2006/relationships/image" Target="../media/image778.png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2.png"/><Relationship Id="rId3" Type="http://schemas.openxmlformats.org/officeDocument/2006/relationships/image" Target="../media/image774.png"/><Relationship Id="rId7" Type="http://schemas.openxmlformats.org/officeDocument/2006/relationships/image" Target="../media/image781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5" Type="http://schemas.openxmlformats.org/officeDocument/2006/relationships/image" Target="../media/image779.png"/><Relationship Id="rId4" Type="http://schemas.openxmlformats.org/officeDocument/2006/relationships/image" Target="../media/image775.png"/><Relationship Id="rId9" Type="http://schemas.openxmlformats.org/officeDocument/2006/relationships/image" Target="../media/image783.png"/></Relationships>
</file>

<file path=ppt/slides/_rels/slide2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1.png"/><Relationship Id="rId13" Type="http://schemas.openxmlformats.org/officeDocument/2006/relationships/image" Target="../media/image6230.png"/><Relationship Id="rId3" Type="http://schemas.openxmlformats.org/officeDocument/2006/relationships/image" Target="../media/image785.png"/><Relationship Id="rId7" Type="http://schemas.openxmlformats.org/officeDocument/2006/relationships/image" Target="../media/image6200.png"/><Relationship Id="rId12" Type="http://schemas.openxmlformats.org/officeDocument/2006/relationships/image" Target="../media/image690.png"/><Relationship Id="rId17" Type="http://schemas.openxmlformats.org/officeDocument/2006/relationships/image" Target="../media/image643.png"/><Relationship Id="rId2" Type="http://schemas.openxmlformats.org/officeDocument/2006/relationships/image" Target="../media/image784.png"/><Relationship Id="rId16" Type="http://schemas.openxmlformats.org/officeDocument/2006/relationships/image" Target="../media/image8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8.png"/><Relationship Id="rId11" Type="http://schemas.openxmlformats.org/officeDocument/2006/relationships/image" Target="../media/image623.png"/><Relationship Id="rId5" Type="http://schemas.openxmlformats.org/officeDocument/2006/relationships/image" Target="../media/image787.png"/><Relationship Id="rId15" Type="http://schemas.openxmlformats.org/officeDocument/2006/relationships/image" Target="../media/image791.png"/><Relationship Id="rId10" Type="http://schemas.openxmlformats.org/officeDocument/2006/relationships/image" Target="../media/image759.png"/><Relationship Id="rId4" Type="http://schemas.openxmlformats.org/officeDocument/2006/relationships/image" Target="../media/image786.png"/><Relationship Id="rId9" Type="http://schemas.openxmlformats.org/officeDocument/2006/relationships/image" Target="../media/image622.png"/><Relationship Id="rId14" Type="http://schemas.openxmlformats.org/officeDocument/2006/relationships/image" Target="../media/image63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4.png"/><Relationship Id="rId7" Type="http://schemas.openxmlformats.org/officeDocument/2006/relationships/image" Target="../media/image798.png"/><Relationship Id="rId2" Type="http://schemas.openxmlformats.org/officeDocument/2006/relationships/image" Target="../media/image7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6.png"/><Relationship Id="rId5" Type="http://schemas.openxmlformats.org/officeDocument/2006/relationships/image" Target="../media/image795.png"/><Relationship Id="rId4" Type="http://schemas.openxmlformats.org/officeDocument/2006/relationships/image" Target="../media/image793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9.png"/><Relationship Id="rId2" Type="http://schemas.openxmlformats.org/officeDocument/2006/relationships/image" Target="../media/image7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2.png"/><Relationship Id="rId2" Type="http://schemas.openxmlformats.org/officeDocument/2006/relationships/image" Target="../media/image6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5.png"/><Relationship Id="rId5" Type="http://schemas.openxmlformats.org/officeDocument/2006/relationships/image" Target="../media/image804.png"/><Relationship Id="rId4" Type="http://schemas.openxmlformats.org/officeDocument/2006/relationships/image" Target="../media/image803.png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2.png"/><Relationship Id="rId3" Type="http://schemas.openxmlformats.org/officeDocument/2006/relationships/image" Target="../media/image807.png"/><Relationship Id="rId7" Type="http://schemas.openxmlformats.org/officeDocument/2006/relationships/image" Target="../media/image645.png"/><Relationship Id="rId2" Type="http://schemas.openxmlformats.org/officeDocument/2006/relationships/image" Target="../media/image8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5" Type="http://schemas.openxmlformats.org/officeDocument/2006/relationships/image" Target="../media/image809.png"/><Relationship Id="rId4" Type="http://schemas.openxmlformats.org/officeDocument/2006/relationships/image" Target="../media/image808.png"/></Relationships>
</file>

<file path=ppt/slides/_rels/slide2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6.png"/><Relationship Id="rId13" Type="http://schemas.openxmlformats.org/officeDocument/2006/relationships/image" Target="../media/image822.png"/><Relationship Id="rId3" Type="http://schemas.openxmlformats.org/officeDocument/2006/relationships/image" Target="../media/image814.png"/><Relationship Id="rId7" Type="http://schemas.openxmlformats.org/officeDocument/2006/relationships/image" Target="../media/image815.png"/><Relationship Id="rId12" Type="http://schemas.openxmlformats.org/officeDocument/2006/relationships/image" Target="../media/image821.png"/><Relationship Id="rId2" Type="http://schemas.openxmlformats.org/officeDocument/2006/relationships/image" Target="../media/image8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7.png"/><Relationship Id="rId11" Type="http://schemas.openxmlformats.org/officeDocument/2006/relationships/image" Target="../media/image820.png"/><Relationship Id="rId15" Type="http://schemas.openxmlformats.org/officeDocument/2006/relationships/image" Target="../media/image824.png"/><Relationship Id="rId10" Type="http://schemas.openxmlformats.org/officeDocument/2006/relationships/image" Target="../media/image819.png"/><Relationship Id="rId9" Type="http://schemas.openxmlformats.org/officeDocument/2006/relationships/image" Target="../media/image818.png"/><Relationship Id="rId14" Type="http://schemas.openxmlformats.org/officeDocument/2006/relationships/image" Target="../media/image823.png"/></Relationships>
</file>

<file path=ppt/slides/_rels/slide2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20.png"/><Relationship Id="rId13" Type="http://schemas.openxmlformats.org/officeDocument/2006/relationships/image" Target="../media/image827.png"/><Relationship Id="rId18" Type="http://schemas.openxmlformats.org/officeDocument/2006/relationships/image" Target="../media/image832.png"/><Relationship Id="rId3" Type="http://schemas.openxmlformats.org/officeDocument/2006/relationships/image" Target="../media/image813.png"/><Relationship Id="rId7" Type="http://schemas.openxmlformats.org/officeDocument/2006/relationships/image" Target="../media/image8210.png"/><Relationship Id="rId12" Type="http://schemas.openxmlformats.org/officeDocument/2006/relationships/image" Target="../media/image826.png"/><Relationship Id="rId17" Type="http://schemas.openxmlformats.org/officeDocument/2006/relationships/image" Target="../media/image83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00.png"/><Relationship Id="rId11" Type="http://schemas.openxmlformats.org/officeDocument/2006/relationships/image" Target="../media/image825.png"/><Relationship Id="rId5" Type="http://schemas.openxmlformats.org/officeDocument/2006/relationships/image" Target="../media/image8190.png"/><Relationship Id="rId15" Type="http://schemas.openxmlformats.org/officeDocument/2006/relationships/image" Target="../media/image829.png"/><Relationship Id="rId10" Type="http://schemas.openxmlformats.org/officeDocument/2006/relationships/image" Target="../media/image8240.png"/><Relationship Id="rId4" Type="http://schemas.openxmlformats.org/officeDocument/2006/relationships/image" Target="../media/image814.png"/><Relationship Id="rId9" Type="http://schemas.openxmlformats.org/officeDocument/2006/relationships/image" Target="../media/image8230.png"/><Relationship Id="rId14" Type="http://schemas.openxmlformats.org/officeDocument/2006/relationships/image" Target="../media/image828.png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5.png"/><Relationship Id="rId3" Type="http://schemas.openxmlformats.org/officeDocument/2006/relationships/image" Target="../media/image814.png"/><Relationship Id="rId7" Type="http://schemas.openxmlformats.org/officeDocument/2006/relationships/image" Target="../media/image834.png"/><Relationship Id="rId12" Type="http://schemas.openxmlformats.org/officeDocument/2006/relationships/image" Target="../media/image839.png"/><Relationship Id="rId2" Type="http://schemas.openxmlformats.org/officeDocument/2006/relationships/image" Target="../media/image8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3.png"/><Relationship Id="rId11" Type="http://schemas.openxmlformats.org/officeDocument/2006/relationships/image" Target="../media/image838.png"/><Relationship Id="rId5" Type="http://schemas.openxmlformats.org/officeDocument/2006/relationships/image" Target="../media/image831.png"/><Relationship Id="rId10" Type="http://schemas.openxmlformats.org/officeDocument/2006/relationships/image" Target="../media/image837.png"/><Relationship Id="rId4" Type="http://schemas.openxmlformats.org/officeDocument/2006/relationships/image" Target="../media/image830.png"/><Relationship Id="rId9" Type="http://schemas.openxmlformats.org/officeDocument/2006/relationships/image" Target="../media/image83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1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4.png"/><Relationship Id="rId5" Type="http://schemas.openxmlformats.org/officeDocument/2006/relationships/image" Target="../media/image843.png"/><Relationship Id="rId4" Type="http://schemas.openxmlformats.org/officeDocument/2006/relationships/image" Target="../media/image842.png"/></Relationships>
</file>

<file path=ppt/slides/_rels/slide2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07.png"/><Relationship Id="rId7" Type="http://schemas.openxmlformats.org/officeDocument/2006/relationships/image" Target="../media/image849.png"/><Relationship Id="rId2" Type="http://schemas.openxmlformats.org/officeDocument/2006/relationships/image" Target="../media/image8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8.png"/><Relationship Id="rId5" Type="http://schemas.openxmlformats.org/officeDocument/2006/relationships/image" Target="../media/image847.png"/><Relationship Id="rId4" Type="http://schemas.openxmlformats.org/officeDocument/2006/relationships/image" Target="../media/image846.png"/></Relationships>
</file>

<file path=ppt/slides/_rels/slide2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80.png"/><Relationship Id="rId13" Type="http://schemas.openxmlformats.org/officeDocument/2006/relationships/image" Target="../media/image8211.png"/><Relationship Id="rId3" Type="http://schemas.openxmlformats.org/officeDocument/2006/relationships/image" Target="../media/image852.png"/><Relationship Id="rId7" Type="http://schemas.openxmlformats.org/officeDocument/2006/relationships/image" Target="../media/image8160.png"/><Relationship Id="rId12" Type="http://schemas.openxmlformats.org/officeDocument/2006/relationships/image" Target="../media/image8560.png"/><Relationship Id="rId2" Type="http://schemas.openxmlformats.org/officeDocument/2006/relationships/image" Target="../media/image8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5.png"/><Relationship Id="rId5" Type="http://schemas.openxmlformats.org/officeDocument/2006/relationships/image" Target="../media/image854.png"/><Relationship Id="rId15" Type="http://schemas.openxmlformats.org/officeDocument/2006/relationships/image" Target="../media/image824.png"/><Relationship Id="rId4" Type="http://schemas.openxmlformats.org/officeDocument/2006/relationships/image" Target="../media/image853.png"/><Relationship Id="rId9" Type="http://schemas.openxmlformats.org/officeDocument/2006/relationships/image" Target="../media/image856.png"/><Relationship Id="rId14" Type="http://schemas.openxmlformats.org/officeDocument/2006/relationships/image" Target="../media/image8221.png"/></Relationships>
</file>

<file path=ppt/slides/_rels/slide2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13" Type="http://schemas.openxmlformats.org/officeDocument/2006/relationships/image" Target="../media/image867.png"/><Relationship Id="rId3" Type="http://schemas.openxmlformats.org/officeDocument/2006/relationships/image" Target="../media/image857.png"/><Relationship Id="rId7" Type="http://schemas.openxmlformats.org/officeDocument/2006/relationships/image" Target="../media/image861.png"/><Relationship Id="rId12" Type="http://schemas.openxmlformats.org/officeDocument/2006/relationships/image" Target="../media/image866.png"/><Relationship Id="rId2" Type="http://schemas.openxmlformats.org/officeDocument/2006/relationships/image" Target="../media/image790.png"/><Relationship Id="rId16" Type="http://schemas.openxmlformats.org/officeDocument/2006/relationships/image" Target="../media/image8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0.png"/><Relationship Id="rId11" Type="http://schemas.openxmlformats.org/officeDocument/2006/relationships/image" Target="../media/image865.png"/><Relationship Id="rId5" Type="http://schemas.openxmlformats.org/officeDocument/2006/relationships/image" Target="../media/image859.png"/><Relationship Id="rId15" Type="http://schemas.openxmlformats.org/officeDocument/2006/relationships/image" Target="../media/image869.png"/><Relationship Id="rId10" Type="http://schemas.openxmlformats.org/officeDocument/2006/relationships/image" Target="../media/image864.png"/><Relationship Id="rId4" Type="http://schemas.openxmlformats.org/officeDocument/2006/relationships/image" Target="../media/image858.png"/><Relationship Id="rId9" Type="http://schemas.openxmlformats.org/officeDocument/2006/relationships/image" Target="../media/image863.png"/><Relationship Id="rId14" Type="http://schemas.openxmlformats.org/officeDocument/2006/relationships/image" Target="../media/image868.png"/></Relationships>
</file>

<file path=ppt/slides/_rels/slide2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0.png"/><Relationship Id="rId3" Type="http://schemas.openxmlformats.org/officeDocument/2006/relationships/image" Target="../media/image852.png"/><Relationship Id="rId7" Type="http://schemas.openxmlformats.org/officeDocument/2006/relationships/image" Target="../media/image8600.png"/><Relationship Id="rId12" Type="http://schemas.openxmlformats.org/officeDocument/2006/relationships/image" Target="../media/image8650.png"/><Relationship Id="rId2" Type="http://schemas.openxmlformats.org/officeDocument/2006/relationships/image" Target="../media/image8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90.png"/><Relationship Id="rId11" Type="http://schemas.openxmlformats.org/officeDocument/2006/relationships/image" Target="../media/image8640.png"/><Relationship Id="rId5" Type="http://schemas.openxmlformats.org/officeDocument/2006/relationships/image" Target="../media/image8580.png"/><Relationship Id="rId10" Type="http://schemas.openxmlformats.org/officeDocument/2006/relationships/image" Target="../media/image8630.png"/><Relationship Id="rId4" Type="http://schemas.openxmlformats.org/officeDocument/2006/relationships/image" Target="../media/image8570.png"/><Relationship Id="rId9" Type="http://schemas.openxmlformats.org/officeDocument/2006/relationships/image" Target="../media/image8620.png"/></Relationships>
</file>

<file path=ppt/slides/_rels/slide2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2.png"/><Relationship Id="rId13" Type="http://schemas.openxmlformats.org/officeDocument/2006/relationships/image" Target="../media/image877.png"/><Relationship Id="rId18" Type="http://schemas.openxmlformats.org/officeDocument/2006/relationships/image" Target="../media/image646.png"/><Relationship Id="rId3" Type="http://schemas.openxmlformats.org/officeDocument/2006/relationships/image" Target="../media/image8670.png"/><Relationship Id="rId12" Type="http://schemas.openxmlformats.org/officeDocument/2006/relationships/image" Target="../media/image876.png"/><Relationship Id="rId7" Type="http://schemas.openxmlformats.org/officeDocument/2006/relationships/image" Target="../media/image871.png"/><Relationship Id="rId17" Type="http://schemas.openxmlformats.org/officeDocument/2006/relationships/image" Target="../media/image881.png"/><Relationship Id="rId2" Type="http://schemas.openxmlformats.org/officeDocument/2006/relationships/image" Target="../media/image8660.png"/><Relationship Id="rId16" Type="http://schemas.openxmlformats.org/officeDocument/2006/relationships/image" Target="../media/image8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0.png"/><Relationship Id="rId11" Type="http://schemas.openxmlformats.org/officeDocument/2006/relationships/image" Target="../media/image875.png"/><Relationship Id="rId5" Type="http://schemas.openxmlformats.org/officeDocument/2006/relationships/image" Target="../media/image8690.png"/><Relationship Id="rId15" Type="http://schemas.openxmlformats.org/officeDocument/2006/relationships/image" Target="../media/image879.png"/><Relationship Id="rId10" Type="http://schemas.openxmlformats.org/officeDocument/2006/relationships/image" Target="../media/image874.png"/><Relationship Id="rId4" Type="http://schemas.openxmlformats.org/officeDocument/2006/relationships/image" Target="../media/image8680.png"/><Relationship Id="rId9" Type="http://schemas.openxmlformats.org/officeDocument/2006/relationships/image" Target="../media/image873.png"/><Relationship Id="rId14" Type="http://schemas.openxmlformats.org/officeDocument/2006/relationships/image" Target="../media/image878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8106839" cy="1948382"/>
          </a:xfrm>
        </p:spPr>
        <p:txBody>
          <a:bodyPr/>
          <a:lstStyle/>
          <a:p>
            <a:r>
              <a:rPr lang="en-US" dirty="0"/>
              <a:t>Unit – 3</a:t>
            </a:r>
            <a:br>
              <a:rPr lang="en-US" dirty="0"/>
            </a:br>
            <a:r>
              <a:rPr lang="en-IN" dirty="0"/>
              <a:t>Probability Distribution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&amp; Science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Probability &amp; Statistics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Mr. Dhvanik H. Zala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dhvanik.zala@darshan.ac.in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82385 88865</a:t>
            </a:r>
          </a:p>
        </p:txBody>
      </p:sp>
      <p:sp>
        <p:nvSpPr>
          <p:cNvPr id="11" name="Title 13">
            <a:extLst>
              <a:ext uri="{FF2B5EF4-FFF2-40B4-BE49-F238E27FC236}">
                <a16:creationId xmlns:a16="http://schemas.microsoft.com/office/drawing/2014/main" id="{F3B88914-E51B-4A33-96D7-EC0CE630740C}"/>
              </a:ext>
            </a:extLst>
          </p:cNvPr>
          <p:cNvSpPr txBox="1">
            <a:spLocks/>
          </p:cNvSpPr>
          <p:nvPr/>
        </p:nvSpPr>
        <p:spPr>
          <a:xfrm>
            <a:off x="559489" y="3496599"/>
            <a:ext cx="801907" cy="4687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400" dirty="0">
                <a:latin typeface="+mn-lt"/>
              </a:rPr>
              <a:t>CO3:</a:t>
            </a:r>
            <a:br>
              <a:rPr lang="en-US" sz="2400" dirty="0"/>
            </a:br>
            <a:endParaRPr lang="en-US" sz="2400" dirty="0">
              <a:latin typeface="+mn-lt"/>
            </a:endParaRP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BBA8A0F4-F547-438E-815A-3C41AF4A49EB}"/>
              </a:ext>
            </a:extLst>
          </p:cNvPr>
          <p:cNvSpPr txBox="1">
            <a:spLocks/>
          </p:cNvSpPr>
          <p:nvPr/>
        </p:nvSpPr>
        <p:spPr>
          <a:xfrm>
            <a:off x="1210012" y="3496599"/>
            <a:ext cx="7080636" cy="10897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just"/>
            <a:r>
              <a:rPr lang="en-US" sz="2400" dirty="0"/>
              <a:t>At the end of this Unit, students will be able to </a:t>
            </a:r>
            <a:r>
              <a:rPr lang="en-US" sz="2400" dirty="0">
                <a:solidFill>
                  <a:srgbClr val="FF0000"/>
                </a:solidFill>
              </a:rPr>
              <a:t>apply probability distributions to represent real-world phenomena.</a:t>
            </a:r>
            <a:endParaRPr lang="en-GB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4A3685E-0818-CE0D-36C9-8157301950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r="6193"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solidFill>
            <a:prstClr val="white"/>
          </a:solidFill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20B0-7A53-6ECF-973A-452CBE86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5463F266-ED0C-C765-993B-5D5F5AFF522B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B102D-7BC1-05D5-62EA-0ED23B637DE6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7B59D3-C16F-AD7B-55B3-6CDBBC7073FC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4032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0D66E8-DBBC-97F9-87E2-04D5390067AA}"/>
              </a:ext>
            </a:extLst>
          </p:cNvPr>
          <p:cNvSpPr txBox="1"/>
          <p:nvPr/>
        </p:nvSpPr>
        <p:spPr>
          <a:xfrm>
            <a:off x="1458964" y="560256"/>
            <a:ext cx="6154249" cy="4635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3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Discrete Probability Distributions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Binomial Distribution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Poisson Distribution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Continuous Probability Distributions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Exponential</a:t>
            </a:r>
            <a:r>
              <a:rPr lang="en-IN" sz="2800" dirty="0">
                <a:solidFill>
                  <a:srgbClr val="002060"/>
                </a:solidFill>
              </a:rPr>
              <a:t> Distribution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002060"/>
                </a:solidFill>
              </a:rPr>
              <a:t>Normal </a:t>
            </a:r>
            <a:r>
              <a:rPr lang="en-GB" sz="2800" dirty="0">
                <a:solidFill>
                  <a:srgbClr val="002060"/>
                </a:solidFill>
              </a:rPr>
              <a:t>Distribution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625D6E-0D2D-182D-E3C3-E70D57D46744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1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478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6680034" cy="5359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Outline of Unit 3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Introduction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Discrete Probability Distributions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Method 1 – Binomial Distribution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Method 2 – Poisson Distribution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Continuous Probability Distributions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002060"/>
                </a:solidFill>
              </a:rPr>
              <a:t>Method 3 – </a:t>
            </a:r>
            <a:r>
              <a:rPr lang="en-GB" sz="2800" dirty="0">
                <a:solidFill>
                  <a:srgbClr val="002060"/>
                </a:solidFill>
              </a:rPr>
              <a:t>Exponential</a:t>
            </a:r>
            <a:r>
              <a:rPr lang="en-IN" sz="2800" dirty="0">
                <a:solidFill>
                  <a:srgbClr val="002060"/>
                </a:solidFill>
              </a:rPr>
              <a:t> Distribution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Method 4 – </a:t>
            </a:r>
            <a:r>
              <a:rPr lang="en-IN" sz="2800" dirty="0">
                <a:solidFill>
                  <a:srgbClr val="002060"/>
                </a:solidFill>
              </a:rPr>
              <a:t>Normal </a:t>
            </a:r>
            <a:r>
              <a:rPr lang="en-GB" sz="2800" dirty="0">
                <a:solidFill>
                  <a:srgbClr val="002060"/>
                </a:solidFill>
              </a:rPr>
              <a:t>Distribution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783CB-CD6F-42CF-8BA5-118F6020C29C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spcAft>
                    <a:spcPts val="300"/>
                  </a:spcAft>
                </a:pPr>
                <a:r>
                  <a:rPr lang="en-US" dirty="0"/>
                  <a:t>Suppose an AI weather model is predicting tomorrow's weather.</a:t>
                </a:r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If I ask:</a:t>
                </a:r>
              </a:p>
              <a:p>
                <a:pPr marL="0" indent="0" algn="ctr">
                  <a:spcAft>
                    <a:spcPts val="300"/>
                  </a:spcAft>
                  <a:buNone/>
                </a:pPr>
                <a:r>
                  <a:rPr lang="en-US" dirty="0"/>
                  <a:t>What is the probability that tomorrow will be rainy?</a:t>
                </a:r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The model answers: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Rain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endParaRPr lang="en-US" dirty="0"/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This tells us the probability of one event only.</a:t>
                </a:r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But what if </a:t>
                </a:r>
              </a:p>
              <a:p>
                <a:pPr marL="0" indent="0" algn="ctr">
                  <a:spcAft>
                    <a:spcPts val="300"/>
                  </a:spcAft>
                  <a:buNone/>
                </a:pPr>
                <a:r>
                  <a:rPr lang="en-US" dirty="0"/>
                  <a:t>I want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complete picture of tomorrow's weather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39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A473-5E37-B11D-A2C4-B071388E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1DB584-E508-FB21-5D4B-2FE1BA6C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What is a Probability Distribution?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EE0827-57D4-C311-48F4-3617EAD97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3554458"/>
            <a:ext cx="11929641" cy="2899551"/>
          </a:xfrm>
        </p:spPr>
        <p:txBody>
          <a:bodyPr/>
          <a:lstStyle/>
          <a:p>
            <a:r>
              <a:rPr lang="en-US" dirty="0"/>
              <a:t>Now I know:</a:t>
            </a:r>
          </a:p>
          <a:p>
            <a:pPr lvl="1"/>
            <a:r>
              <a:rPr lang="en-US" dirty="0"/>
              <a:t>All possible weather conditions that may occur tomorrow.</a:t>
            </a:r>
          </a:p>
          <a:p>
            <a:pPr lvl="1"/>
            <a:r>
              <a:rPr lang="en-US" dirty="0"/>
              <a:t>The probability of each weather condition.</a:t>
            </a:r>
          </a:p>
          <a:p>
            <a:r>
              <a:rPr lang="en-US" dirty="0"/>
              <a:t>This complete description is called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Probability Distribution.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B2D48F-0BA4-0EDD-D580-6D261445C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70257"/>
              </p:ext>
            </p:extLst>
          </p:nvPr>
        </p:nvGraphicFramePr>
        <p:xfrm>
          <a:off x="2936009" y="989829"/>
          <a:ext cx="5418666" cy="2286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980771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2419138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Weather Tomorrow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3289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i="0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Sunny</a:t>
                      </a: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0.1</a:t>
                      </a:r>
                      <a:endParaRPr lang="en-IN" sz="24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7564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i="0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Cloudy</a:t>
                      </a: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0.2</a:t>
                      </a:r>
                      <a:endParaRPr lang="en-IN" sz="24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2609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i="0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Rainy</a:t>
                      </a: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0.6</a:t>
                      </a:r>
                      <a:endParaRPr lang="en-IN" sz="24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9137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i="0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Stormy</a:t>
                      </a: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buNone/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400" b="0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0.1</a:t>
                      </a:r>
                      <a:endParaRPr lang="en-IN" sz="24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776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12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4144-823D-D05A-E817-EB8D0B63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C5C2B6-274C-F920-9818-C6571F32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Probability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B3CB8F-B75E-AC28-B174-7D8456D3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866243"/>
          </a:xfrm>
        </p:spPr>
        <p:txBody>
          <a:bodyPr/>
          <a:lstStyle/>
          <a:p>
            <a:pPr lvl="0"/>
            <a:r>
              <a:rPr lang="en-US" dirty="0"/>
              <a:t>A </a:t>
            </a:r>
            <a:r>
              <a:rPr lang="en-US" b="1" dirty="0"/>
              <a:t>Probability Distribution</a:t>
            </a:r>
            <a:r>
              <a:rPr lang="en-US" dirty="0"/>
              <a:t> is a table, graph, or mathematical function that shows all possible values (or outcomes) of a random variable and the probability associated with each value.</a:t>
            </a:r>
            <a:endParaRPr lang="en-IN" dirty="0"/>
          </a:p>
          <a:p>
            <a:pPr lvl="1"/>
            <a:r>
              <a:rPr lang="en-IN" dirty="0"/>
              <a:t>A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probability</a:t>
            </a:r>
            <a:r>
              <a:rPr lang="en-IN" dirty="0"/>
              <a:t> tells us the chance of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one</a:t>
            </a:r>
            <a:r>
              <a:rPr lang="en-IN" dirty="0"/>
              <a:t> outcome. </a:t>
            </a:r>
          </a:p>
          <a:p>
            <a:pPr lvl="1"/>
            <a:r>
              <a:rPr lang="en-IN" dirty="0"/>
              <a:t>A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probability distribution</a:t>
            </a:r>
            <a:r>
              <a:rPr lang="en-IN" dirty="0"/>
              <a:t> tells us the chances of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all possible outcomes</a:t>
            </a:r>
            <a:r>
              <a:rPr lang="en-IN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88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14289"/>
              </a:xfrm>
            </p:spPr>
            <p:txBody>
              <a:bodyPr/>
              <a:lstStyle/>
              <a:p>
                <a:pPr>
                  <a:spcAft>
                    <a:spcPts val="300"/>
                  </a:spcAft>
                </a:pPr>
                <a:r>
                  <a:rPr lang="en-US" dirty="0"/>
                  <a:t>Imagine two questions: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US" dirty="0"/>
                  <a:t>How many students will be absent today?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US" dirty="0"/>
                  <a:t>How long will you wait for the next bus?</a:t>
                </a:r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Both involve uncertainty — but they are not the same kind of uncertainty.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US" dirty="0"/>
                  <a:t>In the first case, the answer can only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1, 2, 3, …</m:t>
                    </m:r>
                  </m:oMath>
                </a14:m>
                <a:r>
                  <a:rPr lang="en-US" dirty="0"/>
                  <a:t> — we can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count</a:t>
                </a:r>
                <a:r>
                  <a:rPr lang="en-US" dirty="0"/>
                  <a:t> the outcomes.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US" dirty="0"/>
                  <a:t>In the second case, the answer could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5.2</m:t>
                    </m:r>
                  </m:oMath>
                </a14:m>
                <a:r>
                  <a:rPr lang="en-US" dirty="0"/>
                  <a:t> minutes,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5.25</m:t>
                    </m:r>
                  </m:oMath>
                </a14:m>
                <a:r>
                  <a:rPr lang="en-US" dirty="0"/>
                  <a:t> minutes,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5.251</m:t>
                    </m:r>
                  </m:oMath>
                </a14:m>
                <a:r>
                  <a:rPr lang="en-US" dirty="0"/>
                  <a:t> minutes — 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measure</a:t>
                </a:r>
                <a:r>
                  <a:rPr lang="en-US" dirty="0"/>
                  <a:t> the outcome.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1428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02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8C19-3F61-9346-D310-7E53E21F1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9615DE-460D-2AAB-C3D2-3608313A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7E4F80-09E0-11FB-B5B9-81F80539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/>
            <a:r>
              <a:rPr lang="en-US" dirty="0"/>
              <a:t>This difference leads to two powerful ideas in probability:</a:t>
            </a:r>
            <a:endParaRPr lang="en-IN" dirty="0"/>
          </a:p>
          <a:p>
            <a:pPr marL="0" lv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(1) Discrete Probability Distributions (PMF)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When outcomes are countable, we use Discrete Probability Distributions, described by a Probability Mass Function (PMF).</a:t>
            </a:r>
            <a:endParaRPr lang="en-IN" dirty="0"/>
          </a:p>
          <a:p>
            <a:pPr lvl="1"/>
            <a:r>
              <a:rPr lang="en-US" dirty="0"/>
              <a:t>PMF assigns a probability to each countable value of a random variable.</a:t>
            </a:r>
            <a:endParaRPr lang="en-IN" dirty="0"/>
          </a:p>
          <a:p>
            <a:pPr lvl="1"/>
            <a:r>
              <a:rPr lang="en-US" dirty="0"/>
              <a:t>To model such situations, we study:</a:t>
            </a:r>
            <a:endParaRPr lang="en-IN" dirty="0"/>
          </a:p>
          <a:p>
            <a:pPr lvl="2"/>
            <a:r>
              <a:rPr lang="en-US" b="1" dirty="0"/>
              <a:t>Binomial Distribution</a:t>
            </a:r>
            <a:r>
              <a:rPr lang="en-US" dirty="0"/>
              <a:t> – counts successes in repeated trials</a:t>
            </a:r>
            <a:endParaRPr lang="en-IN" dirty="0"/>
          </a:p>
          <a:p>
            <a:pPr lvl="2"/>
            <a:r>
              <a:rPr lang="en-US" b="1" dirty="0"/>
              <a:t>Poisson Distribution</a:t>
            </a:r>
            <a:r>
              <a:rPr lang="en-US" dirty="0"/>
              <a:t> – counts occurrences of events in a fixed interval</a:t>
            </a:r>
          </a:p>
        </p:txBody>
      </p:sp>
    </p:spTree>
    <p:extLst>
      <p:ext uri="{BB962C8B-B14F-4D97-AF65-F5344CB8AC3E}">
        <p14:creationId xmlns:p14="http://schemas.microsoft.com/office/powerpoint/2010/main" val="133448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CCFD-529C-2D44-C46E-24302471D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E4720-CDE1-4A10-9361-A56D22B8C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57F095-5A3D-7F46-20CF-B83187318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/>
            <a:r>
              <a:rPr lang="en-US" dirty="0"/>
              <a:t>This difference leads to two powerful ideas in probability:</a:t>
            </a:r>
            <a:endParaRPr lang="en-IN" dirty="0"/>
          </a:p>
          <a:p>
            <a:pPr marL="0" lv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(2) Continuous Probability Distributions (PDF)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When outcomes are measurable and can take any value within an interval, we use Continuous Probability Distributions, described by a Probability Density Function (PDF).</a:t>
            </a:r>
            <a:endParaRPr lang="en-IN" dirty="0"/>
          </a:p>
          <a:p>
            <a:pPr lvl="1"/>
            <a:r>
              <a:rPr lang="en-US" dirty="0"/>
              <a:t>PDF describes how probability is distributed over a range of values.</a:t>
            </a:r>
            <a:endParaRPr lang="en-IN" dirty="0"/>
          </a:p>
          <a:p>
            <a:pPr lvl="1"/>
            <a:r>
              <a:rPr lang="en-US" dirty="0"/>
              <a:t>To model such situations, we study:</a:t>
            </a:r>
            <a:endParaRPr lang="en-IN" dirty="0"/>
          </a:p>
          <a:p>
            <a:pPr lvl="2"/>
            <a:r>
              <a:rPr lang="en-US" b="1" dirty="0"/>
              <a:t>Exponential Distribution</a:t>
            </a:r>
            <a:r>
              <a:rPr lang="en-US" dirty="0"/>
              <a:t> – models waiting time until the next event</a:t>
            </a:r>
            <a:endParaRPr lang="en-IN" dirty="0"/>
          </a:p>
          <a:p>
            <a:pPr lvl="2"/>
            <a:r>
              <a:rPr lang="en-US" b="1" dirty="0"/>
              <a:t>Normal Distribution</a:t>
            </a:r>
            <a:r>
              <a:rPr lang="en-US" dirty="0"/>
              <a:t> – models measurements that cluster around an average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29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2D3BD-F87C-BB6B-6F37-412BD760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2FC528-4C94-FB10-211D-B5F9FC22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different distributions?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78DB56-1333-9D2B-1D55-BA5502652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dirty="0"/>
              <a:t>Uncertainty in the real world does not come in one form.</a:t>
            </a:r>
          </a:p>
          <a:p>
            <a:pPr>
              <a:spcAft>
                <a:spcPts val="300"/>
              </a:spcAft>
            </a:pPr>
            <a:r>
              <a:rPr lang="en-US" dirty="0"/>
              <a:t>There are different kinds of randomness, and each kind behaves differently.</a:t>
            </a:r>
          </a:p>
          <a:p>
            <a:pPr>
              <a:spcAft>
                <a:spcPts val="300"/>
              </a:spcAft>
            </a:pPr>
            <a:r>
              <a:rPr lang="en-US" dirty="0"/>
              <a:t>Because randomness behaves differently in different situations, we need different probability distributions to model it correctly.</a:t>
            </a:r>
          </a:p>
          <a:p>
            <a:pPr>
              <a:spcAft>
                <a:spcPts val="300"/>
              </a:spcAft>
            </a:pPr>
            <a:r>
              <a:rPr lang="en-US" dirty="0"/>
              <a:t>These four distributions represent the four most common ways uncertainty appears in the real world.</a:t>
            </a:r>
          </a:p>
          <a:p>
            <a:pPr>
              <a:spcAft>
                <a:spcPts val="300"/>
              </a:spcAft>
            </a:pPr>
            <a:r>
              <a:rPr lang="en-US" dirty="0"/>
              <a:t>Different probability distributions exist because randomness itself has different forms, and each form needs its own mathematical description.</a:t>
            </a:r>
          </a:p>
        </p:txBody>
      </p:sp>
    </p:spTree>
    <p:extLst>
      <p:ext uri="{BB962C8B-B14F-4D97-AF65-F5344CB8AC3E}">
        <p14:creationId xmlns:p14="http://schemas.microsoft.com/office/powerpoint/2010/main" val="155875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1</a:t>
            </a:r>
            <a:br>
              <a:rPr lang="en-IN" dirty="0"/>
            </a:br>
            <a:r>
              <a:rPr lang="en-IN" dirty="0"/>
              <a:t>Binomial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03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E2EF-37A8-C28B-B438-CD708AEB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2C37A-97CA-77C7-E5A9-1EFBCACE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Bernoulli’s Trial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E5BC5C-C5EB-26F9-5D16-6CC418B333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A Bernoulli’s trial is a random experiment that satisfies all of the following conditions:</a:t>
                </a:r>
              </a:p>
              <a:p>
                <a:pPr marL="0" lvl="0" indent="0">
                  <a:buNone/>
                </a:pPr>
                <a:r>
                  <a:rPr lang="en-US" b="1" dirty="0"/>
                  <a:t>   (1) There are only two possible outcomes</a:t>
                </a:r>
                <a:endParaRPr lang="en-IN" dirty="0"/>
              </a:p>
              <a:p>
                <a:pPr lvl="1"/>
                <a:r>
                  <a:rPr lang="en-US" dirty="0"/>
                  <a:t>Success (S)</a:t>
                </a:r>
                <a:endParaRPr lang="en-IN" dirty="0"/>
              </a:p>
              <a:p>
                <a:pPr lvl="1"/>
                <a:r>
                  <a:rPr lang="en-US" dirty="0"/>
                  <a:t>Failure (F)</a:t>
                </a:r>
                <a:endParaRPr lang="en-IN" dirty="0"/>
              </a:p>
              <a:p>
                <a:pPr lvl="0"/>
                <a:r>
                  <a:rPr lang="en-US" dirty="0"/>
                  <a:t>Example: Consider a coin toss. </a:t>
                </a:r>
                <a:endParaRPr lang="en-IN" dirty="0"/>
              </a:p>
              <a:p>
                <a:pPr lvl="1"/>
                <a:r>
                  <a:rPr lang="en-US" dirty="0"/>
                  <a:t>There are only two outcomes: Head (H) and Tail (T)</a:t>
                </a:r>
                <a:endParaRPr lang="en-IN" dirty="0"/>
              </a:p>
              <a:p>
                <a:pPr lvl="1"/>
                <a:r>
                  <a:rPr lang="en-US" dirty="0"/>
                  <a:t>Suppose we are interested in getting a Head.</a:t>
                </a:r>
                <a:endParaRPr lang="en-IN" dirty="0"/>
              </a:p>
              <a:p>
                <a:pPr lvl="1"/>
                <a:r>
                  <a:rPr lang="en-US" dirty="0"/>
                  <a:t>Then: Success (S)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Head and Failure (F)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Tail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E5BC5C-C5EB-26F9-5D16-6CC418B33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0B65A61-06E2-2447-DBB9-1627F56567BE}"/>
              </a:ext>
            </a:extLst>
          </p:cNvPr>
          <p:cNvSpPr/>
          <p:nvPr/>
        </p:nvSpPr>
        <p:spPr>
          <a:xfrm>
            <a:off x="6632645" y="2101473"/>
            <a:ext cx="5493765" cy="12132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US" sz="2000" b="1" dirty="0">
                <a:solidFill>
                  <a:srgbClr val="FF0000"/>
                </a:solidFill>
              </a:rPr>
              <a:t>Important</a:t>
            </a:r>
          </a:p>
          <a:p>
            <a:pPr algn="ctr">
              <a:buClr>
                <a:schemeClr val="accent6"/>
              </a:buClr>
            </a:pPr>
            <a:r>
              <a:rPr lang="en-US" sz="2000" b="1" dirty="0">
                <a:solidFill>
                  <a:srgbClr val="000000"/>
                </a:solidFill>
              </a:rPr>
              <a:t>“Success” does not mean something good.</a:t>
            </a:r>
          </a:p>
          <a:p>
            <a:pPr algn="ctr">
              <a:buClr>
                <a:schemeClr val="accent6"/>
              </a:buClr>
            </a:pPr>
            <a:r>
              <a:rPr lang="en-US" sz="2000" b="1" dirty="0">
                <a:solidFill>
                  <a:srgbClr val="000000"/>
                </a:solidFill>
              </a:rPr>
              <a:t>It simply means the outcome we are interested in.</a:t>
            </a:r>
            <a:endParaRPr lang="en-IN" sz="2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2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8282-8D3B-92E8-515A-2DC12381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54CCCD-EB2E-E878-5574-568C8C70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Bernoulli’s 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7C7091-8038-EBF8-3C1E-9A0596E48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63838" cy="5772725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/>
                  <a:t>(2) The probability of success remains the same in each trial.</a:t>
                </a:r>
                <a:endParaRPr lang="en-IN" dirty="0"/>
              </a:p>
              <a:p>
                <a:pPr lvl="1"/>
                <a:r>
                  <a:rPr lang="en-US" dirty="0"/>
                  <a:t>i.e., Probability of success is constant.</a:t>
                </a:r>
                <a:endParaRPr lang="en-IN" dirty="0"/>
              </a:p>
              <a:p>
                <a:pPr lvl="2"/>
                <a:r>
                  <a:rPr lang="en-US" dirty="0"/>
                  <a:t>For a fair coin: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Head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dirty="0"/>
              </a:p>
              <a:p>
                <a:pPr lvl="2"/>
                <a:r>
                  <a:rPr lang="en-US" dirty="0"/>
                  <a:t>If Head is defined as Success,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on every toss.</a:t>
                </a:r>
                <a:endParaRPr lang="en-IN" dirty="0"/>
              </a:p>
              <a:p>
                <a:pPr lvl="2"/>
                <a:r>
                  <a:rPr lang="en-US" dirty="0"/>
                  <a:t>The probability does not change from one trial to another.</a:t>
                </a:r>
                <a:endParaRPr lang="en-IN" dirty="0"/>
              </a:p>
              <a:p>
                <a:pPr lvl="2"/>
                <a:r>
                  <a:rPr lang="en-US" dirty="0"/>
                  <a:t>Whether it is the 1</a:t>
                </a:r>
                <a:r>
                  <a:rPr lang="en-US" baseline="30000" dirty="0"/>
                  <a:t>st</a:t>
                </a:r>
                <a:r>
                  <a:rPr lang="en-US" dirty="0"/>
                  <a:t>  toss, 5</a:t>
                </a:r>
                <a:r>
                  <a:rPr lang="en-US" baseline="30000" dirty="0"/>
                  <a:t>th</a:t>
                </a:r>
                <a:r>
                  <a:rPr lang="en-US" dirty="0"/>
                  <a:t> toss, or 100</a:t>
                </a:r>
                <a:r>
                  <a:rPr lang="en-US" baseline="30000" dirty="0"/>
                  <a:t>th</a:t>
                </a:r>
                <a:r>
                  <a:rPr lang="en-US" dirty="0"/>
                  <a:t> toss, the probability of getting a Head remains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7C7091-8038-EBF8-3C1E-9A0596E48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63838" cy="5772725"/>
              </a:xfrm>
              <a:blipFill>
                <a:blip r:embed="rId2"/>
                <a:stretch>
                  <a:fillRect l="-1070" r="-10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06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A327-EE67-B8BF-189B-5CF32E13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E3CAFB-993A-8CFE-0685-C0EF7EFE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Bernoulli’s 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F1CF24-C135-7B3F-EA1B-F8FE42EF5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63838" cy="577272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(3) Each trial is independent.</a:t>
                </a:r>
                <a:endParaRPr lang="en-IN" dirty="0"/>
              </a:p>
              <a:p>
                <a:pPr lvl="1"/>
                <a:r>
                  <a:rPr lang="en-US" dirty="0"/>
                  <a:t>Suppose the first toss results in a Head.</a:t>
                </a:r>
                <a:endParaRPr lang="en-IN" dirty="0"/>
              </a:p>
              <a:p>
                <a:pPr marL="361950" lvl="1" indent="0" algn="ctr">
                  <a:buNone/>
                </a:pPr>
                <a:r>
                  <a:rPr lang="en-US" dirty="0"/>
                  <a:t>What is the probability of getting a Head on the second toss?</a:t>
                </a:r>
                <a:endParaRPr lang="en-IN" dirty="0"/>
              </a:p>
              <a:p>
                <a:pPr lvl="2"/>
                <a:r>
                  <a:rPr lang="en-US" dirty="0"/>
                  <a:t>Still,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Head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The first toss does not affect the second toss.</a:t>
                </a:r>
                <a:endParaRPr lang="en-IN" dirty="0"/>
              </a:p>
              <a:p>
                <a:pPr lvl="1"/>
                <a:r>
                  <a:rPr lang="en-US" dirty="0"/>
                  <a:t>Similarly, the second toss does not affect the third toss.</a:t>
                </a:r>
              </a:p>
              <a:p>
                <a:r>
                  <a:rPr lang="en-IN" dirty="0"/>
                  <a:t>Therefore, a coin toss is a Bernoulli Trial because it has exactly two outcomes, constant probability of success, and independent repetitions.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F1CF24-C135-7B3F-EA1B-F8FE42EF5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63838" cy="5772725"/>
              </a:xfrm>
              <a:blipFill>
                <a:blip r:embed="rId2"/>
                <a:stretch>
                  <a:fillRect l="-968" r="-10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12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CB48-2C63-D469-699E-050594A1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ADFB09-D0E0-0CCE-792B-5B5A94C7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583442-27FF-693B-ABAC-722FF39C64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2060820" cy="5845462"/>
              </a:xfrm>
            </p:spPr>
            <p:txBody>
              <a:bodyPr/>
              <a:lstStyle/>
              <a:p>
                <a:r>
                  <a:rPr lang="en-US" dirty="0"/>
                  <a:t>A Bernoulli Random Variable is a random variable associated with a Bernoulli trial that takes only two values: 1 (Success) and 0 (Failure).</a:t>
                </a:r>
              </a:p>
              <a:p>
                <a:pPr marL="0" indent="0" algn="ctr">
                  <a:buNone/>
                </a:pPr>
                <a:r>
                  <a:rPr lang="en-US" dirty="0"/>
                  <a:t>OR</a:t>
                </a:r>
              </a:p>
              <a:p>
                <a:r>
                  <a:rPr lang="en-US" dirty="0"/>
                  <a:t>Let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represent the outcome of a Bernoulli trial: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1 ;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if success occurs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   ;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if </m:t>
                              </m:r>
                              <m:r>
                                <m:rPr>
                                  <m:nor/>
                                </m:rPr>
                                <a:rPr lang="en-IN" b="0" i="0" smtClean="0"/>
                                <m:t>failure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 occurs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/>
              </a:p>
              <a:p>
                <a:pPr marL="269875" indent="0">
                  <a:buNone/>
                </a:pPr>
                <a:r>
                  <a:rPr lang="en-IN" dirty="0"/>
                  <a:t>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This random variable is called a Bernoulli random variable.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583442-27FF-693B-ABAC-722FF39C6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2060820" cy="5845462"/>
              </a:xfrm>
              <a:blipFill>
                <a:blip r:embed="rId2"/>
                <a:stretch>
                  <a:fillRect l="-961" r="-1011" b="-43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5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8A00-DFC6-5B0A-85D8-726B2D5E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058DF7-B6CD-3E30-B867-AECBE80F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BD55E8-56EA-3CBF-E810-107BE3927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2060820" cy="5845462"/>
              </a:xfrm>
            </p:spPr>
            <p:txBody>
              <a:bodyPr/>
              <a:lstStyle/>
              <a:p>
                <a:pPr lvl="0"/>
                <a:r>
                  <a:rPr lang="en-IN" dirty="0"/>
                  <a:t>Note that, </a:t>
                </a:r>
                <a:r>
                  <a:rPr lang="en-US" dirty="0"/>
                  <a:t>a Bernoulli Random Variable describes the outcome of a single Bernoulli trial.</a:t>
                </a:r>
                <a:endParaRPr lang="en-IN" dirty="0"/>
              </a:p>
              <a:p>
                <a:pPr lvl="0"/>
                <a:r>
                  <a:rPr lang="en-US" dirty="0"/>
                  <a:t>But in many real-life situations, we do not perform the experiment just once. </a:t>
                </a:r>
                <a:endParaRPr lang="en-IN" dirty="0"/>
              </a:p>
              <a:p>
                <a:pPr lvl="1"/>
                <a:r>
                  <a:rPr lang="en-US" dirty="0"/>
                  <a:t>Tossing a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times </a:t>
                </a:r>
                <a:endParaRPr lang="en-IN" dirty="0"/>
              </a:p>
              <a:p>
                <a:pPr lvl="1"/>
                <a:r>
                  <a:rPr lang="en-US" dirty="0"/>
                  <a:t>Testing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products </a:t>
                </a:r>
                <a:endParaRPr lang="en-IN" dirty="0"/>
              </a:p>
              <a:p>
                <a:pPr lvl="1"/>
                <a:r>
                  <a:rPr lang="en-US" dirty="0"/>
                  <a:t>Sending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emails </a:t>
                </a:r>
                <a:endParaRPr lang="en-IN" dirty="0"/>
              </a:p>
              <a:p>
                <a:pPr lvl="1"/>
                <a:r>
                  <a:rPr lang="en-US" dirty="0"/>
                  <a:t>Predicting whether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IN" dirty="0"/>
                  <a:t> students pass or fail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BD55E8-56EA-3CBF-E810-107BE3927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2060820" cy="5845462"/>
              </a:xfrm>
              <a:blipFill>
                <a:blip r:embed="rId2"/>
                <a:stretch>
                  <a:fillRect l="-961" r="-10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95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22D6B-66FB-9FB8-4D3B-6F84F24D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D5AB49-C685-F6CA-EE83-04FD58B4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FE51FA-2BC0-CAE1-5E4F-168A43F8F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6458526"/>
              </a:xfrm>
            </p:spPr>
            <p:txBody>
              <a:bodyPr/>
              <a:lstStyle/>
              <a:p>
                <a:pPr lvl="0"/>
                <a:r>
                  <a:rPr lang="en-IN" dirty="0"/>
                  <a:t>A Bernoulli Random Variable describes the outcome of a single trial.</a:t>
                </a:r>
              </a:p>
              <a:p>
                <a:pPr lvl="0"/>
                <a:r>
                  <a:rPr lang="en-IN" dirty="0"/>
                  <a:t>When a Bernoulli trial is repeated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IN" dirty="0"/>
                  <a:t> times and we count the number of successes, we obtain a </a:t>
                </a:r>
                <a:r>
                  <a:rPr lang="en-IN" b="1" dirty="0"/>
                  <a:t>Binomial Random Variable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1"/>
                <a:r>
                  <a:rPr lang="en-IN" dirty="0"/>
                  <a:t>The probability distribution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is called the </a:t>
                </a:r>
                <a:r>
                  <a:rPr lang="en-IN" b="1" dirty="0"/>
                  <a:t>Binomial Distribution.</a:t>
                </a:r>
              </a:p>
              <a:p>
                <a:pPr lvl="0"/>
                <a:r>
                  <a:rPr lang="en-IN" b="1" u="sng" dirty="0"/>
                  <a:t>Definition</a:t>
                </a:r>
                <a:endParaRPr lang="en-IN" u="sng" dirty="0"/>
              </a:p>
              <a:p>
                <a:pPr lvl="1"/>
                <a:r>
                  <a:rPr lang="en-US" dirty="0"/>
                  <a:t>The Binomial Distribution is the probability distribution of a random variable that represents the number of successes in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independent Bernoulli trials</a:t>
                </a:r>
                <a:r>
                  <a:rPr lang="en-US" dirty="0"/>
                  <a:t>, where each trial has the same probability of success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FE51FA-2BC0-CAE1-5E4F-168A43F8F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6458526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69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955E-BC36-AC2D-D6CB-EF88442E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90D1EA-C748-6F2D-1408-2D667A050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Binomial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7A1597-D86B-F940-2689-78F711A2D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866245"/>
              </a:xfrm>
            </p:spPr>
            <p:txBody>
              <a:bodyPr/>
              <a:lstStyle/>
              <a:p>
                <a:pPr lvl="0"/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Number of successes in </m:t>
                    </m:r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IN" i="0"/>
                      <m:t> Bernoulli trials</m:t>
                    </m:r>
                  </m:oMath>
                </a14:m>
                <a:r>
                  <a:rPr lang="en-IN" dirty="0"/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is called a Binomial Random Variable.</a:t>
                </a:r>
              </a:p>
              <a:p>
                <a:pPr lvl="0"/>
                <a:r>
                  <a:rPr lang="en-IN" dirty="0"/>
                  <a:t>If each trial has probability of success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dirty="0"/>
                  <a:t>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en-IN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 algn="ctr">
                  <a:buNone/>
                </a:pPr>
                <a:r>
                  <a:rPr lang="en-IN" dirty="0"/>
                  <a:t>[ read as: X follows a Binomial Distribution with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dirty="0"/>
                  <a:t> ]</a:t>
                </a:r>
              </a:p>
              <a:p>
                <a:pPr algn="l"/>
                <a:r>
                  <a:rPr lang="en-IN" dirty="0"/>
                  <a:t>Where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Number of trials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Probability of success in each trial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Probability of failure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7A1597-D86B-F940-2689-78F711A2D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866245"/>
              </a:xfrm>
              <a:blipFill>
                <a:blip r:embed="rId3"/>
                <a:stretch>
                  <a:fillRect l="-971" r="-1074" b="-1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46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83117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Examples:</a:t>
                </a:r>
                <a:endParaRPr lang="en-IN" dirty="0"/>
              </a:p>
              <a:p>
                <a:pPr lvl="1"/>
                <a:r>
                  <a:rPr lang="en-US" dirty="0"/>
                  <a:t>A box contains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bolts. If each bolt has a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of being defective, what is the probability that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bolts are defective?</a:t>
                </a:r>
                <a:endParaRPr lang="en-IN" dirty="0"/>
              </a:p>
              <a:p>
                <a:pPr lvl="1"/>
                <a:r>
                  <a:rPr lang="en-US" dirty="0"/>
                  <a:t>A coin is tossed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times. What is the probability of obtaining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heads?</a:t>
                </a:r>
                <a:endParaRPr lang="en-IN" dirty="0"/>
              </a:p>
              <a:p>
                <a:pPr lvl="1"/>
                <a:r>
                  <a:rPr lang="en-US" dirty="0"/>
                  <a:t>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births at a hospital, what is the probability that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 babies are female?</a:t>
                </a:r>
              </a:p>
              <a:p>
                <a:r>
                  <a:rPr lang="en-US" dirty="0"/>
                  <a:t>To solve such probability questions, we use the </a:t>
                </a:r>
                <a:r>
                  <a:rPr lang="en-US" b="1" i="1" dirty="0"/>
                  <a:t>Binomial Probability Mass Function</a:t>
                </a:r>
                <a:r>
                  <a:rPr lang="en-US" dirty="0"/>
                  <a:t> (PMF).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83117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61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1C56B-F295-062F-63CB-3FE9FE70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D9D105-9022-1D8D-1AC3-21B01183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A902DA1-E3C5-3DAE-7500-13A372593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83117"/>
              </a:xfrm>
            </p:spPr>
            <p:txBody>
              <a:bodyPr/>
              <a:lstStyle/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probability mass function</a:t>
                </a:r>
                <a:r>
                  <a:rPr lang="en-US" dirty="0"/>
                  <a:t> of a Binomial Random Variable is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</m:d>
                        </m:e>
                        <m:sup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;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</m:oMath>
                  </m:oMathPara>
                </a14:m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A902DA1-E3C5-3DAE-7500-13A372593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83117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9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D2C6-C274-0DD8-B67E-3EF2B44E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37664F-541D-9F45-0988-D5C995F202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Binomial Distribution : How to define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/>
                  <a:t>and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37664F-541D-9F45-0988-D5C995F20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B0F642-41AA-8CD7-A2CD-BD97327F3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3517899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</a:t>
                </a:r>
                <a:r>
                  <a:rPr lang="en-IN" dirty="0"/>
                  <a:t> </a:t>
                </a:r>
                <a:r>
                  <a:rPr lang="en-US" dirty="0"/>
                  <a:t>Tossing a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times and getting a head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times Head occurs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tosses</a:t>
                </a:r>
              </a:p>
              <a:p>
                <a:pPr lvl="2"/>
                <a:r>
                  <a:rPr lang="en-US" dirty="0"/>
                  <a:t>Possible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=0, 1, 2, 3, 4, 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latin typeface="+mj-lt"/>
                  </a:rPr>
                  <a:t>number of toss(trial) </a:t>
                </a:r>
                <a:r>
                  <a:rPr lang="en-IN" dirty="0">
                    <a:latin typeface="Cambria Math" panose="02040503050406030204" pitchFamily="18" charset="0"/>
                  </a:rPr>
                  <a:t>= 5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probability of head in one toss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B0F642-41AA-8CD7-A2CD-BD97327F3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3517899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CBCBBDC-1C83-ACA3-05CA-5344032691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5568" y="3051463"/>
                <a:ext cx="849469" cy="10945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type m:val="skw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CBCBBDC-1C83-ACA3-05CA-534403269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568" y="3051463"/>
                <a:ext cx="849469" cy="10945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9F44CDB-58BA-E3DE-A979-30B70D601C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553" y="3991266"/>
                <a:ext cx="2508112" cy="8197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9F44CDB-58BA-E3DE-A979-30B70D601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53" y="3991266"/>
                <a:ext cx="2508112" cy="819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C4ADC59D-4E26-6828-FCE1-9DA22C3E5C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163" y="4561609"/>
                <a:ext cx="2508112" cy="1423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C4ADC59D-4E26-6828-FCE1-9DA22C3E5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63" y="4561609"/>
                <a:ext cx="2508112" cy="1423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F40E2DDA-776A-A26F-9D2D-E74324C573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54658" y="4561609"/>
                <a:ext cx="1387405" cy="1423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F40E2DDA-776A-A26F-9D2D-E74324C57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58" y="4561609"/>
                <a:ext cx="1387405" cy="1423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32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/>
      <p:bldP spid="3" grpId="0" uiExpand="1" build="p"/>
      <p:bldP spid="6" grpId="0" uiExpand="1" build="p"/>
      <p:bldP spid="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5130-5569-D351-A1B7-6EBEB1FE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A0AD92-6EC6-DD0C-AA8A-1343152F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Conditions for a Binomial Experiment – Remember 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C6F2B7-161A-DB5A-1127-9FF14762A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11201"/>
                <a:ext cx="11319602" cy="5751944"/>
              </a:xfrm>
            </p:spPr>
            <p:txBody>
              <a:bodyPr/>
              <a:lstStyle/>
              <a:p>
                <a:pPr lvl="0"/>
                <a:r>
                  <a:rPr lang="en-US" dirty="0"/>
                  <a:t>An experiment is Binomial if all these conditions are satisfied:</a:t>
                </a:r>
                <a:endParaRPr lang="en-IN" dirty="0"/>
              </a:p>
              <a:p>
                <a:pPr lvl="1"/>
                <a:r>
                  <a:rPr lang="en-US" b="1" dirty="0"/>
                  <a:t>Fixed</a:t>
                </a:r>
                <a:r>
                  <a:rPr lang="en-US" dirty="0"/>
                  <a:t> number of trials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fixed in advance) ---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</a:t>
                </a:r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Each trial has only </a:t>
                </a:r>
                <a:r>
                  <a:rPr lang="en-US" b="1" dirty="0"/>
                  <a:t>two</a:t>
                </a:r>
                <a:r>
                  <a:rPr lang="en-US" dirty="0"/>
                  <a:t> outcomes (success / failure) ---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</a:t>
                </a:r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Trials are </a:t>
                </a:r>
                <a:r>
                  <a:rPr lang="en-US" b="1" dirty="0"/>
                  <a:t>independent</a:t>
                </a:r>
                <a:r>
                  <a:rPr lang="en-US" dirty="0"/>
                  <a:t> ---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</a:t>
                </a:r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Probability of success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/>
                  <a:t> remains </a:t>
                </a:r>
                <a:r>
                  <a:rPr lang="en-US" b="1" dirty="0"/>
                  <a:t>constant</a:t>
                </a:r>
                <a:r>
                  <a:rPr lang="en-US" dirty="0"/>
                  <a:t>/does not change from trial to trial ---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</a:t>
                </a:r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dirty="0"/>
                  <a:t>If any one condition fails, it is not Binomial.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C6F2B7-161A-DB5A-1127-9FF14762A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11201"/>
                <a:ext cx="11319602" cy="5751944"/>
              </a:xfrm>
              <a:blipFill>
                <a:blip r:embed="rId2"/>
                <a:stretch>
                  <a:fillRect l="-1024" r="-11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9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The following are Binomial Experiments</a:t>
                </a:r>
              </a:p>
              <a:p>
                <a:pPr lvl="1"/>
                <a:r>
                  <a:rPr lang="en-US" dirty="0"/>
                  <a:t>Toss a fair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times and record the number of heads.</a:t>
                </a:r>
              </a:p>
              <a:p>
                <a:pPr lvl="1"/>
                <a:r>
                  <a:rPr lang="en-US" dirty="0"/>
                  <a:t>Roll three dice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times and record the number of times a total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occurs.</a:t>
                </a:r>
              </a:p>
              <a:p>
                <a:pPr lvl="1"/>
                <a:r>
                  <a:rPr lang="en-US" dirty="0"/>
                  <a:t>Draw a card from an ordinary pack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dirty="0"/>
                  <a:t> playing cards and record whether it is a spade or not. Repeat the experiment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times, replacing the card after each trial.</a:t>
                </a:r>
                <a:r>
                  <a:rPr lang="en-US" dirty="0">
                    <a:solidFill>
                      <a:srgbClr val="002060"/>
                    </a:solidFill>
                  </a:rPr>
                  <a:t>er of heads obtained</a:t>
                </a:r>
              </a:p>
              <a:p>
                <a:pPr lvl="1"/>
                <a:r>
                  <a:rPr lang="en-US" dirty="0"/>
                  <a:t>A machine produces bolts. From a large production lot,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bolts are selected at random, and the number of defective bolts is recorded.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8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2EF7-FC9B-296A-CDB6-57B7F5C1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79DCAF-B078-1780-7167-1A2E300A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C6D030-7C63-8651-BA2D-3464112E5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42809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The following are not Binomial experiments:</a:t>
                </a:r>
              </a:p>
              <a:p>
                <a:pPr lvl="1"/>
                <a:r>
                  <a:rPr lang="en-US" dirty="0"/>
                  <a:t>Toss a fair coin until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heads are obtained.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not fixed before the experiment.)</a:t>
                </a:r>
              </a:p>
              <a:p>
                <a:pPr lvl="1"/>
                <a:r>
                  <a:rPr lang="en-US" dirty="0"/>
                  <a:t>Draw a card from an ordinary pack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dirty="0"/>
                  <a:t> playing cards and record whether it is a spade or not. Repeat the experiment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times without replacing the card after each trial. (Trials are not independent;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changes from trial to trial.)</a:t>
                </a:r>
              </a:p>
              <a:p>
                <a:pPr lvl="1"/>
                <a:r>
                  <a:rPr lang="en-US" dirty="0"/>
                  <a:t>Draw a card from an ordinary pack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dirty="0"/>
                  <a:t> playing cards and record whether it is a spade, heart, diamond or club. Repeat the experiment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times, replacing the card after each trial. (There are four possible outcomes.)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C6D030-7C63-8651-BA2D-3464112E5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73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4349171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of binomial distribution is defined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𝐄</m:t>
                    </m:r>
                    <m:d>
                      <m:dPr>
                        <m:ctrlP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np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</a:t>
                </a:r>
                <a:r>
                  <a:rPr lang="en-US" dirty="0"/>
                  <a:t> of binomial distribution is defined as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𝐧𝐩𝐪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standard deviation</a:t>
                </a:r>
                <a:r>
                  <a:rPr lang="en-US" dirty="0"/>
                  <a:t> of binomial distribution is defined as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𝛔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𝐧𝐩𝐪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434917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99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27795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For the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=20,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r>
                  <a:rPr lang="en-US" dirty="0"/>
                  <a:t>. Find mean, variance and standard deviation.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277956"/>
              </a:xfrm>
              <a:prstGeom prst="rect">
                <a:avLst/>
              </a:prstGeom>
              <a:blipFill>
                <a:blip r:embed="rId2"/>
                <a:stretch>
                  <a:fillRect l="-1074" r="-1074" b="-8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30491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2147038"/>
                <a:ext cx="4820705" cy="267765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>
                  <a:lnSpc>
                    <a:spcPct val="150000"/>
                  </a:lnSpc>
                  <a:buClr>
                    <a:srgbClr val="B84742"/>
                  </a:buClr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=20,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endParaRPr lang="en-IN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lvl="0" indent="0" algn="l">
                  <a:lnSpc>
                    <a:spcPct val="150000"/>
                  </a:lnSpc>
                  <a:buClr>
                    <a:srgbClr val="B84742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=1−0.35=0.65</m:t>
                      </m:r>
                    </m:oMath>
                  </m:oMathPara>
                </a14:m>
                <a:endParaRPr lang="en-US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147038"/>
                <a:ext cx="4820705" cy="2677656"/>
              </a:xfrm>
              <a:prstGeom prst="rect">
                <a:avLst/>
              </a:prstGeom>
              <a:blipFill>
                <a:blip r:embed="rId3"/>
                <a:stretch>
                  <a:fillRect l="-2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1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323" y="798285"/>
                <a:ext cx="5935832" cy="564770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363538" indent="-363538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363538" indent="-363538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npq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363538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0.35</m:t>
                          </m:r>
                        </m:e>
                      </m:d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363538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=4.55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3" y="798285"/>
                <a:ext cx="5935832" cy="5647700"/>
              </a:xfrm>
              <a:prstGeom prst="rect">
                <a:avLst/>
              </a:prstGeom>
              <a:blipFill>
                <a:blip r:embed="rId2"/>
                <a:stretch>
                  <a:fillRect l="-2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371772" y="883820"/>
                <a:ext cx="5631542" cy="2913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  <a:tab pos="45720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Also, standard deviation, </a:t>
                </a: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269875" algn="l"/>
                    <a:tab pos="457200" algn="l"/>
                  </a:tabLst>
                </a:pPr>
                <a:r>
                  <a:rPr lang="en-US" sz="28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npq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=2.1331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772" y="883820"/>
                <a:ext cx="5631542" cy="2913362"/>
              </a:xfrm>
              <a:prstGeom prst="rect">
                <a:avLst/>
              </a:prstGeom>
              <a:blipFill>
                <a:blip r:embed="rId3"/>
                <a:stretch>
                  <a:fillRect l="-21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H="1">
            <a:off x="5921062" y="933828"/>
            <a:ext cx="12879" cy="551215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15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95590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Obtain the binomial distribution function for which mean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and variance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955901"/>
              </a:xfrm>
              <a:prstGeom prst="rect">
                <a:avLst/>
              </a:prstGeom>
              <a:blipFill>
                <a:blip r:embed="rId2"/>
                <a:stretch>
                  <a:fillRect l="-1074" b="-32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010327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210" y="1884528"/>
                <a:ext cx="4862238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210" y="1884528"/>
                <a:ext cx="4862238" cy="665631"/>
              </a:xfrm>
              <a:prstGeom prst="rect">
                <a:avLst/>
              </a:prstGeom>
              <a:blipFill>
                <a:blip r:embed="rId3"/>
                <a:stretch>
                  <a:fillRect l="-25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952857" y="1870377"/>
                <a:ext cx="4742518" cy="34522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We know that,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=1−0.5⇒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eq.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857" y="1870377"/>
                <a:ext cx="4742518" cy="3452227"/>
              </a:xfrm>
              <a:prstGeom prst="rect">
                <a:avLst/>
              </a:prstGeom>
              <a:blipFill>
                <a:blip r:embed="rId4"/>
                <a:stretch>
                  <a:fillRect l="-26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6558448" y="1988438"/>
            <a:ext cx="0" cy="450000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719629" y="2822949"/>
            <a:ext cx="9046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Now,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19629" y="3477686"/>
                <a:ext cx="4240566" cy="25952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npq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⇒5=</m:t>
                    </m:r>
                    <m:d>
                      <m:dPr>
                        <m:ctrl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   </a:t>
                </a:r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</a:rPr>
                  <a:t>(By (1))</a:t>
                </a:r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629" y="3477686"/>
                <a:ext cx="4240566" cy="25952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24267" y="2666641"/>
                <a:ext cx="383887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--------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267" y="2666641"/>
                <a:ext cx="3838878" cy="665631"/>
              </a:xfrm>
              <a:prstGeom prst="rect">
                <a:avLst/>
              </a:prstGeom>
              <a:blipFill>
                <a:blip r:embed="rId6"/>
                <a:stretch>
                  <a:fillRect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7270379" y="1688719"/>
            <a:ext cx="158314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494442" y="1688719"/>
            <a:ext cx="174145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93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4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323" y="798285"/>
                <a:ext cx="11284978" cy="33027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IN" dirty="0">
                    <a:solidFill>
                      <a:srgbClr val="002060"/>
                    </a:solidFill>
                  </a:rPr>
                  <a:t>Binomial distribution function is,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;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sSup>
                        <m:sSupPr>
                          <m:ctrl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;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1, 2,…,20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3" y="798285"/>
                <a:ext cx="11284978" cy="3302764"/>
              </a:xfrm>
              <a:prstGeom prst="rect">
                <a:avLst/>
              </a:prstGeom>
              <a:blipFill>
                <a:blip r:embed="rId2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65872" y="1000757"/>
                <a:ext cx="1476000" cy="81173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72" y="1000757"/>
                <a:ext cx="1476000" cy="811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65872" y="1963360"/>
                <a:ext cx="1476000" cy="81173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72" y="1963360"/>
                <a:ext cx="1476000" cy="811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65872" y="2925963"/>
                <a:ext cx="1476000" cy="81173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72" y="2925963"/>
                <a:ext cx="1476000" cy="811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64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4" grpId="0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11025"/>
                <a:ext cx="11929643" cy="200076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12%</m:t>
                    </m:r>
                  </m:oMath>
                </a14:m>
                <a:r>
                  <a:rPr lang="en-US" dirty="0"/>
                  <a:t> of the tablets produced by a tablet machine are defective. What is the probability that out of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tablets produced by the machine,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are defective?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1025"/>
                <a:ext cx="11929643" cy="2000764"/>
              </a:xfrm>
              <a:prstGeom prst="rect">
                <a:avLst/>
              </a:prstGeom>
              <a:blipFill>
                <a:blip r:embed="rId2"/>
                <a:stretch>
                  <a:fillRect l="-1074" r="-1074" b="-12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97571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2866527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No. of defective tablets </a:t>
                </a:r>
                <a:r>
                  <a:rPr lang="en-IN" dirty="0">
                    <a:solidFill>
                      <a:srgbClr val="002060"/>
                    </a:solidFill>
                  </a:rPr>
                  <a:t>in a random sample of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tablets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866527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cxnSpLocks/>
          </p:cNvCxnSpPr>
          <p:nvPr/>
        </p:nvCxnSpPr>
        <p:spPr>
          <a:xfrm>
            <a:off x="3862316" y="2141509"/>
            <a:ext cx="424259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673527" y="1591772"/>
            <a:ext cx="431312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1910" y="2712678"/>
            <a:ext cx="196780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B40118-A930-726C-048C-9C24D1D656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489627"/>
                <a:ext cx="8609448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B40118-A930-726C-048C-9C24D1D65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489627"/>
                <a:ext cx="8609448" cy="665631"/>
              </a:xfrm>
              <a:prstGeom prst="rect">
                <a:avLst/>
              </a:prstGeom>
              <a:blipFill>
                <a:blip r:embed="rId4"/>
                <a:stretch>
                  <a:fillRect l="-1487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77E3818-BCEB-90CA-43A2-C9A9A79411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155258"/>
                <a:ext cx="533480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No. of tablets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77E3818-BCEB-90CA-43A2-C9A9A7941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155258"/>
                <a:ext cx="5334803" cy="665631"/>
              </a:xfrm>
              <a:prstGeom prst="rect">
                <a:avLst/>
              </a:prstGeom>
              <a:blipFill>
                <a:blip r:embed="rId5"/>
                <a:stretch>
                  <a:fillRect l="-240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01E258-C5E2-14A7-59E6-D2ED298ADC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5396" y="4748248"/>
                <a:ext cx="9191339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probability that a tablet is defective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=12%=0.12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01E258-C5E2-14A7-59E6-D2ED298AD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396" y="4748248"/>
                <a:ext cx="9191339" cy="665631"/>
              </a:xfrm>
              <a:prstGeom prst="rect">
                <a:avLst/>
              </a:prstGeom>
              <a:blipFill>
                <a:blip r:embed="rId6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53F6DE1-220A-6284-D539-EB8A788AE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5396" y="5381344"/>
                <a:ext cx="7196285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probability that a tablet is non - defective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53F6DE1-220A-6284-D539-EB8A788A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396" y="5381344"/>
                <a:ext cx="7196285" cy="665631"/>
              </a:xfrm>
              <a:prstGeom prst="rect">
                <a:avLst/>
              </a:prstGeom>
              <a:blipFill>
                <a:blip r:embed="rId7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3E2D27A-3FED-FF0F-B7FD-417A27C271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18591" y="5941407"/>
                <a:ext cx="3292767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=0.88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3E2D27A-3FED-FF0F-B7FD-417A27C27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591" y="5941407"/>
                <a:ext cx="3292767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92392C-A91F-DDE8-E62A-544454620D23}"/>
                  </a:ext>
                </a:extLst>
              </p:cNvPr>
              <p:cNvSpPr/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92392C-A91F-DDE8-E62A-544454620D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26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4" grpId="0" uiExpand="1" build="p"/>
      <p:bldP spid="6" grpId="0" uiExpand="1" build="p"/>
      <p:bldP spid="7" grpId="0" uiExpand="1" build="p"/>
      <p:bldP spid="11" grpId="0" uiExpand="1" build="p"/>
      <p:bldP spid="12" grpId="0" uiExpand="1" build="p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1506" y="711201"/>
                <a:ext cx="9196871" cy="398019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The required probability is</a:t>
                </a:r>
              </a:p>
              <a:p>
                <a:pPr marL="446088" indent="-446088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0.12</m:t>
                              </m:r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0.88</m:t>
                              </m:r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20−5</m:t>
                          </m:r>
                        </m:sup>
                      </m:sSup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0.0567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06" y="711201"/>
                <a:ext cx="9196871" cy="3980192"/>
              </a:xfrm>
              <a:prstGeom prst="rect">
                <a:avLst/>
              </a:prstGeom>
              <a:blipFill>
                <a:blip r:embed="rId2"/>
                <a:stretch>
                  <a:fillRect l="-1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2826568"/>
                <a:ext cx="1686280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2826568"/>
                <a:ext cx="1686280" cy="746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3723078"/>
                <a:ext cx="1686280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3723078"/>
                <a:ext cx="1686280" cy="746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4619588"/>
                <a:ext cx="1686280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4619588"/>
                <a:ext cx="1686280" cy="746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1930058"/>
                <a:ext cx="1669312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1930058"/>
                <a:ext cx="1669312" cy="7467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1946537-FD37-3096-440B-BCFEEA3E9B58}"/>
                  </a:ext>
                </a:extLst>
              </p:cNvPr>
              <p:cNvSpPr/>
              <p:nvPr/>
            </p:nvSpPr>
            <p:spPr>
              <a:xfrm>
                <a:off x="9793080" y="932018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1946537-FD37-3096-440B-BCFEEA3E9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080" y="932018"/>
                <a:ext cx="2217414" cy="7467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48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10326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A pair of fair dice is thrown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times. Find the probability of obtaining a sum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at least once.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1032649"/>
              </a:xfrm>
              <a:prstGeom prst="rect">
                <a:avLst/>
              </a:prstGeom>
              <a:blipFill>
                <a:blip r:embed="rId2"/>
                <a:stretch>
                  <a:fillRect l="-1074" t="-1775" r="-1074" b="-13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05092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262" y="1934995"/>
                <a:ext cx="10405556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times the sum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appears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tosses of a pair of dice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2" y="1934995"/>
                <a:ext cx="10405556" cy="665631"/>
              </a:xfrm>
              <a:prstGeom prst="rect">
                <a:avLst/>
              </a:prstGeom>
              <a:blipFill>
                <a:blip r:embed="rId3"/>
                <a:stretch>
                  <a:fillRect l="-1231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55263" y="3828669"/>
                <a:ext cx="10300175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number of tosses (trials)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Also, Getting a sum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at least once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(</a:t>
                </a:r>
                <a:r>
                  <a:rPr lang="en-US" sz="2800" dirty="0">
                    <a:solidFill>
                      <a:srgbClr val="002060"/>
                    </a:solidFill>
                  </a:rPr>
                  <a:t>Success</a:t>
                </a:r>
                <a:r>
                  <a:rPr lang="en-IN" sz="2800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3" y="3828669"/>
                <a:ext cx="10300175" cy="1311962"/>
              </a:xfrm>
              <a:prstGeom prst="rect">
                <a:avLst/>
              </a:prstGeom>
              <a:blipFill>
                <a:blip r:embed="rId4"/>
                <a:stretch>
                  <a:fillRect l="-124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F644A-82A6-869C-5D29-72F1B13298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264" y="3188365"/>
                <a:ext cx="10405556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F644A-82A6-869C-5D29-72F1B1329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4" y="3188365"/>
                <a:ext cx="10405556" cy="665631"/>
              </a:xfrm>
              <a:prstGeom prst="rect">
                <a:avLst/>
              </a:prstGeom>
              <a:blipFill>
                <a:blip r:embed="rId5"/>
                <a:stretch>
                  <a:fillRect l="-123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EAA01C-0AB0-DDCD-A064-1FE4B28C4314}"/>
                  </a:ext>
                </a:extLst>
              </p:cNvPr>
              <p:cNvSpPr/>
              <p:nvPr/>
            </p:nvSpPr>
            <p:spPr>
              <a:xfrm>
                <a:off x="1655264" y="5187771"/>
                <a:ext cx="103001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Probability of getting sum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in one toss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EAA01C-0AB0-DDCD-A064-1FE4B28C43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4" y="5187771"/>
                <a:ext cx="10300175" cy="665631"/>
              </a:xfrm>
              <a:prstGeom prst="rect">
                <a:avLst/>
              </a:prstGeom>
              <a:blipFill>
                <a:blip r:embed="rId6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A0752AB-DBC1-68E7-4BA0-DB8D9CB4ADFB}"/>
                  </a:ext>
                </a:extLst>
              </p:cNvPr>
              <p:cNvSpPr/>
              <p:nvPr/>
            </p:nvSpPr>
            <p:spPr>
              <a:xfrm>
                <a:off x="1625597" y="5900542"/>
                <a:ext cx="804833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Now, total outcomes when two dice are thrown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A0752AB-DBC1-68E7-4BA0-DB8D9CB4A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900542"/>
                <a:ext cx="8048339" cy="665631"/>
              </a:xfrm>
              <a:prstGeom prst="rect">
                <a:avLst/>
              </a:prstGeom>
              <a:blipFill>
                <a:blip r:embed="rId7"/>
                <a:stretch>
                  <a:fillRect l="-159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77A17F-94DD-E167-AFF6-0DB38D459A3B}"/>
                  </a:ext>
                </a:extLst>
              </p:cNvPr>
              <p:cNvSpPr/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77A17F-94DD-E167-AFF6-0DB38D459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30183C8-8A63-D4DD-BC26-3DBE3D16C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263" y="2561680"/>
                <a:ext cx="574306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The Possible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0, 1, 2, 3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30183C8-8A63-D4DD-BC26-3DBE3D16C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3" y="2561680"/>
                <a:ext cx="5743064" cy="665631"/>
              </a:xfrm>
              <a:prstGeom prst="rect">
                <a:avLst/>
              </a:prstGeom>
              <a:blipFill>
                <a:blip r:embed="rId9"/>
                <a:stretch>
                  <a:fillRect l="-222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05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3" grpId="0" uiExpand="1" build="p"/>
      <p:bldP spid="6" grpId="0" animBg="1"/>
      <p:bldP spid="1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84F6-45A9-CDD7-9DA6-A81185CE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5D41-3F09-5499-FCFF-F5F25CCC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16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FB463F0-B8E4-C717-07EA-BC629A5C4449}"/>
                  </a:ext>
                </a:extLst>
              </p:cNvPr>
              <p:cNvSpPr/>
              <p:nvPr/>
            </p:nvSpPr>
            <p:spPr>
              <a:xfrm>
                <a:off x="138192" y="711201"/>
                <a:ext cx="103001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Probability of getting sum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in one toss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FB463F0-B8E4-C717-07EA-BC629A5C4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711201"/>
                <a:ext cx="10300175" cy="665631"/>
              </a:xfrm>
              <a:prstGeom prst="rect">
                <a:avLst/>
              </a:prstGeom>
              <a:blipFill>
                <a:blip r:embed="rId2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1FCC54-E08D-7933-CFEB-678997A013F6}"/>
                  </a:ext>
                </a:extLst>
              </p:cNvPr>
              <p:cNvSpPr/>
              <p:nvPr/>
            </p:nvSpPr>
            <p:spPr>
              <a:xfrm>
                <a:off x="138192" y="1442172"/>
                <a:ext cx="804833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total outcomes when two dice are thrown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1FCC54-E08D-7933-CFEB-678997A013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1442172"/>
                <a:ext cx="8048339" cy="665631"/>
              </a:xfrm>
              <a:prstGeom prst="rect">
                <a:avLst/>
              </a:prstGeom>
              <a:blipFill>
                <a:blip r:embed="rId3"/>
                <a:stretch>
                  <a:fillRect l="-159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ADFD8F0-D8B3-6A6A-E499-6EB339EE1BDA}"/>
                  </a:ext>
                </a:extLst>
              </p:cNvPr>
              <p:cNvSpPr/>
              <p:nvPr/>
            </p:nvSpPr>
            <p:spPr>
              <a:xfrm>
                <a:off x="138192" y="2218712"/>
                <a:ext cx="11790572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The favourable outcomes for obtaining a sum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are: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ADFD8F0-D8B3-6A6A-E499-6EB339EE1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2218712"/>
                <a:ext cx="11790572" cy="1311962"/>
              </a:xfrm>
              <a:prstGeom prst="rect">
                <a:avLst/>
              </a:prstGeom>
              <a:blipFill>
                <a:blip r:embed="rId4"/>
                <a:stretch>
                  <a:fillRect l="-1086" r="-10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0091D7-75A6-7919-A161-EC698A43BC33}"/>
                  </a:ext>
                </a:extLst>
              </p:cNvPr>
              <p:cNvSpPr/>
              <p:nvPr/>
            </p:nvSpPr>
            <p:spPr>
              <a:xfrm>
                <a:off x="138192" y="3661354"/>
                <a:ext cx="2406075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0091D7-75A6-7919-A161-EC698A43BC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3661354"/>
                <a:ext cx="2406075" cy="1306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578B343-A199-209A-DE09-A725A9D84AF3}"/>
                  </a:ext>
                </a:extLst>
              </p:cNvPr>
              <p:cNvSpPr/>
              <p:nvPr/>
            </p:nvSpPr>
            <p:spPr>
              <a:xfrm>
                <a:off x="138192" y="5038185"/>
                <a:ext cx="3810353" cy="1319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578B343-A199-209A-DE09-A725A9D84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5038185"/>
                <a:ext cx="3810353" cy="1319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43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16 (Continue)</a:t>
            </a:r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0C88CCD-ABF6-487A-A003-269BE830EF70}"/>
              </a:ext>
            </a:extLst>
          </p:cNvPr>
          <p:cNvSpPr txBox="1">
            <a:spLocks/>
          </p:cNvSpPr>
          <p:nvPr/>
        </p:nvSpPr>
        <p:spPr>
          <a:xfrm>
            <a:off x="153401" y="695713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075528" y="902918"/>
                <a:ext cx="4963071" cy="104599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US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</m:d>
                        </m:e>
                        <m:sup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𝐪</m:t>
                              </m:r>
                            </m:e>
                          </m:d>
                        </m:e>
                        <m:sup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528" y="902918"/>
                <a:ext cx="4963071" cy="1045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48E22A-1CB8-9F3F-A89A-0FDEDF525079}"/>
                  </a:ext>
                </a:extLst>
              </p:cNvPr>
              <p:cNvSpPr/>
              <p:nvPr/>
            </p:nvSpPr>
            <p:spPr>
              <a:xfrm>
                <a:off x="10487915" y="2089437"/>
                <a:ext cx="1550684" cy="73146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48E22A-1CB8-9F3F-A89A-0FDEDF525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915" y="2089437"/>
                <a:ext cx="1550684" cy="731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CE49FC-8A2B-702A-3C52-5F796D86F904}"/>
                  </a:ext>
                </a:extLst>
              </p:cNvPr>
              <p:cNvSpPr/>
              <p:nvPr/>
            </p:nvSpPr>
            <p:spPr>
              <a:xfrm>
                <a:off x="10487915" y="2969871"/>
                <a:ext cx="1550684" cy="102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CE49FC-8A2B-702A-3C52-5F796D86F9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915" y="2969871"/>
                <a:ext cx="1550684" cy="10264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2D0B15-725B-C9B0-CC2A-753604E44CBD}"/>
                  </a:ext>
                </a:extLst>
              </p:cNvPr>
              <p:cNvSpPr/>
              <p:nvPr/>
            </p:nvSpPr>
            <p:spPr>
              <a:xfrm>
                <a:off x="10487915" y="4214894"/>
                <a:ext cx="1550684" cy="102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2D0B15-725B-C9B0-CC2A-753604E44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915" y="4214894"/>
                <a:ext cx="1550684" cy="10264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6C7F4A-A277-D81C-0E02-81AEF796871C}"/>
                  </a:ext>
                </a:extLst>
              </p:cNvPr>
              <p:cNvSpPr/>
              <p:nvPr/>
            </p:nvSpPr>
            <p:spPr>
              <a:xfrm>
                <a:off x="562602" y="1340423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6C7F4A-A277-D81C-0E02-81AEF7968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02" y="1340423"/>
                <a:ext cx="651292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C642169-A5C0-D4BC-0408-38EBD307211B}"/>
                  </a:ext>
                </a:extLst>
              </p:cNvPr>
              <p:cNvSpPr/>
              <p:nvPr/>
            </p:nvSpPr>
            <p:spPr>
              <a:xfrm>
                <a:off x="153400" y="2147260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C642169-A5C0-D4BC-0408-38EBD3072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0" y="2147260"/>
                <a:ext cx="6512927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BA28C7-6014-B9A4-74B2-9C95503113B2}"/>
                  </a:ext>
                </a:extLst>
              </p:cNvPr>
              <p:cNvSpPr/>
              <p:nvPr/>
            </p:nvSpPr>
            <p:spPr>
              <a:xfrm>
                <a:off x="153400" y="2542705"/>
                <a:ext cx="6512927" cy="1672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BA28C7-6014-B9A4-74B2-9C9550311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0" y="2542705"/>
                <a:ext cx="6512927" cy="16721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A329931-74D5-5A3E-54A3-01D143260CC3}"/>
                  </a:ext>
                </a:extLst>
              </p:cNvPr>
              <p:cNvSpPr/>
              <p:nvPr/>
            </p:nvSpPr>
            <p:spPr>
              <a:xfrm>
                <a:off x="153400" y="3972077"/>
                <a:ext cx="6512927" cy="1544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216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A329931-74D5-5A3E-54A3-01D143260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0" y="3972077"/>
                <a:ext cx="6512927" cy="15445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CFC6E0-4591-1CEC-CC89-9CF7AF68CF84}"/>
                  </a:ext>
                </a:extLst>
              </p:cNvPr>
              <p:cNvSpPr/>
              <p:nvPr/>
            </p:nvSpPr>
            <p:spPr>
              <a:xfrm>
                <a:off x="153401" y="5313409"/>
                <a:ext cx="4034136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91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216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CFC6E0-4591-1CEC-CC89-9CF7AF68CF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1" y="5313409"/>
                <a:ext cx="4034136" cy="13065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31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6" grpId="0"/>
      <p:bldP spid="8" grpId="0"/>
      <p:bldP spid="9" grpId="0"/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3"/>
                <a:ext cx="11929643" cy="304934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i="0" dirty="0" smtClean="0"/>
                        <m:t>The probability that India wins a Test match against Australia is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 3 </m:t>
                          </m:r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IN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i="0" dirty="0">
                    <a:latin typeface="+mj-lt"/>
                  </a:rPr>
                  <a:t>Assuming the outcomes of the matches are independent, if India and Australia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i="0" dirty="0">
                    <a:latin typeface="+mj-lt"/>
                  </a:rPr>
                  <a:t> Test matches, find the probability that:</a:t>
                </a:r>
                <a:endParaRPr lang="en-US" dirty="0"/>
              </a:p>
              <a:p>
                <a:pPr>
                  <a:lnSpc>
                    <a:spcPct val="114000"/>
                  </a:lnSpc>
                </a:pPr>
                <a:r>
                  <a:rPr lang="en-US" dirty="0"/>
                  <a:t>(a) India loses all three Test matches.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dirty="0"/>
                  <a:t>(b) India wins at least one Test match.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3"/>
                <a:ext cx="11929643" cy="3049347"/>
              </a:xfrm>
              <a:prstGeom prst="rect">
                <a:avLst/>
              </a:prstGeom>
              <a:blipFill>
                <a:blip r:embed="rId2"/>
                <a:stretch>
                  <a:fillRect l="-1074" b="-36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9933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911042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test matches won by India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911042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608122" y="2966969"/>
            <a:ext cx="1219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6996929" y="2695412"/>
                <a:ext cx="1236573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N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929" y="2695412"/>
                <a:ext cx="1236573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5608122" y="3564962"/>
            <a:ext cx="1219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6996929" y="3293405"/>
                <a:ext cx="1236573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IN" sz="2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929" y="3293405"/>
                <a:ext cx="1236573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C0A839-08F2-0255-1636-117578CF6CD7}"/>
                  </a:ext>
                </a:extLst>
              </p:cNvPr>
              <p:cNvSpPr/>
              <p:nvPr/>
            </p:nvSpPr>
            <p:spPr>
              <a:xfrm>
                <a:off x="1625595" y="5900549"/>
                <a:ext cx="8940806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Number of test matches played (trials)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C0A839-08F2-0255-1636-117578CF6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5900549"/>
                <a:ext cx="8940806" cy="665631"/>
              </a:xfrm>
              <a:prstGeom prst="rect">
                <a:avLst/>
              </a:prstGeom>
              <a:blipFill>
                <a:blip r:embed="rId6"/>
                <a:stretch>
                  <a:fillRect l="-143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F68133D-16FD-7C5F-8377-4FF18EFD9A5F}"/>
                  </a:ext>
                </a:extLst>
              </p:cNvPr>
              <p:cNvSpPr/>
              <p:nvPr/>
            </p:nvSpPr>
            <p:spPr>
              <a:xfrm>
                <a:off x="9843406" y="4783833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F68133D-16FD-7C5F-8377-4FF18EFD9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4783833"/>
                <a:ext cx="2217414" cy="7467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C0FB55-60EF-BE03-B90A-343192C2A0C7}"/>
                  </a:ext>
                </a:extLst>
              </p:cNvPr>
              <p:cNvSpPr/>
              <p:nvPr/>
            </p:nvSpPr>
            <p:spPr>
              <a:xfrm>
                <a:off x="9843406" y="5780551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C0FB55-60EF-BE03-B90A-343192C2A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5780551"/>
                <a:ext cx="2217414" cy="7467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7A1586B-50BF-1AC6-EC05-3BE7F92BEE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576673"/>
                <a:ext cx="377767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1, 2, 3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7A1586B-50BF-1AC6-EC05-3BE7F92BE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576673"/>
                <a:ext cx="3777677" cy="665631"/>
              </a:xfrm>
              <a:prstGeom prst="rect">
                <a:avLst/>
              </a:prstGeom>
              <a:blipFill>
                <a:blip r:embed="rId9"/>
                <a:stretch>
                  <a:fillRect l="-339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59D55F-E7FF-24EF-A10F-B390D0239CAE}"/>
                  </a:ext>
                </a:extLst>
              </p:cNvPr>
              <p:cNvSpPr/>
              <p:nvPr/>
            </p:nvSpPr>
            <p:spPr>
              <a:xfrm>
                <a:off x="1625595" y="5243214"/>
                <a:ext cx="8940806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59D55F-E7FF-24EF-A10F-B390D0239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5243214"/>
                <a:ext cx="8940806" cy="665631"/>
              </a:xfrm>
              <a:prstGeom prst="rect">
                <a:avLst/>
              </a:prstGeom>
              <a:blipFill>
                <a:blip r:embed="rId10"/>
                <a:stretch>
                  <a:fillRect l="-143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47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4" grpId="0" animBg="1"/>
      <p:bldP spid="16" grpId="0" animBg="1"/>
      <p:bldP spid="9" grpId="0" animBg="1"/>
      <p:bldP spid="12" grpId="0" animBg="1"/>
      <p:bldP spid="1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9518" y="1568338"/>
                <a:ext cx="4026043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18" y="1568338"/>
                <a:ext cx="4026043" cy="13065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9518" y="1045118"/>
                <a:ext cx="87354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Probability that India wins </a:t>
                </a:r>
                <a:r>
                  <a:rPr lang="en-US" sz="2800" b="1" i="0" dirty="0">
                    <a:solidFill>
                      <a:srgbClr val="002060"/>
                    </a:solidFill>
                    <a:latin typeface="+mj-lt"/>
                  </a:rPr>
                  <a:t>a test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match against Australia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18" y="1045118"/>
                <a:ext cx="8735468" cy="523220"/>
              </a:xfrm>
              <a:prstGeom prst="rect">
                <a:avLst/>
              </a:prstGeom>
              <a:blipFill>
                <a:blip r:embed="rId3"/>
                <a:stretch>
                  <a:fillRect t="-10465" r="-41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D13C44-5312-BF92-A4DC-054B7E6CB781}"/>
                  </a:ext>
                </a:extLst>
              </p:cNvPr>
              <p:cNvSpPr/>
              <p:nvPr/>
            </p:nvSpPr>
            <p:spPr>
              <a:xfrm>
                <a:off x="8681966" y="549992"/>
                <a:ext cx="1225972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3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D13C44-5312-BF92-A4DC-054B7E6CB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966" y="549992"/>
                <a:ext cx="1225972" cy="1306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6421A5-DDEA-DC7D-4B97-3183468FE8F1}"/>
                  </a:ext>
                </a:extLst>
              </p:cNvPr>
              <p:cNvSpPr/>
              <p:nvPr/>
            </p:nvSpPr>
            <p:spPr>
              <a:xfrm>
                <a:off x="129518" y="2773019"/>
                <a:ext cx="11801429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To find probability of India will lose all three test matches</a:t>
                </a:r>
              </a:p>
              <a:p>
                <a:pPr lvl="1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Number of test cricket match India win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(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Success</a:t>
                </a:r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6421A5-DDEA-DC7D-4B97-3183468FE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18" y="2773019"/>
                <a:ext cx="11801429" cy="1311962"/>
              </a:xfrm>
              <a:prstGeom prst="rect">
                <a:avLst/>
              </a:prstGeom>
              <a:blipFill>
                <a:blip r:embed="rId5"/>
                <a:stretch>
                  <a:fillRect l="-103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2EA574D-5D22-4258-B036-3BDF34082CE9}"/>
              </a:ext>
            </a:extLst>
          </p:cNvPr>
          <p:cNvSpPr/>
          <p:nvPr/>
        </p:nvSpPr>
        <p:spPr>
          <a:xfrm>
            <a:off x="578788" y="4263208"/>
            <a:ext cx="4010431" cy="66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From Binomial distribution, 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B346CF-9775-C44C-F9FE-DCE6FEDC648B}"/>
                  </a:ext>
                </a:extLst>
              </p:cNvPr>
              <p:cNvSpPr/>
              <p:nvPr/>
            </p:nvSpPr>
            <p:spPr>
              <a:xfrm>
                <a:off x="4439091" y="4247754"/>
                <a:ext cx="3912405" cy="85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B346CF-9775-C44C-F9FE-DCE6FEDC6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091" y="4247754"/>
                <a:ext cx="3912405" cy="854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5C864A-A652-7E8F-5A83-4D37455D1E40}"/>
                  </a:ext>
                </a:extLst>
              </p:cNvPr>
              <p:cNvSpPr/>
              <p:nvPr/>
            </p:nvSpPr>
            <p:spPr>
              <a:xfrm>
                <a:off x="4019498" y="5289662"/>
                <a:ext cx="5404590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5C864A-A652-7E8F-5A83-4D37455D1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498" y="5289662"/>
                <a:ext cx="5404590" cy="1145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A0CE5D-3637-C456-6E47-DAA90B14E939}"/>
                  </a:ext>
                </a:extLst>
              </p:cNvPr>
              <p:cNvSpPr/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A0CE5D-3637-C456-6E47-DAA90B14E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F9DA1D-F261-C2B7-C070-99EA23295067}"/>
                  </a:ext>
                </a:extLst>
              </p:cNvPr>
              <p:cNvSpPr/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F9DA1D-F261-C2B7-C070-99EA232950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0C372C-A60D-476C-1C85-5B09EDA2AACD}"/>
                  </a:ext>
                </a:extLst>
              </p:cNvPr>
              <p:cNvSpPr/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0C372C-A60D-476C-1C85-5B09EDA2AA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FBB691-8C76-0945-3FE4-E70D5ED9E492}"/>
                  </a:ext>
                </a:extLst>
              </p:cNvPr>
              <p:cNvSpPr/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FBB691-8C76-0945-3FE4-E70D5ED9E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11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  <p:bldP spid="9" grpId="0"/>
      <p:bldP spid="10" grpId="0"/>
      <p:bldP spid="11" grpId="0" build="allAtOnce"/>
      <p:bldP spid="12" grpId="0" animBg="1"/>
      <p:bldP spid="14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0A44-06A8-F639-19BD-52BA01A6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9DC2-D9E9-7FC3-5C00-E88D7F3B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6B905E-9F8F-4FE7-4D35-F7FFB5CF5883}"/>
                  </a:ext>
                </a:extLst>
              </p:cNvPr>
              <p:cNvSpPr/>
              <p:nvPr/>
            </p:nvSpPr>
            <p:spPr>
              <a:xfrm>
                <a:off x="91734" y="811180"/>
                <a:ext cx="5404590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6B905E-9F8F-4FE7-4D35-F7FFB5CF5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4" y="811180"/>
                <a:ext cx="5404590" cy="1145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B62266-F100-B590-5009-140711A21405}"/>
                  </a:ext>
                </a:extLst>
              </p:cNvPr>
              <p:cNvSpPr/>
              <p:nvPr/>
            </p:nvSpPr>
            <p:spPr>
              <a:xfrm>
                <a:off x="91734" y="2189707"/>
                <a:ext cx="540459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B62266-F100-B590-5009-140711A21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4" y="2189707"/>
                <a:ext cx="5404590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42313FE-D3D7-7FDD-1903-D262F52D28D3}"/>
                  </a:ext>
                </a:extLst>
              </p:cNvPr>
              <p:cNvSpPr/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42313FE-D3D7-7FDD-1903-D262F52D2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DC8BF8-BEE4-2140-495C-C664E542041F}"/>
                  </a:ext>
                </a:extLst>
              </p:cNvPr>
              <p:cNvSpPr/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DC8BF8-BEE4-2140-495C-C664E54204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CF50C2-C9CC-8554-4320-51992D767C20}"/>
                  </a:ext>
                </a:extLst>
              </p:cNvPr>
              <p:cNvSpPr/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CF50C2-C9CC-8554-4320-51992D767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C77CCB-9F6C-C717-7F45-8ADB2EBF0229}"/>
                  </a:ext>
                </a:extLst>
              </p:cNvPr>
              <p:cNvSpPr/>
              <p:nvPr/>
            </p:nvSpPr>
            <p:spPr>
              <a:xfrm>
                <a:off x="0" y="3291143"/>
                <a:ext cx="11801429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To find probability of India will win at least one test match</a:t>
                </a:r>
              </a:p>
              <a:p>
                <a:pPr lvl="1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At least one means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(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Success</a:t>
                </a:r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C77CCB-9F6C-C717-7F45-8ADB2EBF0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1143"/>
                <a:ext cx="11801429" cy="1311962"/>
              </a:xfrm>
              <a:prstGeom prst="rect">
                <a:avLst/>
              </a:prstGeom>
              <a:blipFill>
                <a:blip r:embed="rId7"/>
                <a:stretch>
                  <a:fillRect l="-103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A2EA560-8F7B-3652-3D15-A18C979BBA6C}"/>
                  </a:ext>
                </a:extLst>
              </p:cNvPr>
              <p:cNvSpPr/>
              <p:nvPr/>
            </p:nvSpPr>
            <p:spPr>
              <a:xfrm>
                <a:off x="511327" y="4668529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A2EA560-8F7B-3652-3D15-A18C979BB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27" y="4668529"/>
                <a:ext cx="6512927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B1526E5-24ED-ABCD-B39F-D7EEA9B7D450}"/>
                  </a:ext>
                </a:extLst>
              </p:cNvPr>
              <p:cNvSpPr/>
              <p:nvPr/>
            </p:nvSpPr>
            <p:spPr>
              <a:xfrm>
                <a:off x="91734" y="5475472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B1526E5-24ED-ABCD-B39F-D7EEA9B7D4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4" y="5475472"/>
                <a:ext cx="6512927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C2E1B2A-0619-409F-6AFA-80C2719AEB1A}"/>
                  </a:ext>
                </a:extLst>
              </p:cNvPr>
              <p:cNvSpPr/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C2E1B2A-0619-409F-6AFA-80C2719AE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28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8" grpId="0"/>
      <p:bldP spid="19" grpId="0"/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450280" y="2066993"/>
                <a:ext cx="2593073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𝟐𝟕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280" y="2066993"/>
                <a:ext cx="2593073" cy="98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8647" y="711201"/>
                <a:ext cx="494048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7" y="711201"/>
                <a:ext cx="4940488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7824B18-60BD-0AF2-6A35-75B2001E450C}"/>
                  </a:ext>
                </a:extLst>
              </p:cNvPr>
              <p:cNvSpPr/>
              <p:nvPr/>
            </p:nvSpPr>
            <p:spPr>
              <a:xfrm>
                <a:off x="148647" y="1622137"/>
                <a:ext cx="4940488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7824B18-60BD-0AF2-6A35-75B2001E4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7" y="1622137"/>
                <a:ext cx="4940488" cy="1302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A43A7E-1FA6-5915-CA82-8A50DAB17CBF}"/>
                  </a:ext>
                </a:extLst>
              </p:cNvPr>
              <p:cNvSpPr/>
              <p:nvPr/>
            </p:nvSpPr>
            <p:spPr>
              <a:xfrm>
                <a:off x="148647" y="2924417"/>
                <a:ext cx="4940488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A43A7E-1FA6-5915-CA82-8A50DAB17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7" y="2924417"/>
                <a:ext cx="4940488" cy="1302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20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3"/>
                <a:ext cx="11929643" cy="277688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By assuming equal probabilities for boys &amp; girls.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families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children each, how many would you expect to have</a:t>
                </a:r>
                <a:endParaRPr lang="en-IN" dirty="0"/>
              </a:p>
              <a:p>
                <a:r>
                  <a:rPr lang="en-US" dirty="0"/>
                  <a:t>(a)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boys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girls? 				(b)  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boy?</a:t>
                </a:r>
                <a:endParaRPr lang="en-IN" dirty="0"/>
              </a:p>
              <a:p>
                <a:r>
                  <a:rPr lang="en-US" dirty="0"/>
                  <a:t>(c)  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girls? 				(d)   no girl?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3"/>
                <a:ext cx="11929643" cy="2776889"/>
              </a:xfrm>
              <a:prstGeom prst="rect">
                <a:avLst/>
              </a:prstGeom>
              <a:blipFill>
                <a:blip r:embed="rId2"/>
                <a:stretch>
                  <a:fillRect l="-1074" r="-1074" b="-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76437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645994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boys in one family ( or number of girls in one family )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645994"/>
                <a:ext cx="10200837" cy="665631"/>
              </a:xfrm>
              <a:prstGeom prst="rect">
                <a:avLst/>
              </a:prstGeom>
              <a:blipFill>
                <a:blip r:embed="rId3"/>
                <a:stretch>
                  <a:fillRect l="-1255" r="-6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E010E-95B3-E0AA-F69C-E2ED209D3E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8488" y="5865279"/>
                <a:ext cx="818342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Number of children in one family </a:t>
                </a:r>
                <a14:m>
                  <m:oMath xmlns:m="http://schemas.openxmlformats.org/officeDocument/2006/math"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E010E-95B3-E0AA-F69C-E2ED209D3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88" y="5865279"/>
                <a:ext cx="8183421" cy="665631"/>
              </a:xfrm>
              <a:prstGeom prst="rect">
                <a:avLst/>
              </a:prstGeom>
              <a:blipFill>
                <a:blip r:embed="rId4"/>
                <a:stretch>
                  <a:fillRect l="-156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00387D-3589-14A9-2DB0-D273B65C52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8488" y="5125487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00387D-3589-14A9-2DB0-D273B65C5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88" y="5125487"/>
                <a:ext cx="10200837" cy="665631"/>
              </a:xfrm>
              <a:prstGeom prst="rect">
                <a:avLst/>
              </a:prstGeom>
              <a:blipFill>
                <a:blip r:embed="rId5"/>
                <a:stretch>
                  <a:fillRect l="-125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00A723F-01D6-AEBF-7915-678FC8F687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2657" y="4385695"/>
                <a:ext cx="579120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Possible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1, 2, 3, 4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00A723F-01D6-AEBF-7915-678FC8F6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657" y="4385695"/>
                <a:ext cx="5791207" cy="665631"/>
              </a:xfrm>
              <a:prstGeom prst="rect">
                <a:avLst/>
              </a:prstGeom>
              <a:blipFill>
                <a:blip r:embed="rId6"/>
                <a:stretch>
                  <a:fillRect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17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53023" y="2346594"/>
                <a:ext cx="4224627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US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Probability of a boy </a:t>
                </a:r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23" y="2346594"/>
                <a:ext cx="4224627" cy="664221"/>
              </a:xfrm>
              <a:prstGeom prst="rect">
                <a:avLst/>
              </a:prstGeom>
              <a:blipFill>
                <a:blip r:embed="rId2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5081" y="4453229"/>
                <a:ext cx="5912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Also, total number of families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1" y="4453229"/>
                <a:ext cx="5912427" cy="523220"/>
              </a:xfrm>
              <a:prstGeom prst="rect">
                <a:avLst/>
              </a:prstGeom>
              <a:blipFill>
                <a:blip r:embed="rId3"/>
                <a:stretch>
                  <a:fillRect l="-2062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30F0621-FF5E-CDF0-48E2-A0DBEECB3E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1459" y="1418350"/>
                <a:ext cx="6855695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So, Probability of a boy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Probability of a girl </a:t>
                </a:r>
                <a:endParaRPr lang="en-IN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30F0621-FF5E-CDF0-48E2-A0DBEECB3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59" y="1418350"/>
                <a:ext cx="6855695" cy="665631"/>
              </a:xfrm>
              <a:prstGeom prst="rect">
                <a:avLst/>
              </a:prstGeom>
              <a:blipFill>
                <a:blip r:embed="rId4"/>
                <a:stretch>
                  <a:fillRect l="-186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E511ED-3F24-90B1-EEB7-6285F99EA686}"/>
                  </a:ext>
                </a:extLst>
              </p:cNvPr>
              <p:cNvSpPr/>
              <p:nvPr/>
            </p:nvSpPr>
            <p:spPr>
              <a:xfrm>
                <a:off x="553023" y="3010815"/>
                <a:ext cx="3271633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b="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 b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E511ED-3F24-90B1-EEB7-6285F99EA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23" y="3010815"/>
                <a:ext cx="3271633" cy="1302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33F6C6-140B-E73F-28F2-F477E3A83C9A}"/>
                  </a:ext>
                </a:extLst>
              </p:cNvPr>
              <p:cNvSpPr/>
              <p:nvPr/>
            </p:nvSpPr>
            <p:spPr>
              <a:xfrm>
                <a:off x="4270515" y="1968818"/>
                <a:ext cx="1280535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33F6C6-140B-E73F-28F2-F477E3A83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515" y="1968818"/>
                <a:ext cx="1280535" cy="1302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286DA6-B6A9-1C62-C859-D7FA39F7D105}"/>
                  </a:ext>
                </a:extLst>
              </p:cNvPr>
              <p:cNvSpPr txBox="1"/>
              <p:nvPr/>
            </p:nvSpPr>
            <p:spPr>
              <a:xfrm>
                <a:off x="135080" y="5034735"/>
                <a:ext cx="11045537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Note that, if an event occurs with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 for one family, then</a:t>
                </a:r>
              </a:p>
              <a:p>
                <a:pPr algn="ctr">
                  <a:tabLst>
                    <a:tab pos="895350" algn="l"/>
                  </a:tabLst>
                </a:pP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Expected number of such families out of </a:t>
                </a:r>
                <a14:m>
                  <m:oMath xmlns:m="http://schemas.openxmlformats.org/officeDocument/2006/math"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800=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𝟖𝟎𝟎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286DA6-B6A9-1C62-C859-D7FA39F7D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0" y="5034735"/>
                <a:ext cx="11045537" cy="1384995"/>
              </a:xfrm>
              <a:prstGeom prst="rect">
                <a:avLst/>
              </a:prstGeom>
              <a:blipFill>
                <a:blip r:embed="rId7"/>
                <a:stretch>
                  <a:fillRect l="-1104" b="-118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6155E55-E1C2-01CD-9095-221CE6721E80}"/>
              </a:ext>
            </a:extLst>
          </p:cNvPr>
          <p:cNvSpPr txBox="1"/>
          <p:nvPr/>
        </p:nvSpPr>
        <p:spPr>
          <a:xfrm>
            <a:off x="135081" y="839121"/>
            <a:ext cx="11284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the data, by assuming equal probabilities for boys and girls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40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5" grpId="0"/>
      <p:bldP spid="6" grpId="0"/>
      <p:bldP spid="7" grpId="0"/>
      <p:bldP spid="8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Expected number of families with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boys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girls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  <a:blipFill>
                <a:blip r:embed="rId2"/>
                <a:stretch>
                  <a:fillRect l="-108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17454" y="1317732"/>
            <a:ext cx="4010431" cy="66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43302" y="2108824"/>
                <a:ext cx="5393817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02" y="2108824"/>
                <a:ext cx="5393817" cy="1145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676432" y="4491228"/>
                <a:ext cx="2953437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432" y="4491228"/>
                <a:ext cx="2953437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4B2CAB-2FA4-720A-2E50-B8F57CEBF8A8}"/>
                  </a:ext>
                </a:extLst>
              </p:cNvPr>
              <p:cNvSpPr/>
              <p:nvPr/>
            </p:nvSpPr>
            <p:spPr>
              <a:xfrm>
                <a:off x="223535" y="3462709"/>
                <a:ext cx="5217401" cy="901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4B2CAB-2FA4-720A-2E50-B8F57CEBF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5" y="3462709"/>
                <a:ext cx="5217401" cy="901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B9CA197-1B41-1BB3-0AF9-01E9A3408FD0}"/>
                  </a:ext>
                </a:extLst>
              </p:cNvPr>
              <p:cNvSpPr/>
              <p:nvPr/>
            </p:nvSpPr>
            <p:spPr>
              <a:xfrm>
                <a:off x="3198604" y="4680511"/>
                <a:ext cx="26632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B9CA197-1B41-1BB3-0AF9-01E9A3408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604" y="4680511"/>
                <a:ext cx="266329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848A0DC-FC3B-9608-E927-ACF8D4758AAA}"/>
                  </a:ext>
                </a:extLst>
              </p:cNvPr>
              <p:cNvSpPr/>
              <p:nvPr/>
            </p:nvSpPr>
            <p:spPr>
              <a:xfrm>
                <a:off x="332769" y="5306210"/>
                <a:ext cx="11801429" cy="1310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If we look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families with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children each, then on average, about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families will have exactly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boys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girls.</a:t>
                </a:r>
                <a:endParaRPr lang="en-IN" sz="2800" b="1" i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848A0DC-FC3B-9608-E927-ACF8D4758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69" y="5306210"/>
                <a:ext cx="11801429" cy="1310552"/>
              </a:xfrm>
              <a:prstGeom prst="rect">
                <a:avLst/>
              </a:prstGeom>
              <a:blipFill>
                <a:blip r:embed="rId11"/>
                <a:stretch>
                  <a:fillRect l="-1085" r="-103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082B4E-E422-F78C-5D38-149A6057FAAB}"/>
              </a:ext>
            </a:extLst>
          </p:cNvPr>
          <p:cNvSpPr txBox="1"/>
          <p:nvPr/>
        </p:nvSpPr>
        <p:spPr>
          <a:xfrm>
            <a:off x="223535" y="4683153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8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1" grpId="0"/>
      <p:bldP spid="5" grpId="0"/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AF7C-24D2-24A6-AFE9-917C0156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E20E-4EEB-727E-582F-DB574C72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383EB4-01B0-3964-A08C-1F6C46AFF8E7}"/>
                  </a:ext>
                </a:extLst>
              </p:cNvPr>
              <p:cNvSpPr/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Expected number of families with at least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boy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383EB4-01B0-3964-A08C-1F6C46AFF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  <a:blipFill>
                <a:blip r:embed="rId2"/>
                <a:stretch>
                  <a:fillRect l="-108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6742B46-2C21-3D86-4B48-9820056F7B27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6742B46-2C21-3D86-4B48-9820056F7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D768D62-9026-404C-5909-D34A89301313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D768D62-9026-404C-5909-D34A89301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9B9C04-A5C8-E4B6-EB52-31E436CB30CD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9B9C04-A5C8-E4B6-EB52-31E436CB3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B15BBB-58A3-41ED-F727-0B4E370D8015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B15BBB-58A3-41ED-F727-0B4E370D80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198EE4-8D39-257F-3FB6-5D7125B12C78}"/>
                  </a:ext>
                </a:extLst>
              </p:cNvPr>
              <p:cNvSpPr/>
              <p:nvPr/>
            </p:nvSpPr>
            <p:spPr>
              <a:xfrm>
                <a:off x="674301" y="1454967"/>
                <a:ext cx="51236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800" i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At least one means </m:t>
                      </m:r>
                      <m:r>
                        <a:rPr lang="en-US" sz="2800" i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i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198EE4-8D39-257F-3FB6-5D7125B12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1" y="1454967"/>
                <a:ext cx="512365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C25242-45E5-BE67-80AA-F7C9C4C6789D}"/>
                  </a:ext>
                </a:extLst>
              </p:cNvPr>
              <p:cNvSpPr/>
              <p:nvPr/>
            </p:nvSpPr>
            <p:spPr>
              <a:xfrm>
                <a:off x="674301" y="2023796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C25242-45E5-BE67-80AA-F7C9C4C67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1" y="2023796"/>
                <a:ext cx="6512927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CBDE10-D101-36AD-64C1-27B141D28C15}"/>
                  </a:ext>
                </a:extLst>
              </p:cNvPr>
              <p:cNvSpPr/>
              <p:nvPr/>
            </p:nvSpPr>
            <p:spPr>
              <a:xfrm>
                <a:off x="254708" y="2875644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CBDE10-D101-36AD-64C1-27B141D28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8" y="2875644"/>
                <a:ext cx="6512927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914CFF1-3561-23F5-B705-7D428E7D2AFB}"/>
                  </a:ext>
                </a:extLst>
              </p:cNvPr>
              <p:cNvSpPr/>
              <p:nvPr/>
            </p:nvSpPr>
            <p:spPr>
              <a:xfrm>
                <a:off x="254708" y="3476999"/>
                <a:ext cx="6512927" cy="1672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914CFF1-3561-23F5-B705-7D428E7D2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8" y="3476999"/>
                <a:ext cx="6512927" cy="167218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40C66D-DE77-2CA1-DE93-27DA4B6619E9}"/>
                  </a:ext>
                </a:extLst>
              </p:cNvPr>
              <p:cNvSpPr/>
              <p:nvPr/>
            </p:nvSpPr>
            <p:spPr>
              <a:xfrm>
                <a:off x="254708" y="5099403"/>
                <a:ext cx="4338074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40C66D-DE77-2CA1-DE93-27DA4B661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8" y="5099403"/>
                <a:ext cx="4338074" cy="13022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90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9" grpId="0"/>
      <p:bldP spid="10" grpId="0"/>
      <p:bldP spid="11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1B29-AE7A-3C2A-C428-432E7DC2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83C9-E484-722F-C30D-FE61348DC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E9D88-5863-F4F6-433F-626714D1124B}"/>
              </a:ext>
            </a:extLst>
          </p:cNvPr>
          <p:cNvSpPr/>
          <p:nvPr/>
        </p:nvSpPr>
        <p:spPr>
          <a:xfrm>
            <a:off x="150798" y="711201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(b) Expected number of families with at least 1 boy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EEFADB-F304-5368-F066-1D138E06CCE4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EEFADB-F304-5368-F066-1D138E06C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5D9CF7-EB0F-BC06-B2E7-AB53D478A494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5D9CF7-EB0F-BC06-B2E7-AB53D478A4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695B42-3BB0-7C95-9200-89172A04B193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695B42-3BB0-7C95-9200-89172A04B1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DE6B4F-6A2A-61C5-D2A7-06769C037DA1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DE6B4F-6A2A-61C5-D2A7-06769C037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3CF42B-CFE2-3106-FC69-333D64DD2A71}"/>
                  </a:ext>
                </a:extLst>
              </p:cNvPr>
              <p:cNvSpPr/>
              <p:nvPr/>
            </p:nvSpPr>
            <p:spPr>
              <a:xfrm>
                <a:off x="239773" y="1237842"/>
                <a:ext cx="4338074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3CF42B-CFE2-3106-FC69-333D64DD2A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3" y="1237842"/>
                <a:ext cx="4338074" cy="1302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A3BAB8-56CE-376B-F71D-82213D5E8AFD}"/>
                  </a:ext>
                </a:extLst>
              </p:cNvPr>
              <p:cNvSpPr/>
              <p:nvPr/>
            </p:nvSpPr>
            <p:spPr>
              <a:xfrm>
                <a:off x="239773" y="2540122"/>
                <a:ext cx="4338074" cy="1319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A3BAB8-56CE-376B-F71D-82213D5E8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3" y="2540122"/>
                <a:ext cx="4338074" cy="1319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31AC36-0B5E-397B-E99B-1238A40F3F2A}"/>
                  </a:ext>
                </a:extLst>
              </p:cNvPr>
              <p:cNvSpPr/>
              <p:nvPr/>
            </p:nvSpPr>
            <p:spPr>
              <a:xfrm>
                <a:off x="3214842" y="4985308"/>
                <a:ext cx="2464194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31AC36-0B5E-397B-E99B-1238A40F3F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42" y="4985308"/>
                <a:ext cx="2464194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1931A9-BB49-30F5-C8D9-47DAE314145D}"/>
                  </a:ext>
                </a:extLst>
              </p:cNvPr>
              <p:cNvSpPr/>
              <p:nvPr/>
            </p:nvSpPr>
            <p:spPr>
              <a:xfrm>
                <a:off x="3214842" y="4160965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1931A9-BB49-30F5-C8D9-47DAE3141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42" y="4160965"/>
                <a:ext cx="2664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E3C7FB2-46D3-D01C-3ABF-70D315B1FBB9}"/>
              </a:ext>
            </a:extLst>
          </p:cNvPr>
          <p:cNvSpPr txBox="1"/>
          <p:nvPr/>
        </p:nvSpPr>
        <p:spPr>
          <a:xfrm>
            <a:off x="239773" y="4163607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FDB509-6D38-28B0-71B1-D4749EB38867}"/>
                  </a:ext>
                </a:extLst>
              </p:cNvPr>
              <p:cNvSpPr/>
              <p:nvPr/>
            </p:nvSpPr>
            <p:spPr>
              <a:xfrm>
                <a:off x="5239307" y="5210156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FDB509-6D38-28B0-71B1-D4749EB3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307" y="5210156"/>
                <a:ext cx="17433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8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8084-8887-34F4-EC80-03D66124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42A7-3BA8-640A-4858-ECBB6A02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BF18DD-E3E5-112A-8A06-24E259C88EFD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BF18DD-E3E5-112A-8A06-24E259C88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C2690C-7052-289A-6A61-B2D9FDEA7B8C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C2690C-7052-289A-6A61-B2D9FDEA7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D76AEF-8E6A-C61C-FFC6-9A785AAE4886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D76AEF-8E6A-C61C-FFC6-9A785AAE4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FD746C-C708-C425-A225-9221D607380B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FD746C-C708-C425-A225-9221D6073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C732822-0C94-FEDF-5C23-F721E7612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382" y="1336450"/>
                <a:ext cx="7512628" cy="3017341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girls means: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IN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boys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boys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boys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That is equivalent to </a:t>
                </a:r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at least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 boys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C732822-0C94-FEDF-5C23-F721E7612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382" y="1336450"/>
                <a:ext cx="7512628" cy="3017341"/>
              </a:xfrm>
              <a:blipFill>
                <a:blip r:embed="rId6"/>
                <a:stretch>
                  <a:fillRect l="-15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1F0063-B254-601A-A82E-30903D40FE47}"/>
                  </a:ext>
                </a:extLst>
              </p:cNvPr>
              <p:cNvSpPr/>
              <p:nvPr/>
            </p:nvSpPr>
            <p:spPr>
              <a:xfrm>
                <a:off x="9518073" y="4737147"/>
                <a:ext cx="2523129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1F0063-B254-601A-A82E-30903D40F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073" y="4737147"/>
                <a:ext cx="2523129" cy="9813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CAB7454-5187-FF7A-EA9C-B6E357FB205B}"/>
              </a:ext>
            </a:extLst>
          </p:cNvPr>
          <p:cNvSpPr/>
          <p:nvPr/>
        </p:nvSpPr>
        <p:spPr>
          <a:xfrm>
            <a:off x="150797" y="670819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(c) Expected number of families with at most 2 girls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EE958B-D7D7-7882-8064-DAF2F5898DD4}"/>
                  </a:ext>
                </a:extLst>
              </p:cNvPr>
              <p:cNvSpPr/>
              <p:nvPr/>
            </p:nvSpPr>
            <p:spPr>
              <a:xfrm>
                <a:off x="633846" y="4424647"/>
                <a:ext cx="22860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EE958B-D7D7-7882-8064-DAF2F5898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46" y="4424647"/>
                <a:ext cx="22860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5DF413-1056-4CC9-4817-CFC8E8CECEEF}"/>
                  </a:ext>
                </a:extLst>
              </p:cNvPr>
              <p:cNvSpPr/>
              <p:nvPr/>
            </p:nvSpPr>
            <p:spPr>
              <a:xfrm>
                <a:off x="2504209" y="4424647"/>
                <a:ext cx="5257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5DF413-1056-4CC9-4817-CFC8E8CECE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209" y="4424647"/>
                <a:ext cx="52578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AB468C-538B-A33E-4D47-B3BE4528D1DE}"/>
                  </a:ext>
                </a:extLst>
              </p:cNvPr>
              <p:cNvSpPr/>
              <p:nvPr/>
            </p:nvSpPr>
            <p:spPr>
              <a:xfrm>
                <a:off x="249382" y="5243496"/>
                <a:ext cx="7512627" cy="1220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type m:val="noBar"/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AB468C-538B-A33E-4D47-B3BE4528D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2" y="5243496"/>
                <a:ext cx="7512627" cy="1220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18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5" grpId="0"/>
      <p:bldP spid="6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2357-9354-7FD3-69D3-2316CEAF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6FF2-C9B9-4DAA-AD11-5ACF5FFD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42A18-802F-9E8D-0446-758DE137CFFC}"/>
              </a:ext>
            </a:extLst>
          </p:cNvPr>
          <p:cNvSpPr/>
          <p:nvPr/>
        </p:nvSpPr>
        <p:spPr>
          <a:xfrm>
            <a:off x="150797" y="670819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(c) Expected number of families with at most 2 girls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DA9F23-C779-A09E-DFF2-3D90FFBBE8FF}"/>
                  </a:ext>
                </a:extLst>
              </p:cNvPr>
              <p:cNvSpPr/>
              <p:nvPr/>
            </p:nvSpPr>
            <p:spPr>
              <a:xfrm>
                <a:off x="150798" y="1798942"/>
                <a:ext cx="27743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DA9F23-C779-A09E-DFF2-3D90FFBBE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1798942"/>
                <a:ext cx="277437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FFA52D-23A7-86F5-A8FD-43DC43B4B16E}"/>
                  </a:ext>
                </a:extLst>
              </p:cNvPr>
              <p:cNvSpPr/>
              <p:nvPr/>
            </p:nvSpPr>
            <p:spPr>
              <a:xfrm>
                <a:off x="2436797" y="1450417"/>
                <a:ext cx="5787737" cy="1220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type m:val="noBar"/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FFA52D-23A7-86F5-A8FD-43DC43B4B1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797" y="1450417"/>
                <a:ext cx="5787737" cy="1220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FF151BD-F738-1F3D-7B0D-638B706A62A8}"/>
                  </a:ext>
                </a:extLst>
              </p:cNvPr>
              <p:cNvSpPr/>
              <p:nvPr/>
            </p:nvSpPr>
            <p:spPr>
              <a:xfrm>
                <a:off x="2021161" y="2868964"/>
                <a:ext cx="4074840" cy="10511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FF151BD-F738-1F3D-7B0D-638B706A6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161" y="2868964"/>
                <a:ext cx="4074840" cy="1051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1A6C09-7770-2B2D-7E2B-DD68EBA67CFF}"/>
                  </a:ext>
                </a:extLst>
              </p:cNvPr>
              <p:cNvSpPr/>
              <p:nvPr/>
            </p:nvSpPr>
            <p:spPr>
              <a:xfrm>
                <a:off x="150798" y="4089235"/>
                <a:ext cx="3756184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1A6C09-7770-2B2D-7E2B-DD68EBA67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4089235"/>
                <a:ext cx="3756184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9ABC8BD-0CFB-B9C6-FEBA-8B296DA63164}"/>
                  </a:ext>
                </a:extLst>
              </p:cNvPr>
              <p:cNvSpPr/>
              <p:nvPr/>
            </p:nvSpPr>
            <p:spPr>
              <a:xfrm>
                <a:off x="9299058" y="4305143"/>
                <a:ext cx="2464194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9ABC8BD-0CFB-B9C6-FEBA-8B296DA63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058" y="4305143"/>
                <a:ext cx="2464194" cy="910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3F2549-C39F-B24F-5055-266EF65907E0}"/>
                  </a:ext>
                </a:extLst>
              </p:cNvPr>
              <p:cNvSpPr/>
              <p:nvPr/>
            </p:nvSpPr>
            <p:spPr>
              <a:xfrm>
                <a:off x="9287329" y="3546174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3F2549-C39F-B24F-5055-266EF6590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329" y="3546174"/>
                <a:ext cx="266489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8639F4F-316E-F217-5E60-3186FFC54675}"/>
              </a:ext>
            </a:extLst>
          </p:cNvPr>
          <p:cNvSpPr txBox="1"/>
          <p:nvPr/>
        </p:nvSpPr>
        <p:spPr>
          <a:xfrm>
            <a:off x="6312260" y="3548816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7E3BD6-7D36-1065-A659-A6171C1C2AF7}"/>
                  </a:ext>
                </a:extLst>
              </p:cNvPr>
              <p:cNvSpPr/>
              <p:nvPr/>
            </p:nvSpPr>
            <p:spPr>
              <a:xfrm>
                <a:off x="9299058" y="5563932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7E3BD6-7D36-1065-A659-A6171C1C2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058" y="5563932"/>
                <a:ext cx="17433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77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00E8-1CA3-D878-5587-265EA58B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4D6F-BFA5-3A66-9725-46A6B569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919D6B-F0E4-850A-806B-619DBB9D3DDF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919D6B-F0E4-850A-806B-619DBB9D3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B5F03D7-1E45-7CB8-C0DB-D2F7FEC0AB61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B5F03D7-1E45-7CB8-C0DB-D2F7FEC0A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E63958-DAF1-5888-7578-9185F9AFEFB1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E63958-DAF1-5888-7578-9185F9AFEF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878B5180-9CAA-85F0-A0F9-87B15DD11B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238991" y="1365548"/>
                <a:ext cx="7512628" cy="816641"/>
              </a:xfrm>
            </p:spPr>
            <p:txBody>
              <a:bodyPr/>
              <a:lstStyle/>
              <a:p>
                <a:pPr lvl="1"/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No girls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878B5180-9CAA-85F0-A0F9-87B15DD11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38991" y="1365548"/>
                <a:ext cx="7512628" cy="816641"/>
              </a:xfrm>
              <a:blipFill>
                <a:blip r:embed="rId5"/>
                <a:stretch>
                  <a:fillRect b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276D03-D83A-8881-BD8F-F4C133A235D9}"/>
                  </a:ext>
                </a:extLst>
              </p:cNvPr>
              <p:cNvSpPr/>
              <p:nvPr/>
            </p:nvSpPr>
            <p:spPr>
              <a:xfrm>
                <a:off x="556043" y="2193261"/>
                <a:ext cx="5787737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276D03-D83A-8881-BD8F-F4C133A23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43" y="2193261"/>
                <a:ext cx="5787737" cy="1145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D66F13-41DC-CF05-1693-3A1E3F598622}"/>
                  </a:ext>
                </a:extLst>
              </p:cNvPr>
              <p:cNvSpPr/>
              <p:nvPr/>
            </p:nvSpPr>
            <p:spPr>
              <a:xfrm>
                <a:off x="150797" y="3650341"/>
                <a:ext cx="525780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D66F13-41DC-CF05-1693-3A1E3F598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7" y="3650341"/>
                <a:ext cx="5257800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7A2DB43-2DF6-61C9-6457-BB1DD5965698}"/>
              </a:ext>
            </a:extLst>
          </p:cNvPr>
          <p:cNvSpPr/>
          <p:nvPr/>
        </p:nvSpPr>
        <p:spPr>
          <a:xfrm>
            <a:off x="150797" y="670819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(d) Expected number of families with no girl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50AF6E-C5D0-B4E8-F69F-106E738B25D7}"/>
                  </a:ext>
                </a:extLst>
              </p:cNvPr>
              <p:cNvSpPr/>
              <p:nvPr/>
            </p:nvSpPr>
            <p:spPr>
              <a:xfrm>
                <a:off x="3125866" y="5631326"/>
                <a:ext cx="2464194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50AF6E-C5D0-B4E8-F69F-106E738B2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866" y="5631326"/>
                <a:ext cx="2464194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B9B784-2192-008E-7E9A-D595351F8A98}"/>
                  </a:ext>
                </a:extLst>
              </p:cNvPr>
              <p:cNvSpPr/>
              <p:nvPr/>
            </p:nvSpPr>
            <p:spPr>
              <a:xfrm>
                <a:off x="3125866" y="4806983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B9B784-2192-008E-7E9A-D595351F8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866" y="4806983"/>
                <a:ext cx="2664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7A6504A-59AB-47C3-CA55-C866E2157048}"/>
              </a:ext>
            </a:extLst>
          </p:cNvPr>
          <p:cNvSpPr txBox="1"/>
          <p:nvPr/>
        </p:nvSpPr>
        <p:spPr>
          <a:xfrm>
            <a:off x="150797" y="4809625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2D3B67-5CD2-7980-33E0-41002A335882}"/>
                  </a:ext>
                </a:extLst>
              </p:cNvPr>
              <p:cNvSpPr/>
              <p:nvPr/>
            </p:nvSpPr>
            <p:spPr>
              <a:xfrm>
                <a:off x="5150331" y="5856174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2D3B67-5CD2-7980-33E0-41002A335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331" y="5856174"/>
                <a:ext cx="17433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10EAA6-BAAA-E0E2-0BCF-53B718F90A6C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10EAA6-BAAA-E0E2-0BCF-53B718F90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6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7" grpId="0"/>
      <p:bldP spid="8" grpId="0"/>
      <p:bldP spid="12" grpId="0"/>
      <p:bldP spid="13" grpId="0"/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4"/>
                <a:ext cx="11929643" cy="14147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fair die is tossed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times. Find the probability that the face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appears:</a:t>
                </a:r>
              </a:p>
              <a:p>
                <a:r>
                  <a:rPr lang="en-US" dirty="0"/>
                  <a:t>(a) Exactly twice. 		(b) At most once. 		(c) At least two times.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4"/>
                <a:ext cx="11929643" cy="1414733"/>
              </a:xfrm>
              <a:prstGeom prst="rect">
                <a:avLst/>
              </a:prstGeom>
              <a:blipFill>
                <a:blip r:embed="rId2"/>
                <a:stretch>
                  <a:fillRect l="-1074" b="-86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25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33672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9" y="2201927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Number of times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appears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tosses</a:t>
                </a:r>
                <a:endParaRPr lang="en-IN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9" y="2201927"/>
                <a:ext cx="10200837" cy="665631"/>
              </a:xfrm>
              <a:prstGeom prst="rect">
                <a:avLst/>
              </a:prstGeom>
              <a:blipFill>
                <a:blip r:embed="rId3"/>
                <a:stretch>
                  <a:fillRect l="-125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752312" y="5639152"/>
                <a:ext cx="5553125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312" y="5639152"/>
                <a:ext cx="5553125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FCD10-E50A-E6F0-C97B-51895BA861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9" y="3502413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 follows a binomial distribution.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FCD10-E50A-E6F0-C97B-51895BA86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9" y="3502413"/>
                <a:ext cx="10200837" cy="665631"/>
              </a:xfrm>
              <a:prstGeom prst="rect">
                <a:avLst/>
              </a:prstGeom>
              <a:blipFill>
                <a:blip r:embed="rId5"/>
                <a:stretch>
                  <a:fillRect l="-125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A4694FE-99CE-A04A-D786-ABCD288567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4228147"/>
                <a:ext cx="818342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Number of tosses </a:t>
                </a:r>
                <a14:m>
                  <m:oMath xmlns:m="http://schemas.openxmlformats.org/officeDocument/2006/math">
                    <m:r>
                      <a:rPr lang="en-IN" i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A4694FE-99CE-A04A-D786-ABCD28856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4228147"/>
                <a:ext cx="8183421" cy="665631"/>
              </a:xfrm>
              <a:prstGeom prst="rect">
                <a:avLst/>
              </a:prstGeom>
              <a:blipFill>
                <a:blip r:embed="rId6"/>
                <a:stretch>
                  <a:fillRect l="-156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F23CA27-E7AD-F684-2BA4-D7559C864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944591"/>
                <a:ext cx="818342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 probability of 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getting 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in a single toss</a:t>
                </a:r>
                <a:endParaRPr lang="en-IN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F23CA27-E7AD-F684-2BA4-D7559C864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944591"/>
                <a:ext cx="8183421" cy="665631"/>
              </a:xfrm>
              <a:prstGeom prst="rect">
                <a:avLst/>
              </a:prstGeom>
              <a:blipFill>
                <a:blip r:embed="rId7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17FB85-465C-6B32-246C-E6818C827866}"/>
                  </a:ext>
                </a:extLst>
              </p:cNvPr>
              <p:cNvSpPr/>
              <p:nvPr/>
            </p:nvSpPr>
            <p:spPr>
              <a:xfrm>
                <a:off x="1317749" y="5658770"/>
                <a:ext cx="1903436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17FB85-465C-6B32-246C-E6818C8278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49" y="5658770"/>
                <a:ext cx="1903436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0C85BA-F57B-614C-3416-CE585ADFC7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62984" y="2806730"/>
                <a:ext cx="637309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=0, 1, 2, 3, 4, 5</m:t>
                    </m:r>
                  </m:oMath>
                </a14:m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0C85BA-F57B-614C-3416-CE585ADFC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984" y="2806730"/>
                <a:ext cx="6373097" cy="665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65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3" grpId="0"/>
      <p:bldP spid="4" grpId="0"/>
      <p:bldP spid="5" grpId="0"/>
      <p:bldP spid="9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7DDD-FA0D-CBFE-AD90-6A81A523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C123-BB13-120C-1B86-A2FDBAC3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25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FAED3A-D1CC-C3AA-ED55-840B84E544A7}"/>
              </a:ext>
            </a:extLst>
          </p:cNvPr>
          <p:cNvSpPr/>
          <p:nvPr/>
        </p:nvSpPr>
        <p:spPr>
          <a:xfrm>
            <a:off x="150798" y="711201"/>
            <a:ext cx="7195575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(a) Probability that 3 appears exactly twice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48C3F6E-D9CE-36AB-158D-D970701581CD}"/>
                  </a:ext>
                </a:extLst>
              </p:cNvPr>
              <p:cNvSpPr/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48C3F6E-D9CE-36AB-158D-D97070158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84DFC9-CFF3-5CE0-C432-8B0F578E5E5B}"/>
                  </a:ext>
                </a:extLst>
              </p:cNvPr>
              <p:cNvSpPr/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84DFC9-CFF3-5CE0-C432-8B0F578E5E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A47C78-8F9D-A021-9D42-5841B3A34DC1}"/>
                  </a:ext>
                </a:extLst>
              </p:cNvPr>
              <p:cNvSpPr/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A47C78-8F9D-A021-9D42-5841B3A34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3B76AF-3B33-7807-60EB-641979DD5CB9}"/>
                  </a:ext>
                </a:extLst>
              </p:cNvPr>
              <p:cNvSpPr/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3B76AF-3B33-7807-60EB-641979DD5C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614A1F-A71D-E03F-4F2A-B9ACAA162C91}"/>
                  </a:ext>
                </a:extLst>
              </p:cNvPr>
              <p:cNvSpPr/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nor/>
                        </m:rPr>
                        <a:rPr lang="en-IN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Success</m:t>
                      </m:r>
                      <m:r>
                        <m:rPr>
                          <m:nor/>
                        </m:rPr>
                        <a:rPr lang="en-IN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614A1F-A71D-E03F-4F2A-B9ACAA162C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D572B8-99D0-603A-5E2B-2AE242605ACE}"/>
                  </a:ext>
                </a:extLst>
              </p:cNvPr>
              <p:cNvSpPr/>
              <p:nvPr/>
            </p:nvSpPr>
            <p:spPr>
              <a:xfrm>
                <a:off x="201866" y="4939794"/>
                <a:ext cx="433807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0.1608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D572B8-99D0-603A-5E2B-2AE242605A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4939794"/>
                <a:ext cx="4338074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CEF8092-E1E1-9EF8-9B76-4BA2671981DB}"/>
              </a:ext>
            </a:extLst>
          </p:cNvPr>
          <p:cNvSpPr/>
          <p:nvPr/>
        </p:nvSpPr>
        <p:spPr>
          <a:xfrm>
            <a:off x="201866" y="1407553"/>
            <a:ext cx="40104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8B8CBDB-9729-A3AB-A3F3-3A0AD0C797A2}"/>
                  </a:ext>
                </a:extLst>
              </p:cNvPr>
              <p:cNvSpPr/>
              <p:nvPr/>
            </p:nvSpPr>
            <p:spPr>
              <a:xfrm>
                <a:off x="603455" y="2176938"/>
                <a:ext cx="5250431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8B8CBDB-9729-A3AB-A3F3-3A0AD0C797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55" y="2176938"/>
                <a:ext cx="5250431" cy="1145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0B1AB35-B423-CC2B-7235-6666140A53D9}"/>
                  </a:ext>
                </a:extLst>
              </p:cNvPr>
              <p:cNvSpPr/>
              <p:nvPr/>
            </p:nvSpPr>
            <p:spPr>
              <a:xfrm>
                <a:off x="201866" y="3675770"/>
                <a:ext cx="5250431" cy="910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3888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0B1AB35-B423-CC2B-7235-6666140A5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3675770"/>
                <a:ext cx="5250431" cy="9107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17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  <p:bldP spid="4" grpId="0"/>
      <p:bldP spid="3" grpId="0"/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51C4D-3C21-EA77-E698-CD08230C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506B-3BE4-8A76-50CC-F85B4C27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9F13C3-7B59-E615-E7C4-D4F19F0660E9}"/>
                  </a:ext>
                </a:extLst>
              </p:cNvPr>
              <p:cNvSpPr/>
              <p:nvPr/>
            </p:nvSpPr>
            <p:spPr>
              <a:xfrm>
                <a:off x="150798" y="711201"/>
                <a:ext cx="71955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appears at most once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9F13C3-7B59-E615-E7C4-D4F19F066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7195575" cy="665631"/>
              </a:xfrm>
              <a:prstGeom prst="rect">
                <a:avLst/>
              </a:prstGeom>
              <a:blipFill>
                <a:blip r:embed="rId2"/>
                <a:stretch>
                  <a:fillRect l="-178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21B570-5F94-2C68-340D-72F899BFDE5D}"/>
                  </a:ext>
                </a:extLst>
              </p:cNvPr>
              <p:cNvSpPr/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21B570-5F94-2C68-340D-72F899BFD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E1338C-F0FD-E2A4-770C-C7B499C577CC}"/>
                  </a:ext>
                </a:extLst>
              </p:cNvPr>
              <p:cNvSpPr/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E1338C-F0FD-E2A4-770C-C7B499C57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DFC92-2D72-D1E0-14E0-E5FBDBB5E008}"/>
                  </a:ext>
                </a:extLst>
              </p:cNvPr>
              <p:cNvSpPr/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DFC92-2D72-D1E0-14E0-E5FBDBB5E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F9CA3C-B024-E2F9-E20B-59788CB7963B}"/>
                  </a:ext>
                </a:extLst>
              </p:cNvPr>
              <p:cNvSpPr/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F9CA3C-B024-E2F9-E20B-59788CB79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5B6B75-D285-CF0E-3C55-A1394AC082AE}"/>
                  </a:ext>
                </a:extLst>
              </p:cNvPr>
              <p:cNvSpPr/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nor/>
                        </m:rPr>
                        <a:rPr lang="en-IN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Success</m:t>
                      </m:r>
                      <m:r>
                        <m:rPr>
                          <m:nor/>
                        </m:rPr>
                        <a:rPr lang="en-IN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5B6B75-D285-CF0E-3C55-A1394AC08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A8232BD-BBC2-D4B7-042C-82E42317C075}"/>
              </a:ext>
            </a:extLst>
          </p:cNvPr>
          <p:cNvSpPr/>
          <p:nvPr/>
        </p:nvSpPr>
        <p:spPr>
          <a:xfrm>
            <a:off x="201866" y="1407553"/>
            <a:ext cx="40104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0B5313C-AEAB-EB3F-16D6-A20FBD98DED8}"/>
                  </a:ext>
                </a:extLst>
              </p:cNvPr>
              <p:cNvSpPr/>
              <p:nvPr/>
            </p:nvSpPr>
            <p:spPr>
              <a:xfrm>
                <a:off x="645801" y="2287207"/>
                <a:ext cx="58077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0B5313C-AEAB-EB3F-16D6-A20FBD98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01" y="2287207"/>
                <a:ext cx="580773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55C0D37-B4D0-0DE1-DAEB-0A71FA8B48B7}"/>
                  </a:ext>
                </a:extLst>
              </p:cNvPr>
              <p:cNvSpPr/>
              <p:nvPr/>
            </p:nvSpPr>
            <p:spPr>
              <a:xfrm>
                <a:off x="223532" y="3056592"/>
                <a:ext cx="9481575" cy="11517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55C0D37-B4D0-0DE1-DAEB-0A71FA8B48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2" y="3056592"/>
                <a:ext cx="9481575" cy="11517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A3F048-9E48-E881-EEF4-A49A0C939300}"/>
                  </a:ext>
                </a:extLst>
              </p:cNvPr>
              <p:cNvSpPr/>
              <p:nvPr/>
            </p:nvSpPr>
            <p:spPr>
              <a:xfrm>
                <a:off x="223532" y="4454483"/>
                <a:ext cx="59452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=0.4019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0.4019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A3F048-9E48-E881-EEF4-A49A0C939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2" y="4454483"/>
                <a:ext cx="594520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4E16DE-EDE1-8297-CFA0-B497796F5C9C}"/>
                  </a:ext>
                </a:extLst>
              </p:cNvPr>
              <p:cNvSpPr/>
              <p:nvPr/>
            </p:nvSpPr>
            <p:spPr>
              <a:xfrm>
                <a:off x="239164" y="5223868"/>
                <a:ext cx="59452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8038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4E16DE-EDE1-8297-CFA0-B497796F5C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64" y="5223868"/>
                <a:ext cx="594520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  <p:bldP spid="3" grpId="0"/>
      <p:bldP spid="9" grpId="0"/>
      <p:bldP spid="10" grpId="0"/>
      <p:bldP spid="5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D55C-A815-F9D3-5968-FAD48554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8E03-2984-5E04-3568-00B1AD35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5F5A1C-1E2E-7905-1F30-55AE4D36A79F}"/>
                  </a:ext>
                </a:extLst>
              </p:cNvPr>
              <p:cNvSpPr/>
              <p:nvPr/>
            </p:nvSpPr>
            <p:spPr>
              <a:xfrm>
                <a:off x="150798" y="711201"/>
                <a:ext cx="6426647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(c) Probability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appears at least twice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5F5A1C-1E2E-7905-1F30-55AE4D36A7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6426647" cy="665631"/>
              </a:xfrm>
              <a:prstGeom prst="rect">
                <a:avLst/>
              </a:prstGeom>
              <a:blipFill>
                <a:blip r:embed="rId2"/>
                <a:stretch>
                  <a:fillRect l="-199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973770-107E-1885-8965-E968DFAD79DE}"/>
                  </a:ext>
                </a:extLst>
              </p:cNvPr>
              <p:cNvSpPr/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973770-107E-1885-8965-E968DFAD79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5A765D0-DD04-F5B3-2030-80C1EF5AFE14}"/>
                  </a:ext>
                </a:extLst>
              </p:cNvPr>
              <p:cNvSpPr/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5A765D0-DD04-F5B3-2030-80C1EF5AF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77B187B-2996-A604-1DE0-BB67270690C3}"/>
                  </a:ext>
                </a:extLst>
              </p:cNvPr>
              <p:cNvSpPr/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77B187B-2996-A604-1DE0-BB6727069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A93F1E-7C01-A7AA-CBBE-FBAA91EE26DB}"/>
                  </a:ext>
                </a:extLst>
              </p:cNvPr>
              <p:cNvSpPr/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A93F1E-7C01-A7AA-CBBE-FBAA91EE2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B98E88-DDD7-301B-3F3B-41A9949BE19D}"/>
                  </a:ext>
                </a:extLst>
              </p:cNvPr>
              <p:cNvSpPr/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nor/>
                        </m:rPr>
                        <a:rPr lang="en-IN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Success</m:t>
                      </m:r>
                      <m:r>
                        <m:rPr>
                          <m:nor/>
                        </m:rPr>
                        <a:rPr lang="en-IN" sz="28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B98E88-DDD7-301B-3F3B-41A9949BE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7CE4B55-AD01-CE04-73A6-24EB389EE3B9}"/>
              </a:ext>
            </a:extLst>
          </p:cNvPr>
          <p:cNvSpPr/>
          <p:nvPr/>
        </p:nvSpPr>
        <p:spPr>
          <a:xfrm>
            <a:off x="201866" y="1407553"/>
            <a:ext cx="40104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34A30B-A763-D9E5-B55E-B68B7763E08F}"/>
                  </a:ext>
                </a:extLst>
              </p:cNvPr>
              <p:cNvSpPr/>
              <p:nvPr/>
            </p:nvSpPr>
            <p:spPr>
              <a:xfrm>
                <a:off x="614628" y="2219520"/>
                <a:ext cx="58077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34A30B-A763-D9E5-B55E-B68B7763E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28" y="2219520"/>
                <a:ext cx="580773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D5A1C0-77E9-4AFA-BA9F-56262EE916DF}"/>
                  </a:ext>
                </a:extLst>
              </p:cNvPr>
              <p:cNvSpPr/>
              <p:nvPr/>
            </p:nvSpPr>
            <p:spPr>
              <a:xfrm>
                <a:off x="201866" y="3758290"/>
                <a:ext cx="51901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8038</m:t>
                      </m:r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D5A1C0-77E9-4AFA-BA9F-56262EE91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3758290"/>
                <a:ext cx="519013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F21840-657E-CC05-3D84-F497028232B8}"/>
                  </a:ext>
                </a:extLst>
              </p:cNvPr>
              <p:cNvSpPr/>
              <p:nvPr/>
            </p:nvSpPr>
            <p:spPr>
              <a:xfrm>
                <a:off x="201866" y="4527675"/>
                <a:ext cx="51901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0.1962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F21840-657E-CC05-3D84-F49702823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4527675"/>
                <a:ext cx="51901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001DE1-2359-0438-3B1E-47ED72C2B6FC}"/>
                  </a:ext>
                </a:extLst>
              </p:cNvPr>
              <p:cNvSpPr/>
              <p:nvPr/>
            </p:nvSpPr>
            <p:spPr>
              <a:xfrm>
                <a:off x="201866" y="2988905"/>
                <a:ext cx="51901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001DE1-2359-0438-3B1E-47ED72C2B6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2988905"/>
                <a:ext cx="519013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2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  <p:bldP spid="3" grpId="0"/>
      <p:bldP spid="9" grpId="0"/>
      <p:bldP spid="10" grpId="0"/>
      <p:bldP spid="4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E6050D-A786-4C18-23AC-66424E3845A7}"/>
                  </a:ext>
                </a:extLst>
              </p14:cNvPr>
              <p14:cNvContentPartPr/>
              <p14:nvPr/>
            </p14:nvContentPartPr>
            <p14:xfrm>
              <a:off x="118440" y="270720"/>
              <a:ext cx="11066400" cy="5401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E6050D-A786-4C18-23AC-66424E3845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080" y="261360"/>
                <a:ext cx="11085120" cy="54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4015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2</a:t>
            </a:r>
            <a:br>
              <a:rPr lang="en-IN" dirty="0"/>
            </a:br>
            <a:r>
              <a:rPr lang="en-IN" dirty="0"/>
              <a:t>Poisson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151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BF5B-4364-8AC2-37E9-DAC455C0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D7B73E-F7C7-1746-A408-E0B2B7688F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4588162"/>
              </a:xfrm>
            </p:spPr>
            <p:txBody>
              <a:bodyPr/>
              <a:lstStyle/>
              <a:p>
                <a:pPr lvl="0"/>
                <a:r>
                  <a:rPr lang="en-US" dirty="0"/>
                  <a:t>A company's server receives, on average,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cyber-attacks per hour. </a:t>
                </a:r>
                <a:endParaRPr lang="en-IN" dirty="0"/>
              </a:p>
              <a:p>
                <a:pPr marL="0" lvl="0" indent="0" algn="ctr">
                  <a:buNone/>
                </a:pPr>
                <a:r>
                  <a:rPr lang="en-US" dirty="0"/>
                  <a:t>What is the probability that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attacks occur in the next hour?</a:t>
                </a:r>
                <a:endParaRPr lang="en-IN" dirty="0"/>
              </a:p>
              <a:p>
                <a:pPr lvl="0"/>
                <a:r>
                  <a:rPr lang="en-US" dirty="0"/>
                  <a:t>Problems involving the number of occurrences of an event in a fixed interval of time or space are modeled using the Poisson Distribution.</a:t>
                </a:r>
                <a:endParaRPr lang="en-IN" dirty="0"/>
              </a:p>
              <a:p>
                <a:pPr lvl="0"/>
                <a:r>
                  <a:rPr lang="en-US" dirty="0"/>
                  <a:t>Poisson distribution answers one simple but powerful question:</a:t>
                </a:r>
                <a:endParaRPr lang="en-IN" dirty="0"/>
              </a:p>
              <a:p>
                <a:pPr marL="0" indent="0" algn="ctr">
                  <a:buNone/>
                </a:pPr>
                <a:r>
                  <a:rPr lang="en-US" b="1" dirty="0"/>
                  <a:t>	If events occur randomly at an average rate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US" b="1" dirty="0"/>
                  <a:t>, how many times will the event occur in a fixed interval?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D7B73E-F7C7-1746-A408-E0B2B7688F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4588162"/>
              </a:xfrm>
              <a:blipFill>
                <a:blip r:embed="rId2"/>
                <a:stretch>
                  <a:fillRect l="-971" r="-1074" b="-19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9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8AD22-A95A-19B7-5D5D-39366141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B398-F3A4-5A5F-C70B-617BACEA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C8754-AADB-209A-4448-3E5EA2702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pPr lvl="0"/>
                <a:r>
                  <a:rPr lang="en-US" dirty="0"/>
                  <a:t>Interval can be:</a:t>
                </a:r>
                <a:endParaRPr lang="en-IN" dirty="0"/>
              </a:p>
              <a:p>
                <a:pPr lvl="1"/>
                <a:r>
                  <a:rPr lang="en-US" dirty="0"/>
                  <a:t>Time (per minute, per hour, per day)</a:t>
                </a:r>
                <a:endParaRPr lang="en-IN" dirty="0"/>
              </a:p>
              <a:p>
                <a:pPr lvl="1"/>
                <a:r>
                  <a:rPr lang="en-US" dirty="0"/>
                  <a:t>Space (per square meter, per kilometer)</a:t>
                </a:r>
                <a:endParaRPr lang="en-IN" dirty="0"/>
              </a:p>
              <a:p>
                <a:pPr lvl="1"/>
                <a:r>
                  <a:rPr lang="en-US" dirty="0"/>
                  <a:t>Volume / area / length</a:t>
                </a:r>
              </a:p>
              <a:p>
                <a:r>
                  <a:rPr lang="en-US" b="1" dirty="0">
                    <a:solidFill>
                      <a:srgbClr val="301B92"/>
                    </a:solidFill>
                  </a:rPr>
                  <a:t>Example</a:t>
                </a:r>
              </a:p>
              <a:p>
                <a:pPr lvl="1"/>
                <a:r>
                  <a:rPr lang="en-US" dirty="0"/>
                  <a:t>Number of phone calls received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minutes.</a:t>
                </a:r>
              </a:p>
              <a:p>
                <a:pPr lvl="1"/>
                <a:r>
                  <a:rPr lang="en-US" dirty="0"/>
                  <a:t>Number of accidents at a crossing in one day.</a:t>
                </a:r>
              </a:p>
              <a:p>
                <a:pPr lvl="1"/>
                <a:r>
                  <a:rPr lang="en-US" dirty="0"/>
                  <a:t>Number of defects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meter of cloth.</a:t>
                </a:r>
              </a:p>
              <a:p>
                <a:pPr lvl="1"/>
                <a:r>
                  <a:rPr lang="en-US" dirty="0"/>
                  <a:t>Number of customers entering a shop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hour</a:t>
                </a:r>
                <a:r>
                  <a:rPr lang="en-IN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C8754-AADB-209A-4448-3E5EA2702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5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7754-786F-0C26-DCA8-3C8B6AC2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6597-5B14-33AC-6F76-7A4BDCE0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39CEF-2EE9-501C-4569-1D65E022AD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45463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301B92"/>
                    </a:solidFill>
                  </a:rPr>
                  <a:t>Example</a:t>
                </a:r>
              </a:p>
              <a:p>
                <a:pPr lvl="1"/>
                <a:r>
                  <a:rPr lang="en-US" dirty="0"/>
                  <a:t>Number of phone calls received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minutes.</a:t>
                </a:r>
              </a:p>
              <a:p>
                <a:pPr lvl="1"/>
                <a:r>
                  <a:rPr lang="en-US" dirty="0"/>
                  <a:t>Number of accidents at a crossing in one day.</a:t>
                </a:r>
              </a:p>
              <a:p>
                <a:pPr lvl="1"/>
                <a:r>
                  <a:rPr lang="en-US" dirty="0"/>
                  <a:t>Number of defects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meter of cloth.</a:t>
                </a:r>
              </a:p>
              <a:p>
                <a:pPr lvl="1"/>
                <a:r>
                  <a:rPr lang="en-US" dirty="0"/>
                  <a:t>Number of customers entering a shop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hour.</a:t>
                </a:r>
              </a:p>
              <a:p>
                <a:r>
                  <a:rPr lang="en-US" dirty="0"/>
                  <a:t>Here, </a:t>
                </a:r>
              </a:p>
              <a:p>
                <a:pPr lvl="1"/>
                <a:r>
                  <a:rPr lang="en-US" dirty="0"/>
                  <a:t>time, length, area → these are continuous</a:t>
                </a:r>
              </a:p>
              <a:p>
                <a:pPr lvl="1"/>
                <a:r>
                  <a:rPr lang="en-US" dirty="0"/>
                  <a:t>number of occurrences/events → this is countable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39CEF-2EE9-501C-4569-1D65E022AD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4546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78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8903-0CF9-AA88-1ADD-82AE753E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C8CC-9438-8D3C-994B-F9D5C272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C9E-0861-10CC-414E-FB5471BFB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45463"/>
          </a:xfrm>
        </p:spPr>
        <p:txBody>
          <a:bodyPr/>
          <a:lstStyle/>
          <a:p>
            <a:r>
              <a:rPr lang="en-US" dirty="0"/>
              <a:t>Here, </a:t>
            </a:r>
          </a:p>
          <a:p>
            <a:pPr lvl="1"/>
            <a:r>
              <a:rPr lang="en-US" dirty="0"/>
              <a:t>time, length, area → these are continuous</a:t>
            </a:r>
          </a:p>
          <a:p>
            <a:pPr lvl="1"/>
            <a:r>
              <a:rPr lang="en-US" dirty="0"/>
              <a:t>but number of occurrences → this is countable</a:t>
            </a:r>
          </a:p>
          <a:p>
            <a:r>
              <a:rPr lang="en-US" dirty="0"/>
              <a:t>Poisson is not modeling the interval.</a:t>
            </a:r>
          </a:p>
          <a:p>
            <a:r>
              <a:rPr lang="en-US" dirty="0"/>
              <a:t>Poisson is modeling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count of events inside the interval.</a:t>
            </a:r>
          </a:p>
          <a:p>
            <a:r>
              <a:rPr lang="en-US" dirty="0"/>
              <a:t>So, the random variable is discrete.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9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Poisson Distribution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46D6E4-2CDF-4CD2-9674-A490F9F9E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845462"/>
          </a:xfrm>
        </p:spPr>
        <p:txBody>
          <a:bodyPr/>
          <a:lstStyle/>
          <a:p>
            <a:pPr lvl="0"/>
            <a:r>
              <a:rPr lang="en-US" dirty="0"/>
              <a:t>A Poisson Distribution is a discrete probability distribution that describes the probability of a given number of events occurring in a fixed interval of time, space, area, or volume, when the events occur independently and at a constant average rate.</a:t>
            </a:r>
            <a:endParaRPr lang="en-IN" dirty="0"/>
          </a:p>
          <a:p>
            <a:pPr lvl="0"/>
            <a:r>
              <a:rPr lang="en-US" dirty="0"/>
              <a:t>Example</a:t>
            </a:r>
            <a:endParaRPr lang="en-IN" dirty="0"/>
          </a:p>
          <a:p>
            <a:pPr lvl="1"/>
            <a:r>
              <a:rPr lang="en-IN" dirty="0"/>
              <a:t>Number of emails received per hour. </a:t>
            </a:r>
          </a:p>
          <a:p>
            <a:pPr lvl="1"/>
            <a:r>
              <a:rPr lang="en-IN" dirty="0"/>
              <a:t>Number of customers arriving at a store per minute. </a:t>
            </a:r>
          </a:p>
          <a:p>
            <a:pPr lvl="1"/>
            <a:r>
              <a:rPr lang="en-IN" dirty="0"/>
              <a:t>Number of network failures per day. </a:t>
            </a:r>
          </a:p>
          <a:p>
            <a:pPr lvl="1"/>
            <a:r>
              <a:rPr lang="en-IN" dirty="0"/>
              <a:t>Number of printing mistakes on a page. </a:t>
            </a:r>
          </a:p>
        </p:txBody>
      </p:sp>
    </p:spTree>
    <p:extLst>
      <p:ext uri="{BB962C8B-B14F-4D97-AF65-F5344CB8AC3E}">
        <p14:creationId xmlns:p14="http://schemas.microsoft.com/office/powerpoint/2010/main" val="938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14F2-D79F-5755-A857-1E1F57B3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01305-278E-984B-DD47-00A3AB40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Poisson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0A1B0C9-C2F4-C505-E12E-A8C7590DA4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Number of events occurring in a fixed interval</m:t>
                    </m:r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called a Poisson Random Variable.</a:t>
                </a:r>
              </a:p>
              <a:p>
                <a:pPr lvl="0"/>
                <a:r>
                  <a:rPr lang="en-US" dirty="0"/>
                  <a:t>If the average number of occurrences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, then</a:t>
                </a: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269875" lvl="0" indent="0">
                  <a:buNone/>
                </a:pPr>
                <a:r>
                  <a:rPr lang="en-US" dirty="0"/>
                  <a:t>where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average number of events in the fixed interval</a:t>
                </a:r>
              </a:p>
              <a:p>
                <a:pPr lvl="0"/>
                <a:r>
                  <a:rPr lang="en-US" dirty="0"/>
                  <a:t>Its probability mass function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0A1B0C9-C2F4-C505-E12E-A8C7590DA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186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6CF3-DF8F-9B92-6222-DA17F069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3128D69-08F5-D1B4-61BA-BFBBEFDA5A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3128D69-08F5-D1B4-61BA-BFBBEFDA5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45CB7BA-BCC1-E311-6D34-4EEEAAC1D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 1 –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Interval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Time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events per minute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Interval (Time)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seconds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45CB7BA-BCC1-E311-6D34-4EEEAAC1D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0C3C2B-46E3-8F58-DFEF-956F3132F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4211388"/>
                <a:ext cx="2088573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0C3C2B-46E3-8F58-DFEF-956F3132F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4211388"/>
                <a:ext cx="208857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F5542D05-969E-556D-9586-1172688AC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4957309"/>
                <a:ext cx="4252052" cy="1371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i="0"/>
                            <m:t>minute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  <m:r>
                        <m:rPr>
                          <m:nor/>
                        </m:rPr>
                        <a:rPr lang="en-IN" i="0"/>
                        <m:t>minute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F5542D05-969E-556D-9586-1172688AC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4957309"/>
                <a:ext cx="4252052" cy="1371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236DC-DF83-9BAC-65FB-54E5AB60EBA8}"/>
                  </a:ext>
                </a:extLst>
              </p:cNvPr>
              <p:cNvSpPr txBox="1"/>
              <p:nvPr/>
            </p:nvSpPr>
            <p:spPr>
              <a:xfrm>
                <a:off x="2639290" y="2904547"/>
                <a:ext cx="2088573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236DC-DF83-9BAC-65FB-54E5AB60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90" y="2904547"/>
                <a:ext cx="2088573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EC4C24-5C2B-AD69-3742-F5FC54E4BB61}"/>
                  </a:ext>
                </a:extLst>
              </p:cNvPr>
              <p:cNvSpPr txBox="1"/>
              <p:nvPr/>
            </p:nvSpPr>
            <p:spPr>
              <a:xfrm>
                <a:off x="8614064" y="3094573"/>
                <a:ext cx="35779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  <m:func>
                            <m:func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Seconds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EC4C24-5C2B-AD69-3742-F5FC54E4B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064" y="3094573"/>
                <a:ext cx="357793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85FA6B-B810-A4C8-6855-272BF13C5509}"/>
                  </a:ext>
                </a:extLst>
              </p:cNvPr>
              <p:cNvSpPr txBox="1"/>
              <p:nvPr/>
            </p:nvSpPr>
            <p:spPr>
              <a:xfrm>
                <a:off x="4125189" y="2904546"/>
                <a:ext cx="2961409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minute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85FA6B-B810-A4C8-6855-272BF13C5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189" y="2904546"/>
                <a:ext cx="2961409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DE8A0322-73E7-CC23-0E9B-6BA5FD2DC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9428" y="4957309"/>
                <a:ext cx="1111827" cy="1371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DE8A0322-73E7-CC23-0E9B-6BA5FD2DC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428" y="4957309"/>
                <a:ext cx="1111827" cy="13710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8B1B0-0739-2245-306E-CA6F42E243C9}"/>
                  </a:ext>
                </a:extLst>
              </p:cNvPr>
              <p:cNvSpPr txBox="1"/>
              <p:nvPr/>
            </p:nvSpPr>
            <p:spPr>
              <a:xfrm>
                <a:off x="5605894" y="5486959"/>
                <a:ext cx="61306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→ average no. of events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seconds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8B1B0-0739-2245-306E-CA6F42E24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94" y="5486959"/>
                <a:ext cx="6130636" cy="523220"/>
              </a:xfrm>
              <a:prstGeom prst="rect">
                <a:avLst/>
              </a:prstGeom>
              <a:blipFill>
                <a:blip r:embed="rId10"/>
                <a:stretch>
                  <a:fillRect l="-2090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25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  <p:bldP spid="8" grpId="0"/>
      <p:bldP spid="9" grpId="0"/>
      <p:bldP spid="10" grpId="0"/>
      <p:bldP spid="11" grpId="0" build="allAtOnce"/>
      <p:bldP spid="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CD88-C709-B3E5-8CDF-F81EE58D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0ECCA77-F2F1-99A7-F4C6-E32C140AA1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0ECCA77-F2F1-99A7-F4C6-E32C140AA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5FF9A11-3F7C-BEB6-62DB-E98EE62960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 2 –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Interval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Space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defects per </a:t>
                </a:r>
                <a:r>
                  <a:rPr lang="en-IN" b="1" dirty="0">
                    <a:solidFill>
                      <a:srgbClr val="002060"/>
                    </a:solidFill>
                  </a:rPr>
                  <a:t>meter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Interval (Length)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:r>
                  <a:rPr lang="en-IN" b="1" dirty="0"/>
                  <a:t>meter</a:t>
                </a:r>
                <a:r>
                  <a:rPr lang="en-US" b="1" dirty="0">
                    <a:solidFill>
                      <a:srgbClr val="002060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5FF9A11-3F7C-BEB6-62DB-E98EE6296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4290525-631F-4662-BF5B-E567C6B92F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743" y="3007325"/>
                <a:ext cx="2088573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4290525-631F-4662-BF5B-E567C6B9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3" y="3007325"/>
                <a:ext cx="208857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0E92B26A-85C6-B98E-B1BC-E3520CC20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743" y="3753246"/>
                <a:ext cx="4252052" cy="1371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i="0"/>
                            <m:t>m</m:t>
                          </m:r>
                          <m:r>
                            <m:rPr>
                              <m:nor/>
                            </m:rPr>
                            <a:rPr lang="en-IN" b="0" i="0" smtClean="0"/>
                            <m:t>eter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/>
                        <m:t>meter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0E92B26A-85C6-B98E-B1BC-E3520CC20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3" y="3753246"/>
                <a:ext cx="4252052" cy="1371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A9882CB-7149-B714-0169-78781E0EC0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2616" y="4135177"/>
                <a:ext cx="836466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A9882CB-7149-B714-0169-78781E0EC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616" y="4135177"/>
                <a:ext cx="836466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BF0581-0FA2-6954-7A06-AFDFF2A14385}"/>
                  </a:ext>
                </a:extLst>
              </p:cNvPr>
              <p:cNvSpPr txBox="1"/>
              <p:nvPr/>
            </p:nvSpPr>
            <p:spPr>
              <a:xfrm>
                <a:off x="4793607" y="4295787"/>
                <a:ext cx="61306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→ average no. of defects in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meters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BF0581-0FA2-6954-7A06-AFDFF2A14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607" y="4295787"/>
                <a:ext cx="6130636" cy="523220"/>
              </a:xfrm>
              <a:prstGeom prst="rect">
                <a:avLst/>
              </a:prstGeom>
              <a:blipFill>
                <a:blip r:embed="rId7"/>
                <a:stretch>
                  <a:fillRect l="-1988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c 29">
            <a:extLst>
              <a:ext uri="{FF2B5EF4-FFF2-40B4-BE49-F238E27FC236}">
                <a16:creationId xmlns:a16="http://schemas.microsoft.com/office/drawing/2014/main" id="{619A0071-BCA4-2061-B185-A5BC16A92A73}"/>
              </a:ext>
            </a:extLst>
          </p:cNvPr>
          <p:cNvSpPr/>
          <p:nvPr/>
        </p:nvSpPr>
        <p:spPr>
          <a:xfrm>
            <a:off x="4908000" y="1717562"/>
            <a:ext cx="1188000" cy="720000"/>
          </a:xfrm>
          <a:prstGeom prst="arc">
            <a:avLst>
              <a:gd name="adj1" fmla="val 16200000"/>
              <a:gd name="adj2" fmla="val 5360335"/>
            </a:avLst>
          </a:prstGeom>
          <a:ln w="3810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D3BBF-F80E-492A-A468-0FB16E073B30}"/>
              </a:ext>
            </a:extLst>
          </p:cNvPr>
          <p:cNvSpPr txBox="1"/>
          <p:nvPr/>
        </p:nvSpPr>
        <p:spPr>
          <a:xfrm>
            <a:off x="6163734" y="1807874"/>
            <a:ext cx="2788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Units are same</a:t>
            </a:r>
          </a:p>
        </p:txBody>
      </p:sp>
    </p:spTree>
    <p:extLst>
      <p:ext uri="{BB962C8B-B14F-4D97-AF65-F5344CB8AC3E}">
        <p14:creationId xmlns:p14="http://schemas.microsoft.com/office/powerpoint/2010/main" val="362850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  <p:bldP spid="11" grpId="0" build="allAtOnce"/>
      <p:bldP spid="13" grpId="0"/>
      <p:bldP spid="30" grpId="0" animBg="1"/>
      <p:bldP spid="3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7470-113A-8198-7F92-8E35DBE3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930450C-6EE4-318A-B8BF-BEF21A5441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930450C-6EE4-318A-B8BF-BEF21A544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D53C73-A135-B6A2-66F4-19ABDF927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 3 –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Interval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Time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events per hours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Interval (Time)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minutes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D53C73-A135-B6A2-66F4-19ABDF927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E40AA374-F7D9-D834-A4B8-00B0277D9F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3741645"/>
                <a:ext cx="2088573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E40AA374-F7D9-D834-A4B8-00B0277D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3741645"/>
                <a:ext cx="208857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1D6378EE-C97F-A538-8C74-5C15443B57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4643430"/>
                <a:ext cx="2988723" cy="743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12×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1D6378EE-C97F-A538-8C74-5C15443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4643430"/>
                <a:ext cx="2988723" cy="743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6E6E0A-CF61-236E-BE89-533B2C9173C5}"/>
                  </a:ext>
                </a:extLst>
              </p:cNvPr>
              <p:cNvSpPr txBox="1"/>
              <p:nvPr/>
            </p:nvSpPr>
            <p:spPr>
              <a:xfrm>
                <a:off x="2639290" y="2904547"/>
                <a:ext cx="25977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hours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6E6E0A-CF61-236E-BE89-533B2C91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90" y="2904547"/>
                <a:ext cx="2597728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13D6B42-1EB4-A8F4-A782-F3DA3707A5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9223" y="4643430"/>
                <a:ext cx="965328" cy="8073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13D6B42-1EB4-A8F4-A782-F3DA3707A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223" y="4643430"/>
                <a:ext cx="965328" cy="8073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5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  <p:bldP spid="8" grpId="0"/>
      <p:bldP spid="11" grpId="0" build="allAtOnce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6CFD-2426-F6A6-010B-40B922F73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48E0E09-F475-3BFF-D87E-EB93838624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48E0E09-F475-3BFF-D87E-EB9383862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4B9FF4F-40AB-9C63-291E-21543AC92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</p:spPr>
            <p:txBody>
              <a:bodyPr/>
              <a:lstStyle/>
              <a:p>
                <a:r>
                  <a:rPr lang="en-US" dirty="0"/>
                  <a:t>If events occur at an average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per unit, then the Poisson parameter for an interval of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IN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lvl="1"/>
                <a:r>
                  <a:rPr lang="en-IN" dirty="0"/>
                  <a:t>i.e. If Rate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/>
                  <a:t> events per unit</a:t>
                </a:r>
              </a:p>
              <a:p>
                <a:pPr lvl="1"/>
                <a:r>
                  <a:rPr lang="en-IN" b="0" dirty="0"/>
                  <a:t>Interval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IN" dirty="0"/>
                  <a:t> unit</a:t>
                </a:r>
              </a:p>
              <a:p>
                <a:pPr marL="485775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unit</m:t>
                          </m:r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unit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b="0" i="0" smtClean="0">
                          <a:ea typeface="Cambria Math" panose="02040503050406030204" pitchFamily="18" charset="0"/>
                        </a:rPr>
                        <m:t>unit less</m:t>
                      </m:r>
                    </m:oMath>
                  </m:oMathPara>
                </a14:m>
                <a:endParaRPr lang="en-IN" dirty="0"/>
              </a:p>
              <a:p>
                <a:pPr lvl="1"/>
                <a:r>
                  <a:rPr lang="en-US" dirty="0"/>
                  <a:t>Before computing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, express the interval length in the same unit as the denominator of the given rate.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4B9FF4F-40AB-9C63-291E-21543AC92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95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21FC-3BF9-DB2B-D2A1-18367AF2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508217-FF9B-11D0-7A24-172521B8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is Poisson called the Distribution of Rare Events?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BEE9D3-8675-77E0-87D7-41250E8BF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Imagine a company has a cybersecurity system that receives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1,00,000</m:t>
                    </m:r>
                  </m:oMath>
                </a14:m>
                <a:r>
                  <a:rPr lang="en-US" dirty="0"/>
                  <a:t> login attempts in a day.</a:t>
                </a:r>
              </a:p>
              <a:p>
                <a:r>
                  <a:rPr lang="en-US" dirty="0"/>
                  <a:t>For one particular login attempt, suppose the probability that it is a malicious attack is very small: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(attack)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=0.00001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for one login attempt, an attack is very unlikely.</a:t>
                </a:r>
              </a:p>
              <a:p>
                <a:pPr lvl="1"/>
                <a:r>
                  <a:rPr lang="en-US" dirty="0"/>
                  <a:t>This is what we mean by a “rare event.”</a:t>
                </a:r>
              </a:p>
              <a:p>
                <a:r>
                  <a:rPr lang="en-US" dirty="0"/>
                  <a:t>The system receives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1,00,000</m:t>
                    </m:r>
                  </m:oMath>
                </a14:m>
                <a:r>
                  <a:rPr lang="en-US" dirty="0"/>
                  <a:t> login attempts, so 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1,00,000</m:t>
                    </m:r>
                  </m:oMath>
                </a14:m>
                <a:r>
                  <a:rPr lang="en-US" dirty="0"/>
                  <a:t> opportunities for this rare event to occur.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BEE9D3-8675-77E0-87D7-41250E8BF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02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6174-C574-63B6-A5F9-EFA6C374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B6AF7D-0185-2AFF-0F5D-3FB4A769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is Poisson called the Distribution of Rare Events?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1806CC-DE98-AA9D-31E2-677191FA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0"/>
            <a:ext cx="11928475" cy="5743575"/>
          </a:xfrm>
        </p:spPr>
        <p:txBody>
          <a:bodyPr/>
          <a:lstStyle/>
          <a:p>
            <a:pPr lvl="0"/>
            <a:r>
              <a:rPr lang="en-IN" dirty="0"/>
              <a:t>The cybersecurity team may not be interested only in whether one particular login is an attack. Instead, they may want to know:</a:t>
            </a:r>
          </a:p>
          <a:p>
            <a:pPr marL="0" indent="0" algn="ctr">
              <a:buNone/>
            </a:pPr>
            <a:r>
              <a:rPr lang="en-IN" dirty="0"/>
              <a:t>How many suspicious attacks will occur during the next hour?</a:t>
            </a:r>
          </a:p>
          <a:p>
            <a:pPr lvl="0"/>
            <a:r>
              <a:rPr lang="en-IN" dirty="0"/>
              <a:t>Now we are counting the occurrences of a rare event over a fixed interval.</a:t>
            </a:r>
          </a:p>
          <a:p>
            <a:pPr lvl="0"/>
            <a:r>
              <a:rPr lang="en-IN" dirty="0"/>
              <a:t>This is where the </a:t>
            </a:r>
            <a:r>
              <a:rPr lang="en-IN" b="1" dirty="0"/>
              <a:t>Poisson distribution</a:t>
            </a:r>
            <a:r>
              <a:rPr lang="en-IN" dirty="0"/>
              <a:t> becomes useful.</a:t>
            </a:r>
          </a:p>
        </p:txBody>
      </p:sp>
    </p:spTree>
    <p:extLst>
      <p:ext uri="{BB962C8B-B14F-4D97-AF65-F5344CB8AC3E}">
        <p14:creationId xmlns:p14="http://schemas.microsoft.com/office/powerpoint/2010/main" val="281810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4415-60F7-FF5A-0FF7-D9AB1834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E39B3D-A648-8734-49B3-96546182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is Poisson called the Distribution of Rare Events?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21302E-7543-8073-2661-C51649AF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0"/>
            <a:ext cx="11928475" cy="5743575"/>
          </a:xfrm>
        </p:spPr>
        <p:txBody>
          <a:bodyPr/>
          <a:lstStyle/>
          <a:p>
            <a:pPr lvl="0"/>
            <a:r>
              <a:rPr lang="en-US" dirty="0"/>
              <a:t>An event is called </a:t>
            </a:r>
            <a:r>
              <a:rPr lang="en-US" b="1" dirty="0"/>
              <a:t>rare</a:t>
            </a:r>
            <a:r>
              <a:rPr lang="en-US" dirty="0"/>
              <a:t> because it is unlikely to happen at a particular moment.</a:t>
            </a:r>
            <a:endParaRPr lang="en-IN" dirty="0"/>
          </a:p>
          <a:p>
            <a:pPr lvl="0"/>
            <a:r>
              <a:rPr lang="en-US" dirty="0"/>
              <a:t>Poisson distribution tells us how many times that rare event occurs during a given time interval.</a:t>
            </a:r>
          </a:p>
          <a:p>
            <a:pPr marL="0" lvl="0" indent="0" algn="ctr">
              <a:buNone/>
            </a:pPr>
            <a:r>
              <a:rPr lang="en-US" b="1" i="1" dirty="0"/>
              <a:t>Poisson is called the distribution of rare events because it tells us how many times an unlikely event occurs in a fixed interval of time or space.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37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Relationship with the Binomial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pPr lvl="0"/>
                <a:r>
                  <a:rPr lang="en-US" dirty="0"/>
                  <a:t>Poisson distribution is the limiting case of Binomial distribution.</a:t>
                </a:r>
                <a:endParaRPr lang="en-IN" dirty="0"/>
              </a:p>
              <a:p>
                <a:pPr lvl="0"/>
                <a:r>
                  <a:rPr lang="en-US" dirty="0"/>
                  <a:t>When</a:t>
                </a:r>
                <a:endParaRPr lang="en-IN" dirty="0"/>
              </a:p>
              <a:p>
                <a:pPr lvl="1"/>
                <a:r>
                  <a:rPr lang="en-US" dirty="0"/>
                  <a:t>Number of trials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very large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→∞ 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Probability of success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IN" dirty="0"/>
                  <a:t> is very small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𝐩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𝐧𝐩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US" dirty="0"/>
                  <a:t> remains finite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lvl="0"/>
                <a:r>
                  <a:rPr lang="en-US" dirty="0"/>
                  <a:t>This explains why Poisson is called “distribution of rare events”.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46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Poisson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0413"/>
                <a:ext cx="11929641" cy="3634942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</a:t>
                </a:r>
                <a:r>
                  <a:rPr lang="en-US" dirty="0"/>
                  <a:t> of the Poisson distribution with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are defined as</a:t>
                </a:r>
                <a:r>
                  <a:rPr lang="en-IN" dirty="0"/>
                  <a:t> </a:t>
                </a:r>
                <a:r>
                  <a:rPr lang="en-US" dirty="0"/>
                  <a:t>mean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b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</m:t>
                    </m:r>
                    <m:r>
                      <a:rPr lang="en-US">
                        <a:solidFill>
                          <a:srgbClr val="FE57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&amp;   </m:t>
                    </m:r>
                  </m:oMath>
                </a14:m>
                <a:r>
                  <a:rPr lang="en-US" dirty="0"/>
                  <a:t>variance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0"/>
                <a:r>
                  <a:rPr lang="en-US" dirty="0"/>
                  <a:t>Generalized formula of Poisson distribution to obtain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is,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US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</m:nary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0413"/>
                <a:ext cx="11929641" cy="3634942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85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1"/>
                <a:ext cx="11929643" cy="131522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If the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follows a Poisson distribution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=3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</m:oMath>
                </a14:m>
                <a:r>
                  <a:rPr lang="en-US" dirty="0"/>
                  <a:t>, then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1"/>
                <a:ext cx="11929643" cy="1315223"/>
              </a:xfrm>
              <a:prstGeom prst="rect">
                <a:avLst/>
              </a:prstGeom>
              <a:blipFill>
                <a:blip r:embed="rId2"/>
                <a:stretch>
                  <a:fillRect l="-1074" r="-1074" b="-129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45404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2192284"/>
                <a:ext cx="10200837" cy="97578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002060"/>
                          </a:solidFill>
                        </a:rPr>
                        <m:t>We know that,</m:t>
                      </m:r>
                      <m:r>
                        <a:rPr lang="en-IN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=0,1,2,3,…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192284"/>
                <a:ext cx="10200837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25597" y="3168064"/>
                <a:ext cx="4360281" cy="34112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80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 !</m:t>
                          </m:r>
                        </m:den>
                      </m:f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4! 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168064"/>
                <a:ext cx="4360281" cy="34112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101545" y="3532747"/>
                <a:ext cx="4453143" cy="2681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 </m:t>
                          </m:r>
                          <m:sSup>
                            <m:sSupPr>
                              <m:ctrl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545" y="3532747"/>
                <a:ext cx="4453143" cy="2681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>
            <a:cxnSpLocks/>
          </p:cNvCxnSpPr>
          <p:nvPr/>
        </p:nvCxnSpPr>
        <p:spPr>
          <a:xfrm>
            <a:off x="6435070" y="3376465"/>
            <a:ext cx="0" cy="320285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32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9A9F-296F-0CA1-01DD-35BD44AA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3A88F30-5970-A262-5B31-ECF0F4B20030}"/>
              </a:ext>
            </a:extLst>
          </p:cNvPr>
          <p:cNvSpPr txBox="1">
            <a:spLocks/>
          </p:cNvSpPr>
          <p:nvPr/>
        </p:nvSpPr>
        <p:spPr>
          <a:xfrm>
            <a:off x="131177" y="794132"/>
            <a:ext cx="11929643" cy="35388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05402-553D-B681-3FD3-899EAFDA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E7F710-1FB8-567C-7084-A5B20D835AF8}"/>
                  </a:ext>
                </a:extLst>
              </p:cNvPr>
              <p:cNvSpPr txBox="1"/>
              <p:nvPr/>
            </p:nvSpPr>
            <p:spPr>
              <a:xfrm>
                <a:off x="174692" y="872042"/>
                <a:ext cx="1184261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chemeClr val="bg1"/>
                    </a:solidFill>
                  </a:rPr>
                  <a:t>The number of page requests received by a web server per second is modeled as a Poisson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. Its probability distribution is given below:</a:t>
                </a:r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E7F710-1FB8-567C-7084-A5B20D835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92" y="872042"/>
                <a:ext cx="11842611" cy="954107"/>
              </a:xfrm>
              <a:prstGeom prst="rect">
                <a:avLst/>
              </a:prstGeom>
              <a:blipFill>
                <a:blip r:embed="rId2"/>
                <a:stretch>
                  <a:fillRect l="-1081" t="-5732" r="-1081" b="-17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12AE6E0-9338-E0FE-F815-43B6C3C06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4326835"/>
                  </p:ext>
                </p:extLst>
              </p:nvPr>
            </p:nvGraphicFramePr>
            <p:xfrm>
              <a:off x="260526" y="1935233"/>
              <a:ext cx="11670942" cy="17068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679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Number of requests/sec. 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x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2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6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chemeClr val="bg1"/>
                                    </a:solidFill>
                                    <a:effectLst/>
                                    <a:uFill>
                                      <a:solidFill>
                                        <a:srgbClr val="0070C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Shruti"/>
                                  </a:rPr>
                                  <m:t>P</m:t>
                                </m:r>
                                <m:d>
                                  <m:dPr>
                                    <m:ctrlPr>
                                      <a:rPr lang="en-IN" sz="2800" b="0" i="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70C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Shruti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70C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Shruti"/>
                                      </a:rPr>
                                      <m:t>X</m:t>
                                    </m:r>
                                    <m:r>
                                      <a:rPr lang="en-IN" sz="2800" b="0" i="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70C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Shruti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i="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70C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Shruti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800" i="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0.184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0.061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0.015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12AE6E0-9338-E0FE-F815-43B6C3C06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4326835"/>
                  </p:ext>
                </p:extLst>
              </p:nvPr>
            </p:nvGraphicFramePr>
            <p:xfrm>
              <a:off x="260526" y="1935233"/>
              <a:ext cx="11670942" cy="17068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679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801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Number of requests/sec. 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x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2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6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85" t="-327143" r="-338813" b="-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0.184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0.061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0.015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D656BD-8FB4-A413-9F38-0A9381A11505}"/>
                  </a:ext>
                </a:extLst>
              </p:cNvPr>
              <p:cNvSpPr txBox="1"/>
              <p:nvPr/>
            </p:nvSpPr>
            <p:spPr>
              <a:xfrm>
                <a:off x="174691" y="3739227"/>
                <a:ext cx="118426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</a:rPr>
                  <a:t>Find the mean and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.</a:t>
                </a:r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D656BD-8FB4-A413-9F38-0A9381A11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91" y="3739227"/>
                <a:ext cx="11842611" cy="523220"/>
              </a:xfrm>
              <a:prstGeom prst="rect">
                <a:avLst/>
              </a:prstGeom>
              <a:blipFill>
                <a:blip r:embed="rId4"/>
                <a:stretch>
                  <a:fillRect l="-108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E38B30A-DBF7-9961-94DA-2A7423261EFF}"/>
              </a:ext>
            </a:extLst>
          </p:cNvPr>
          <p:cNvSpPr/>
          <p:nvPr/>
        </p:nvSpPr>
        <p:spPr>
          <a:xfrm>
            <a:off x="131177" y="448727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E48B2D-F86F-EB46-B704-77A1E5D19C28}"/>
                  </a:ext>
                </a:extLst>
              </p:cNvPr>
              <p:cNvSpPr txBox="1"/>
              <p:nvPr/>
            </p:nvSpPr>
            <p:spPr>
              <a:xfrm>
                <a:off x="131177" y="5050458"/>
                <a:ext cx="4025187" cy="1304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i="0" smtClean="0">
                          <a:solidFill>
                            <a:srgbClr val="002060"/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ean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E48B2D-F86F-EB46-B704-77A1E5D19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5050458"/>
                <a:ext cx="4025187" cy="1304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B78E2-4822-AB76-AE19-56CF7FB4F73A}"/>
                  </a:ext>
                </a:extLst>
              </p:cNvPr>
              <p:cNvSpPr txBox="1"/>
              <p:nvPr/>
            </p:nvSpPr>
            <p:spPr>
              <a:xfrm>
                <a:off x="3677942" y="5447129"/>
                <a:ext cx="8874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B78E2-4822-AB76-AE19-56CF7FB4F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942" y="5447129"/>
                <a:ext cx="887427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03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3B8201-222A-1AA9-9CCD-2343DDD96D7D}"/>
                  </a:ext>
                </a:extLst>
              </p:cNvPr>
              <p:cNvSpPr txBox="1"/>
              <p:nvPr/>
            </p:nvSpPr>
            <p:spPr>
              <a:xfrm>
                <a:off x="120786" y="711201"/>
                <a:ext cx="4025187" cy="1304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i="0" smtClean="0">
                          <a:solidFill>
                            <a:srgbClr val="002060"/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ean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3B8201-222A-1AA9-9CCD-2343DDD96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6" y="711201"/>
                <a:ext cx="4025187" cy="1304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56F50B-FFB2-2281-3304-A76966E0D791}"/>
                  </a:ext>
                </a:extLst>
              </p:cNvPr>
              <p:cNvSpPr txBox="1"/>
              <p:nvPr/>
            </p:nvSpPr>
            <p:spPr>
              <a:xfrm>
                <a:off x="3667551" y="1107872"/>
                <a:ext cx="8874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56F50B-FFB2-2281-3304-A76966E0D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551" y="1107872"/>
                <a:ext cx="887427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AD868C-AF94-8861-BF1D-A7131A7EA4A4}"/>
                  </a:ext>
                </a:extLst>
              </p:cNvPr>
              <p:cNvSpPr txBox="1"/>
              <p:nvPr/>
            </p:nvSpPr>
            <p:spPr>
              <a:xfrm>
                <a:off x="2660073" y="2027763"/>
                <a:ext cx="10030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0×0.368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1×0.368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2×0.184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3×0.061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AD868C-AF94-8861-BF1D-A7131A7EA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3" y="2027763"/>
                <a:ext cx="100309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E0CDBD-525B-C2BB-0F69-35147044D9DD}"/>
                  </a:ext>
                </a:extLst>
              </p:cNvPr>
              <p:cNvSpPr txBox="1"/>
              <p:nvPr/>
            </p:nvSpPr>
            <p:spPr>
              <a:xfrm>
                <a:off x="5493106" y="2672582"/>
                <a:ext cx="7048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4×0.015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5×0.003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6×0.001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E0CDBD-525B-C2BB-0F69-35147044D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106" y="2672582"/>
                <a:ext cx="70487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514E7D-3E4F-E385-F7EF-90A1ACA865EE}"/>
                  </a:ext>
                </a:extLst>
              </p:cNvPr>
              <p:cNvSpPr txBox="1"/>
              <p:nvPr/>
            </p:nvSpPr>
            <p:spPr>
              <a:xfrm>
                <a:off x="2660073" y="3429000"/>
                <a:ext cx="10030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=0+0.368+0.368+0.183+0.060+0.015+0.006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514E7D-3E4F-E385-F7EF-90A1ACA8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3" y="3429000"/>
                <a:ext cx="100309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BF8892-BB4B-FD23-12D4-50B900590E70}"/>
                  </a:ext>
                </a:extLst>
              </p:cNvPr>
              <p:cNvSpPr txBox="1"/>
              <p:nvPr/>
            </p:nvSpPr>
            <p:spPr>
              <a:xfrm>
                <a:off x="2660073" y="4108130"/>
                <a:ext cx="19327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BF8892-BB4B-FD23-12D4-50B900590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3" y="4108130"/>
                <a:ext cx="193270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15903D-9C94-6D8B-D965-D3FEF2706C64}"/>
                  </a:ext>
                </a:extLst>
              </p:cNvPr>
              <p:cNvSpPr txBox="1"/>
              <p:nvPr/>
            </p:nvSpPr>
            <p:spPr>
              <a:xfrm>
                <a:off x="120786" y="4787260"/>
                <a:ext cx="504349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smtClean="0">
                        <a:solidFill>
                          <a:srgbClr val="00206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IN" sz="2800" b="0" i="0" smtClean="0">
                        <a:solidFill>
                          <a:srgbClr val="002060"/>
                        </a:solidFill>
                      </a:rPr>
                      <m:t>lso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Variance </a:t>
                </a:r>
                <a14:m>
                  <m:oMath xmlns:m="http://schemas.openxmlformats.org/officeDocument/2006/math">
                    <m: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15903D-9C94-6D8B-D965-D3FEF2706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6" y="4787260"/>
                <a:ext cx="5043496" cy="523220"/>
              </a:xfrm>
              <a:prstGeom prst="rect">
                <a:avLst/>
              </a:prstGeom>
              <a:blipFill>
                <a:blip r:embed="rId9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3C3A841-08F6-D1A7-06EB-E7F7EBD08E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069" y="4787259"/>
            <a:ext cx="7309145" cy="167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2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1"/>
                <a:ext cx="11929643" cy="19632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large number of samples, each containing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parts, are taken from the output of a machine. The mean number of defective parts per sample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such samples, how many would be expected to contain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defective parts?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1"/>
                <a:ext cx="11929643" cy="1963211"/>
              </a:xfrm>
              <a:prstGeom prst="rect">
                <a:avLst/>
              </a:prstGeom>
              <a:blipFill>
                <a:blip r:embed="rId2"/>
                <a:stretch>
                  <a:fillRect l="-1074" r="-1074" b="-8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7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6" y="282773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2757343"/>
                <a:ext cx="1056910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defective parts in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2757343"/>
                <a:ext cx="10569107" cy="665631"/>
              </a:xfrm>
              <a:prstGeom prst="rect">
                <a:avLst/>
              </a:prstGeom>
              <a:blipFill>
                <a:blip r:embed="rId3"/>
                <a:stretch>
                  <a:fillRect l="-1153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22892" y="5002591"/>
                <a:ext cx="6518901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Number of defective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2" y="5002591"/>
                <a:ext cx="6518901" cy="665631"/>
              </a:xfrm>
              <a:prstGeom prst="rect">
                <a:avLst/>
              </a:prstGeom>
              <a:blipFill>
                <a:blip r:embed="rId4"/>
                <a:stretch>
                  <a:fillRect l="-186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22892" y="4240098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2" y="4240098"/>
                <a:ext cx="7978329" cy="665631"/>
              </a:xfrm>
              <a:prstGeom prst="rect">
                <a:avLst/>
              </a:prstGeom>
              <a:blipFill>
                <a:blip r:embed="rId5"/>
                <a:stretch>
                  <a:fillRect l="-152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35879" y="3490612"/>
                <a:ext cx="62219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and number of parts (samples)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879" y="3490612"/>
                <a:ext cx="6221958" cy="665631"/>
              </a:xfrm>
              <a:prstGeom prst="rect">
                <a:avLst/>
              </a:prstGeom>
              <a:blipFill>
                <a:blip r:embed="rId6"/>
                <a:stretch>
                  <a:fillRect l="-195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622892" y="3620016"/>
                <a:ext cx="372634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 &amp; 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2" y="3620016"/>
                <a:ext cx="3726348" cy="523220"/>
              </a:xfrm>
              <a:prstGeom prst="rect">
                <a:avLst/>
              </a:prstGeom>
              <a:blipFill>
                <a:blip r:embed="rId7"/>
                <a:stretch>
                  <a:fillRect l="-326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C542A37-88EC-0287-ACAF-2C93256AA178}"/>
                  </a:ext>
                </a:extLst>
              </p:cNvPr>
              <p:cNvSpPr/>
              <p:nvPr/>
            </p:nvSpPr>
            <p:spPr>
              <a:xfrm>
                <a:off x="9776682" y="5708269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C542A37-88EC-0287-ACAF-2C93256AA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5708269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25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5" grpId="0"/>
      <p:bldP spid="17" grpId="0"/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54345" y="1556269"/>
                <a:ext cx="3178178" cy="9757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5" y="1556269"/>
                <a:ext cx="3178178" cy="9757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14300" y="872125"/>
            <a:ext cx="440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The required probability is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118361" y="1604204"/>
                <a:ext cx="18414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361" y="1604204"/>
                <a:ext cx="18414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118361" y="879732"/>
                <a:ext cx="18414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361" y="879732"/>
                <a:ext cx="1841412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118361" y="2376066"/>
                <a:ext cx="18414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361" y="2376066"/>
                <a:ext cx="1841412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D0AE60-1C11-FFCB-DED1-6623BE3B45DC}"/>
                  </a:ext>
                </a:extLst>
              </p:cNvPr>
              <p:cNvSpPr/>
              <p:nvPr/>
            </p:nvSpPr>
            <p:spPr>
              <a:xfrm>
                <a:off x="114300" y="2793202"/>
                <a:ext cx="4362413" cy="954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D0AE60-1C11-FFCB-DED1-6623BE3B4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2793202"/>
                <a:ext cx="4362413" cy="954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F05EB3-0D81-4C81-3788-A67E49357867}"/>
                  </a:ext>
                </a:extLst>
              </p:cNvPr>
              <p:cNvSpPr/>
              <p:nvPr/>
            </p:nvSpPr>
            <p:spPr>
              <a:xfrm>
                <a:off x="114300" y="4055035"/>
                <a:ext cx="38030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=0.2707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F05EB3-0D81-4C81-3788-A67E49357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4055035"/>
                <a:ext cx="380307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FB279DB-EA89-6B86-B160-630B7597CC96}"/>
                  </a:ext>
                </a:extLst>
              </p:cNvPr>
              <p:cNvSpPr/>
              <p:nvPr/>
            </p:nvSpPr>
            <p:spPr>
              <a:xfrm>
                <a:off x="3018819" y="5525375"/>
                <a:ext cx="33508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=1000×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2707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FB279DB-EA89-6B86-B160-630B7597C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19" y="5525375"/>
                <a:ext cx="335080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E368E2-DAB7-0BCB-0D84-AA9D7420D750}"/>
                  </a:ext>
                </a:extLst>
              </p:cNvPr>
              <p:cNvSpPr/>
              <p:nvPr/>
            </p:nvSpPr>
            <p:spPr>
              <a:xfrm>
                <a:off x="3018819" y="4841231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E368E2-DAB7-0BCB-0D84-AA9D7420D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19" y="4841231"/>
                <a:ext cx="2664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3AC31CA-2238-2F19-B49E-1D73BD3D7F5D}"/>
              </a:ext>
            </a:extLst>
          </p:cNvPr>
          <p:cNvSpPr txBox="1"/>
          <p:nvPr/>
        </p:nvSpPr>
        <p:spPr>
          <a:xfrm>
            <a:off x="43750" y="4843873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Expected Number</a:t>
            </a:r>
            <a:endParaRPr lang="en-IN" sz="2800" b="1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F2ACC4E-B8A6-B9EE-AB23-D18C44E09CF0}"/>
                  </a:ext>
                </a:extLst>
              </p:cNvPr>
              <p:cNvSpPr/>
              <p:nvPr/>
            </p:nvSpPr>
            <p:spPr>
              <a:xfrm>
                <a:off x="5760257" y="5525375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270.7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F2ACC4E-B8A6-B9EE-AB23-D18C44E09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257" y="5525375"/>
                <a:ext cx="17433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20C910-6536-0D28-AC50-69580E1D3778}"/>
                  </a:ext>
                </a:extLst>
              </p:cNvPr>
              <p:cNvSpPr/>
              <p:nvPr/>
            </p:nvSpPr>
            <p:spPr>
              <a:xfrm>
                <a:off x="7066049" y="5516070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271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20C910-6536-0D28-AC50-69580E1D3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049" y="5516070"/>
                <a:ext cx="174338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87A1568-D62C-0D58-FBBD-C067B2C29C96}"/>
                  </a:ext>
                </a:extLst>
              </p:cNvPr>
              <p:cNvSpPr/>
              <p:nvPr/>
            </p:nvSpPr>
            <p:spPr>
              <a:xfrm>
                <a:off x="386613" y="5957153"/>
                <a:ext cx="11805387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Out of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samples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271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samples have exactly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defective parts.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87A1568-D62C-0D58-FBBD-C067B2C29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13" y="5957153"/>
                <a:ext cx="11805387" cy="665631"/>
              </a:xfrm>
              <a:prstGeom prst="rect">
                <a:avLst/>
              </a:prstGeom>
              <a:blipFill>
                <a:blip r:embed="rId12"/>
                <a:stretch>
                  <a:fillRect l="-103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53127B-E304-13E0-5B4F-EC93747749A6}"/>
                  </a:ext>
                </a:extLst>
              </p:cNvPr>
              <p:cNvSpPr/>
              <p:nvPr/>
            </p:nvSpPr>
            <p:spPr>
              <a:xfrm>
                <a:off x="9675635" y="3153308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53127B-E304-13E0-5B4F-EC9374774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635" y="3153308"/>
                <a:ext cx="2284138" cy="7111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67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4" grpId="0"/>
      <p:bldP spid="15" grpId="0"/>
      <p:bldP spid="16" grpId="0"/>
      <p:bldP spid="17" grpId="0"/>
      <p:bldP spid="1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2"/>
                <a:ext cx="11929643" cy="217720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number of potholes on a highway follows a Poisson distribution with an average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potholes per mile. Find the probability that no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potholes occur in a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-mile section of the highway.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−10</m:t>
                            </m:r>
                          </m:sup>
                        </m:sSup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≈0.0000454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2"/>
                <a:ext cx="11929643" cy="2177208"/>
              </a:xfrm>
              <a:prstGeom prst="rect">
                <a:avLst/>
              </a:prstGeom>
              <a:blipFill>
                <a:blip r:embed="rId2"/>
                <a:stretch>
                  <a:fillRect l="-1074" r="-1074" b="-28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15284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063992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:r>
                  <a:rPr lang="en-US" dirty="0">
                    <a:solidFill>
                      <a:srgbClr val="002060"/>
                    </a:solidFill>
                  </a:rPr>
                  <a:t>Average potholes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per mile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063992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F1D81-EB6A-2C02-E9D3-41F8235809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3792979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Length of highway section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miles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F1D81-EB6A-2C02-E9D3-41F823580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3792979"/>
                <a:ext cx="10435223" cy="665631"/>
              </a:xfrm>
              <a:prstGeom prst="rect">
                <a:avLst/>
              </a:prstGeom>
              <a:blipFill>
                <a:blip r:embed="rId4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5D6B06F-0EC7-8F3A-3DA7-4FE214B946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4031" y="4512368"/>
                <a:ext cx="705081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So, the mean number of potholes in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miles is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5D6B06F-0EC7-8F3A-3DA7-4FE214B9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031" y="4512368"/>
                <a:ext cx="7050813" cy="665631"/>
              </a:xfrm>
              <a:prstGeom prst="rect">
                <a:avLst/>
              </a:prstGeom>
              <a:blipFill>
                <a:blip r:embed="rId5"/>
                <a:stretch>
                  <a:fillRect l="-181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B8BECC4-2846-73BD-601C-8015771674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96599" y="4506136"/>
                <a:ext cx="3060704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=2×5=10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B8BECC4-2846-73BD-601C-801577167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599" y="4506136"/>
                <a:ext cx="3060704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55557EA-7C4C-B35C-C251-A18493F2BE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4031" y="5244800"/>
                <a:ext cx="705081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number of potholes in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miles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55557EA-7C4C-B35C-C251-A18493F2B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031" y="5244800"/>
                <a:ext cx="7050813" cy="665631"/>
              </a:xfrm>
              <a:prstGeom prst="rect">
                <a:avLst/>
              </a:prstGeom>
              <a:blipFill>
                <a:blip r:embed="rId7"/>
                <a:stretch>
                  <a:fillRect l="-1817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A98DE2-FE2A-FBF4-1B54-831F8AAF0568}"/>
                  </a:ext>
                </a:extLst>
              </p:cNvPr>
              <p:cNvSpPr/>
              <p:nvPr/>
            </p:nvSpPr>
            <p:spPr>
              <a:xfrm>
                <a:off x="9776682" y="562514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A98DE2-FE2A-FBF4-1B54-831F8AAF0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5625141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3FFEC1B-2D17-9543-DBE8-429D30567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9505" y="5846670"/>
                <a:ext cx="3143831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1, 2, 3, …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3FFEC1B-2D17-9543-DBE8-429D30567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505" y="5846670"/>
                <a:ext cx="3143831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43801F-2126-4FDD-A99B-F8D35C0F6331}"/>
              </a:ext>
            </a:extLst>
          </p:cNvPr>
          <p:cNvCxnSpPr/>
          <p:nvPr/>
        </p:nvCxnSpPr>
        <p:spPr>
          <a:xfrm>
            <a:off x="6993083" y="2254827"/>
            <a:ext cx="350173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18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4" grpId="0"/>
      <p:bldP spid="5" grpId="0"/>
      <p:bldP spid="6" grpId="0"/>
      <p:bldP spid="10" grpId="0" animBg="1"/>
      <p:bldP spid="1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E525422-F1CB-E7FA-7BCE-5B7F34C48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1439718"/>
              </a:xfrm>
            </p:spPr>
            <p:txBody>
              <a:bodyPr/>
              <a:lstStyle/>
              <a:p>
                <a:r>
                  <a:rPr lang="en-IN" dirty="0"/>
                  <a:t>Note that</a:t>
                </a:r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=10)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E525422-F1CB-E7FA-7BCE-5B7F34C48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143971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328EDF9-DF3F-EE45-C071-904A1CC855C2}"/>
                  </a:ext>
                </a:extLst>
              </p:cNvPr>
              <p:cNvSpPr/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328EDF9-DF3F-EE45-C071-904A1CC85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846FBA9-225A-E347-432D-0247F2F3EC0D}"/>
              </a:ext>
            </a:extLst>
          </p:cNvPr>
          <p:cNvSpPr txBox="1">
            <a:spLocks/>
          </p:cNvSpPr>
          <p:nvPr/>
        </p:nvSpPr>
        <p:spPr>
          <a:xfrm>
            <a:off x="131179" y="1986139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DBC4E6-402C-E34C-473B-29E6A0CD045D}"/>
                  </a:ext>
                </a:extLst>
              </p:cNvPr>
              <p:cNvSpPr/>
              <p:nvPr/>
            </p:nvSpPr>
            <p:spPr>
              <a:xfrm>
                <a:off x="519599" y="2709847"/>
                <a:ext cx="213008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DBC4E6-402C-E34C-473B-29E6A0CD0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99" y="2709847"/>
                <a:ext cx="213008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96B188-FF05-E782-BC67-F6FF769DBC9E}"/>
                  </a:ext>
                </a:extLst>
              </p:cNvPr>
              <p:cNvSpPr/>
              <p:nvPr/>
            </p:nvSpPr>
            <p:spPr>
              <a:xfrm>
                <a:off x="2346641" y="2709847"/>
                <a:ext cx="984535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96B188-FF05-E782-BC67-F6FF769DB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641" y="2709847"/>
                <a:ext cx="9845359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D827AA-EDB8-D109-F535-CD3878BABFE0}"/>
                  </a:ext>
                </a:extLst>
              </p:cNvPr>
              <p:cNvSpPr txBox="1"/>
              <p:nvPr/>
            </p:nvSpPr>
            <p:spPr>
              <a:xfrm>
                <a:off x="1974273" y="3620744"/>
                <a:ext cx="2701635" cy="1302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sup>
                              </m:s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D827AA-EDB8-D109-F535-CD3878BAB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3" y="3620744"/>
                <a:ext cx="2701635" cy="13022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193774-548E-D503-9E27-5977B37B5E9D}"/>
                  </a:ext>
                </a:extLst>
              </p:cNvPr>
              <p:cNvSpPr txBox="1"/>
              <p:nvPr/>
            </p:nvSpPr>
            <p:spPr>
              <a:xfrm>
                <a:off x="1974272" y="5095193"/>
                <a:ext cx="2701635" cy="1302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193774-548E-D503-9E27-5977B37B5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2" y="5095193"/>
                <a:ext cx="2701635" cy="13022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83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1" grpId="0"/>
      <p:bldP spid="12" grpId="0"/>
      <p:bldP spid="17" grpId="0"/>
      <p:bldP spid="1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3131-EDB0-BE66-DF60-90AF3457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EBAA-0489-AD9E-F9C0-B482E6AE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44E5BA-3352-5E58-A850-D90466CF6470}"/>
                  </a:ext>
                </a:extLst>
              </p:cNvPr>
              <p:cNvSpPr/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44E5BA-3352-5E58-A850-D90466CF6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9B31CC-6C27-B07F-F2A7-22B23BE9ED90}"/>
                  </a:ext>
                </a:extLst>
              </p:cNvPr>
              <p:cNvSpPr txBox="1"/>
              <p:nvPr/>
            </p:nvSpPr>
            <p:spPr>
              <a:xfrm>
                <a:off x="131180" y="809587"/>
                <a:ext cx="6130636" cy="1302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9B31CC-6C27-B07F-F2A7-22B23BE9E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09587"/>
                <a:ext cx="6130636" cy="1302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9F2729-2C1A-BD4D-DA67-B3C3C3E2F1D3}"/>
                  </a:ext>
                </a:extLst>
              </p:cNvPr>
              <p:cNvSpPr txBox="1"/>
              <p:nvPr/>
            </p:nvSpPr>
            <p:spPr>
              <a:xfrm>
                <a:off x="131179" y="2639501"/>
                <a:ext cx="8399756" cy="1064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9F2729-2C1A-BD4D-DA67-B3C3C3E2F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2639501"/>
                <a:ext cx="8399756" cy="10644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70FF8C-FD8D-72C0-AA0D-8829C10876ED}"/>
                  </a:ext>
                </a:extLst>
              </p:cNvPr>
              <p:cNvSpPr txBox="1"/>
              <p:nvPr/>
            </p:nvSpPr>
            <p:spPr>
              <a:xfrm>
                <a:off x="131179" y="4231659"/>
                <a:ext cx="10103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000045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66.67+416.67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70FF8C-FD8D-72C0-AA0D-8829C1087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4231659"/>
                <a:ext cx="1010386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365776-BC1B-03D6-E717-FB51A73CE169}"/>
                  </a:ext>
                </a:extLst>
              </p:cNvPr>
              <p:cNvSpPr txBox="1"/>
              <p:nvPr/>
            </p:nvSpPr>
            <p:spPr>
              <a:xfrm>
                <a:off x="131179" y="5282578"/>
                <a:ext cx="57812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.0293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365776-BC1B-03D6-E717-FB51A73CE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5282578"/>
                <a:ext cx="578124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3DBE710-1C84-D820-2735-9CC1BD2D265D}"/>
                  </a:ext>
                </a:extLst>
              </p:cNvPr>
              <p:cNvSpPr/>
              <p:nvPr/>
            </p:nvSpPr>
            <p:spPr>
              <a:xfrm>
                <a:off x="8801101" y="2877166"/>
                <a:ext cx="35668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a:rPr lang="en-US" sz="2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IN" sz="2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.0000454 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3DBE710-1C84-D820-2735-9CC1BD2D26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101" y="2877166"/>
                <a:ext cx="35668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25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B86AD-33B2-8F23-DF4E-01D4E7A4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939BA2F-9EBF-C3E6-7780-81815B7B04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94131"/>
                <a:ext cx="11929643" cy="263486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probability that a person catches the coronavirus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dirty="0"/>
                  <a:t>. Assuming that infections are independent, find the probability that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3000</m:t>
                    </m:r>
                  </m:oMath>
                </a14:m>
                <a:r>
                  <a:rPr lang="en-US" dirty="0"/>
                  <a:t> persons:</a:t>
                </a:r>
              </a:p>
              <a:p>
                <a:r>
                  <a:rPr lang="en-US" dirty="0"/>
                  <a:t>(a)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persons catch the virus.</a:t>
                </a:r>
              </a:p>
              <a:p>
                <a:r>
                  <a:rPr lang="en-US" dirty="0"/>
                  <a:t>(b)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persons catch the virus.        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≈0.0498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939BA2F-9EBF-C3E6-7780-81815B7B0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1"/>
                <a:ext cx="11929643" cy="2634869"/>
              </a:xfrm>
              <a:prstGeom prst="rect">
                <a:avLst/>
              </a:prstGeom>
              <a:blipFill>
                <a:blip r:embed="rId2"/>
                <a:stretch>
                  <a:fillRect l="-1074" r="-1074" b="-55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A7B7A6F-B284-3602-646E-43D3FC2F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54981-D2D5-18A8-28C6-F05434BE30D9}"/>
              </a:ext>
            </a:extLst>
          </p:cNvPr>
          <p:cNvSpPr/>
          <p:nvPr/>
        </p:nvSpPr>
        <p:spPr>
          <a:xfrm>
            <a:off x="131177" y="3583136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D546EFC-6D41-3FC4-9646-7BD0C3B223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511930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persons who catch corona virus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D546EFC-6D41-3FC4-9646-7BD0C3B22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511930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3211473-E036-F234-5E33-78323B78B8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4177561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b="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persons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=3000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3211473-E036-F234-5E33-78323B78B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4177561"/>
                <a:ext cx="10435223" cy="665631"/>
              </a:xfrm>
              <a:prstGeom prst="rect">
                <a:avLst/>
              </a:prstGeom>
              <a:blipFill>
                <a:blip r:embed="rId4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AE5F05E-B31E-1A41-B185-AD37D2061B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5695" y="4843192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Probability that one person catches corona virus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AE5F05E-B31E-1A41-B185-AD37D2061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95" y="4843192"/>
                <a:ext cx="10435223" cy="665631"/>
              </a:xfrm>
              <a:prstGeom prst="rect">
                <a:avLst/>
              </a:prstGeom>
              <a:blipFill>
                <a:blip r:embed="rId5"/>
                <a:stretch>
                  <a:fillRect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4B2470-3A17-05A8-5D50-A26EC2DA1207}"/>
                  </a:ext>
                </a:extLst>
              </p:cNvPr>
              <p:cNvSpPr/>
              <p:nvPr/>
            </p:nvSpPr>
            <p:spPr>
              <a:xfrm>
                <a:off x="1625596" y="5490872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4B2470-3A17-05A8-5D50-A26EC2DA1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5490872"/>
                <a:ext cx="7978329" cy="665631"/>
              </a:xfrm>
              <a:prstGeom prst="rect">
                <a:avLst/>
              </a:prstGeom>
              <a:blipFill>
                <a:blip r:embed="rId6"/>
                <a:stretch>
                  <a:fillRect l="-16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72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0095D-CA5F-5264-24B0-FDE277AFD1E3}"/>
                  </a:ext>
                </a:extLst>
              </p:cNvPr>
              <p:cNvSpPr/>
              <p:nvPr/>
            </p:nvSpPr>
            <p:spPr>
              <a:xfrm>
                <a:off x="113100" y="676708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0095D-CA5F-5264-24B0-FDE277AFD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00" y="676708"/>
                <a:ext cx="7978329" cy="665631"/>
              </a:xfrm>
              <a:prstGeom prst="rect">
                <a:avLst/>
              </a:prstGeom>
              <a:blipFill>
                <a:blip r:embed="rId2"/>
                <a:stretch>
                  <a:fillRect l="-16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4E2AD0-38BA-E10C-CCC2-1B08B0A14FA7}"/>
                  </a:ext>
                </a:extLst>
              </p:cNvPr>
              <p:cNvSpPr txBox="1"/>
              <p:nvPr/>
            </p:nvSpPr>
            <p:spPr>
              <a:xfrm>
                <a:off x="113100" y="1450256"/>
                <a:ext cx="4218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4E2AD0-38BA-E10C-CCC2-1B08B0A14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00" y="1450256"/>
                <a:ext cx="4218895" cy="523220"/>
              </a:xfrm>
              <a:prstGeom prst="rect">
                <a:avLst/>
              </a:prstGeom>
              <a:blipFill>
                <a:blip r:embed="rId3"/>
                <a:stretch>
                  <a:fillRect l="-3035" t="-1395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DF1C58-2528-19CE-2C18-DEDD675D6087}"/>
                  </a:ext>
                </a:extLst>
              </p:cNvPr>
              <p:cNvSpPr txBox="1"/>
              <p:nvPr/>
            </p:nvSpPr>
            <p:spPr>
              <a:xfrm>
                <a:off x="965154" y="2178018"/>
                <a:ext cx="4218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3000</m:t>
                          </m:r>
                        </m:e>
                      </m:d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0.001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DF1C58-2528-19CE-2C18-DEDD675D6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4" y="2178018"/>
                <a:ext cx="42188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E598A4-35E5-9C8A-379A-DE71179B07D3}"/>
                  </a:ext>
                </a:extLst>
              </p:cNvPr>
              <p:cNvSpPr txBox="1"/>
              <p:nvPr/>
            </p:nvSpPr>
            <p:spPr>
              <a:xfrm>
                <a:off x="965154" y="2905780"/>
                <a:ext cx="18355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E598A4-35E5-9C8A-379A-DE71179B0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4" y="2905780"/>
                <a:ext cx="183552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E7C74B-6D41-15A1-4A76-96BCA83333C7}"/>
                  </a:ext>
                </a:extLst>
              </p:cNvPr>
              <p:cNvSpPr/>
              <p:nvPr/>
            </p:nvSpPr>
            <p:spPr>
              <a:xfrm>
                <a:off x="128276" y="3536917"/>
                <a:ext cx="7647708" cy="665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that exactly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persons catch the virus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E7C74B-6D41-15A1-4A76-96BCA83333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76" y="3536917"/>
                <a:ext cx="7647708" cy="665182"/>
              </a:xfrm>
              <a:prstGeom prst="rect">
                <a:avLst/>
              </a:prstGeom>
              <a:blipFill>
                <a:blip r:embed="rId6"/>
                <a:stretch>
                  <a:fillRect l="-159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A59094A-7000-00FE-FFC1-2EF9FCDCF004}"/>
              </a:ext>
            </a:extLst>
          </p:cNvPr>
          <p:cNvSpPr/>
          <p:nvPr/>
        </p:nvSpPr>
        <p:spPr>
          <a:xfrm>
            <a:off x="174261" y="4378114"/>
            <a:ext cx="440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Poisson distribution,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564CF66-D9C1-3D1C-6CC6-5ED4E860D31A}"/>
                  </a:ext>
                </a:extLst>
              </p:cNvPr>
              <p:cNvSpPr/>
              <p:nvPr/>
            </p:nvSpPr>
            <p:spPr>
              <a:xfrm>
                <a:off x="1314892" y="5072351"/>
                <a:ext cx="3628022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564CF66-D9C1-3D1C-6CC6-5ED4E860D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2" y="5072351"/>
                <a:ext cx="3628022" cy="9757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9E6CA54-0D89-5D62-5A1D-478464FDE297}"/>
                  </a:ext>
                </a:extLst>
              </p:cNvPr>
              <p:cNvSpPr/>
              <p:nvPr/>
            </p:nvSpPr>
            <p:spPr>
              <a:xfrm>
                <a:off x="9803113" y="3813743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9E6CA54-0D89-5D62-5A1D-478464FDE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113" y="3813743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41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3" grpId="0"/>
      <p:bldP spid="15" grpId="0"/>
      <p:bldP spid="16" grpId="0"/>
      <p:bldP spid="1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3520" y="699236"/>
                <a:ext cx="7647708" cy="665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that exactly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persons catch the virus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0" y="699236"/>
                <a:ext cx="7647708" cy="665182"/>
              </a:xfrm>
              <a:prstGeom prst="rect">
                <a:avLst/>
              </a:prstGeom>
              <a:blipFill>
                <a:blip r:embed="rId2"/>
                <a:stretch>
                  <a:fillRect l="-159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39505" y="1540433"/>
            <a:ext cx="440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Poisson distribution,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280136" y="2234670"/>
                <a:ext cx="3628022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36" y="2234670"/>
                <a:ext cx="3628022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5DAD94-F542-9867-EF1C-EC1FD0441C21}"/>
                  </a:ext>
                </a:extLst>
              </p:cNvPr>
              <p:cNvSpPr/>
              <p:nvPr/>
            </p:nvSpPr>
            <p:spPr>
              <a:xfrm>
                <a:off x="833327" y="3647551"/>
                <a:ext cx="3915318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5DAD94-F542-9867-EF1C-EC1FD0441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27" y="3647551"/>
                <a:ext cx="3915318" cy="9757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BB40E2-64D6-8A3D-2A20-7EF57E2C6947}"/>
                  </a:ext>
                </a:extLst>
              </p:cNvPr>
              <p:cNvSpPr/>
              <p:nvPr/>
            </p:nvSpPr>
            <p:spPr>
              <a:xfrm>
                <a:off x="833327" y="5056890"/>
                <a:ext cx="39153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.2240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BB40E2-64D6-8A3D-2A20-7EF57E2C69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27" y="5056890"/>
                <a:ext cx="391531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3D1E51-725C-DF38-06F1-8C3C9E976597}"/>
                  </a:ext>
                </a:extLst>
              </p:cNvPr>
              <p:cNvSpPr/>
              <p:nvPr/>
            </p:nvSpPr>
            <p:spPr>
              <a:xfrm>
                <a:off x="9539447" y="4533670"/>
                <a:ext cx="39153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IN" sz="2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.0498 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3D1E51-725C-DF38-06F1-8C3C9E976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447" y="4533670"/>
                <a:ext cx="391531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15EA67-5669-B174-E749-414A9F3FD6E9}"/>
                  </a:ext>
                </a:extLst>
              </p:cNvPr>
              <p:cNvSpPr/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15EA67-5669-B174-E749-414A9F3FD6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39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353" y="1543089"/>
                <a:ext cx="8744773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53" y="1543089"/>
                <a:ext cx="8744773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1122" y="702580"/>
                <a:ext cx="1151526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more than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persons catch the virus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2" y="702580"/>
                <a:ext cx="11515269" cy="664221"/>
              </a:xfrm>
              <a:prstGeom prst="rect">
                <a:avLst/>
              </a:prstGeom>
              <a:blipFill>
                <a:blip r:embed="rId3"/>
                <a:stretch>
                  <a:fillRect l="-111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9505" y="2509705"/>
                <a:ext cx="900786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5" y="2509705"/>
                <a:ext cx="900786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9505" y="5254826"/>
                <a:ext cx="406532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576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5" y="5254826"/>
                <a:ext cx="4065329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83FB61-1EF7-E06D-F673-0019574E7986}"/>
                  </a:ext>
                </a:extLst>
              </p:cNvPr>
              <p:cNvSpPr/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83FB61-1EF7-E06D-F673-0019574E79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AF720F-49EE-E823-056E-38EEA1533FCF}"/>
                  </a:ext>
                </a:extLst>
              </p:cNvPr>
              <p:cNvSpPr/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AF720F-49EE-E823-056E-38EEA1533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9E3D5F-56AA-D6D0-7BC5-C4D180A23232}"/>
                  </a:ext>
                </a:extLst>
              </p:cNvPr>
              <p:cNvSpPr/>
              <p:nvPr/>
            </p:nvSpPr>
            <p:spPr>
              <a:xfrm>
                <a:off x="139505" y="3476321"/>
                <a:ext cx="6936704" cy="1550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0!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9E3D5F-56AA-D6D0-7BC5-C4D180A23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5" y="3476321"/>
                <a:ext cx="6936704" cy="1550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6961CA-85CA-75D5-330F-C9B7C9642B68}"/>
                  </a:ext>
                </a:extLst>
              </p:cNvPr>
              <p:cNvSpPr/>
              <p:nvPr/>
            </p:nvSpPr>
            <p:spPr>
              <a:xfrm>
                <a:off x="9508275" y="4053676"/>
                <a:ext cx="30439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>
                                  <a:solidFill>
                                    <a:schemeClr val="tx1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IN" sz="2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.0498 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6961CA-85CA-75D5-330F-C9B7C9642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275" y="4053676"/>
                <a:ext cx="304394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94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/>
      <p:bldP spid="7" grpId="0"/>
      <p:bldP spid="10" grpId="0" animBg="1"/>
      <p:bldP spid="11" grpId="0"/>
      <p:bldP spid="1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07778"/>
                <a:ext cx="11929643" cy="292255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 machine produces items,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of which are defective. Using the Poisson approximation, find the probability that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items contains: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No defective items (all good items).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Exactly one defective item.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(c) At least three defective items.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07778"/>
                <a:ext cx="11929643" cy="2922558"/>
              </a:xfrm>
              <a:prstGeom prst="rect">
                <a:avLst/>
              </a:prstGeom>
              <a:blipFill>
                <a:blip r:embed="rId2"/>
                <a:stretch>
                  <a:fillRect l="-1074" r="-1074" b="-39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E4717-22EA-5357-6DF0-EE1B5EE347DC}"/>
              </a:ext>
            </a:extLst>
          </p:cNvPr>
          <p:cNvSpPr/>
          <p:nvPr/>
        </p:nvSpPr>
        <p:spPr>
          <a:xfrm>
            <a:off x="131177" y="385014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D8A863-89EC-B9BA-87FA-9A8EF5BB627A}"/>
                  </a:ext>
                </a:extLst>
              </p:cNvPr>
              <p:cNvSpPr/>
              <p:nvPr/>
            </p:nvSpPr>
            <p:spPr>
              <a:xfrm>
                <a:off x="1635754" y="3730336"/>
                <a:ext cx="10445380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Let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number of defective items in the sample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D8A863-89EC-B9BA-87FA-9A8EF5BB6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54" y="3730336"/>
                <a:ext cx="10445380" cy="665631"/>
              </a:xfrm>
              <a:prstGeom prst="rect">
                <a:avLst/>
              </a:prstGeom>
              <a:blipFill>
                <a:blip r:embed="rId3"/>
                <a:stretch>
                  <a:fillRect l="-116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A54601F-F6DF-27B7-3695-6CFED2BB5722}"/>
                  </a:ext>
                </a:extLst>
              </p:cNvPr>
              <p:cNvSpPr/>
              <p:nvPr/>
            </p:nvSpPr>
            <p:spPr>
              <a:xfrm>
                <a:off x="1625597" y="4395967"/>
                <a:ext cx="10445380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number of items in the sample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A54601F-F6DF-27B7-3695-6CFED2BB5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395967"/>
                <a:ext cx="10445380" cy="665631"/>
              </a:xfrm>
              <a:prstGeom prst="rect">
                <a:avLst/>
              </a:prstGeom>
              <a:blipFill>
                <a:blip r:embed="rId4"/>
                <a:stretch>
                  <a:fillRect l="-122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A6A21D-34B3-7473-07BD-9C388140EE6C}"/>
                  </a:ext>
                </a:extLst>
              </p:cNvPr>
              <p:cNvSpPr/>
              <p:nvPr/>
            </p:nvSpPr>
            <p:spPr>
              <a:xfrm>
                <a:off x="1833649" y="5051775"/>
                <a:ext cx="10445380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Probability that an item is defective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=1%=0.01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A6A21D-34B3-7473-07BD-9C388140EE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49" y="5051775"/>
                <a:ext cx="10445380" cy="665631"/>
              </a:xfrm>
              <a:prstGeom prst="rect">
                <a:avLst/>
              </a:prstGeom>
              <a:blipFill>
                <a:blip r:embed="rId5"/>
                <a:stretch>
                  <a:fillRect l="-122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DEA4E40-A4EB-A6C9-B52F-2621622EC6ED}"/>
                  </a:ext>
                </a:extLst>
              </p:cNvPr>
              <p:cNvSpPr/>
              <p:nvPr/>
            </p:nvSpPr>
            <p:spPr>
              <a:xfrm>
                <a:off x="1625597" y="5717406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DEA4E40-A4EB-A6C9-B52F-2621622EC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717406"/>
                <a:ext cx="7978329" cy="665631"/>
              </a:xfrm>
              <a:prstGeom prst="rect">
                <a:avLst/>
              </a:prstGeom>
              <a:blipFill>
                <a:blip r:embed="rId6"/>
                <a:stretch>
                  <a:fillRect l="-16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60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5690-D398-A9C8-CE11-2B7461CB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9094-B757-F04F-0A06-A72ACE5C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1A4F8D-B57E-73D6-DB1A-7428517926B3}"/>
                  </a:ext>
                </a:extLst>
              </p:cNvPr>
              <p:cNvSpPr/>
              <p:nvPr/>
            </p:nvSpPr>
            <p:spPr>
              <a:xfrm>
                <a:off x="120423" y="711201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1A4F8D-B57E-73D6-DB1A-742851792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" y="711201"/>
                <a:ext cx="7978329" cy="665631"/>
              </a:xfrm>
              <a:prstGeom prst="rect">
                <a:avLst/>
              </a:prstGeom>
              <a:blipFill>
                <a:blip r:embed="rId3"/>
                <a:stretch>
                  <a:fillRect l="-160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63DE95-433B-5E2C-F2A8-57BD33B7A2D7}"/>
                  </a:ext>
                </a:extLst>
              </p:cNvPr>
              <p:cNvSpPr txBox="1"/>
              <p:nvPr/>
            </p:nvSpPr>
            <p:spPr>
              <a:xfrm>
                <a:off x="120423" y="1453388"/>
                <a:ext cx="4218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63DE95-433B-5E2C-F2A8-57BD33B7A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3" y="1453388"/>
                <a:ext cx="4218895" cy="523220"/>
              </a:xfrm>
              <a:prstGeom prst="rect">
                <a:avLst/>
              </a:prstGeom>
              <a:blipFill>
                <a:blip r:embed="rId4"/>
                <a:stretch>
                  <a:fillRect l="-3035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8074D5-04B1-7E20-8791-C2F37AE036C7}"/>
                  </a:ext>
                </a:extLst>
              </p:cNvPr>
              <p:cNvSpPr txBox="1"/>
              <p:nvPr/>
            </p:nvSpPr>
            <p:spPr>
              <a:xfrm>
                <a:off x="978221" y="2054870"/>
                <a:ext cx="32523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=100×0.01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8074D5-04B1-7E20-8791-C2F37AE03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21" y="2054870"/>
                <a:ext cx="325238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4D9195-674B-35D5-BE1D-F6167AD77319}"/>
                  </a:ext>
                </a:extLst>
              </p:cNvPr>
              <p:cNvSpPr txBox="1"/>
              <p:nvPr/>
            </p:nvSpPr>
            <p:spPr>
              <a:xfrm>
                <a:off x="3737936" y="2048151"/>
                <a:ext cx="14486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4D9195-674B-35D5-BE1D-F6167AD7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936" y="2048151"/>
                <a:ext cx="144863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804DB09-8026-7CC5-CC47-827AC25C08D7}"/>
                  </a:ext>
                </a:extLst>
              </p:cNvPr>
              <p:cNvSpPr/>
              <p:nvPr/>
            </p:nvSpPr>
            <p:spPr>
              <a:xfrm>
                <a:off x="545998" y="3371234"/>
                <a:ext cx="170882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i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804DB09-8026-7CC5-CC47-827AC25C08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98" y="3371234"/>
                <a:ext cx="1708829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9A8A58-3968-F0FB-C5C4-B45EF8C6FA14}"/>
                  </a:ext>
                </a:extLst>
              </p:cNvPr>
              <p:cNvSpPr/>
              <p:nvPr/>
            </p:nvSpPr>
            <p:spPr>
              <a:xfrm>
                <a:off x="2906362" y="5038795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9A8A58-3968-F0FB-C5C4-B45EF8C6F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362" y="5038795"/>
                <a:ext cx="4272074" cy="9757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54D2CD-2A15-BD6A-FBF9-CBC10523C4B7}"/>
                  </a:ext>
                </a:extLst>
              </p:cNvPr>
              <p:cNvSpPr/>
              <p:nvPr/>
            </p:nvSpPr>
            <p:spPr>
              <a:xfrm>
                <a:off x="10712275" y="5206416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54D2CD-2A15-BD6A-FBF9-CBC10523C4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275" y="5206416"/>
                <a:ext cx="1297814" cy="52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28CB76F-C578-51F9-AF91-5CE6D5778E00}"/>
              </a:ext>
            </a:extLst>
          </p:cNvPr>
          <p:cNvSpPr txBox="1"/>
          <p:nvPr/>
        </p:nvSpPr>
        <p:spPr>
          <a:xfrm>
            <a:off x="120423" y="2848014"/>
            <a:ext cx="8853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(a) Probability that the sample contains no defective items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CF10E16-301D-43AE-E356-901A554B8BFD}"/>
              </a:ext>
            </a:extLst>
          </p:cNvPr>
          <p:cNvSpPr txBox="1">
            <a:spLocks/>
          </p:cNvSpPr>
          <p:nvPr/>
        </p:nvSpPr>
        <p:spPr>
          <a:xfrm>
            <a:off x="545998" y="4178195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FCC9065-DC84-B7C9-A971-C6E423ADCD0A}"/>
                  </a:ext>
                </a:extLst>
              </p:cNvPr>
              <p:cNvSpPr/>
              <p:nvPr/>
            </p:nvSpPr>
            <p:spPr>
              <a:xfrm>
                <a:off x="9725951" y="4327596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FCC9065-DC84-B7C9-A971-C6E423ADC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951" y="4327596"/>
                <a:ext cx="2284138" cy="7111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35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5" grpId="0"/>
      <p:bldP spid="9" grpId="0"/>
      <p:bldP spid="10" grpId="0" animBg="1"/>
      <p:bldP spid="11" grpId="0"/>
      <p:bldP spid="12" grpId="0"/>
      <p:bldP spid="1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421837" y="1691014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837" y="1691014"/>
                <a:ext cx="4272074" cy="9757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552B9-CB79-9550-486E-B59A7E39E20C}"/>
              </a:ext>
            </a:extLst>
          </p:cNvPr>
          <p:cNvSpPr txBox="1">
            <a:spLocks/>
          </p:cNvSpPr>
          <p:nvPr/>
        </p:nvSpPr>
        <p:spPr>
          <a:xfrm>
            <a:off x="162910" y="711201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8148A8-D0C9-91D2-5701-BC2293D804DE}"/>
                  </a:ext>
                </a:extLst>
              </p:cNvPr>
              <p:cNvSpPr/>
              <p:nvPr/>
            </p:nvSpPr>
            <p:spPr>
              <a:xfrm>
                <a:off x="1058156" y="3182123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8148A8-D0C9-91D2-5701-BC2293D804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56" y="3182123"/>
                <a:ext cx="4272074" cy="9757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7C8EBB-586E-D6E9-18B4-79F709D3B1D7}"/>
                  </a:ext>
                </a:extLst>
              </p:cNvPr>
              <p:cNvSpPr/>
              <p:nvPr/>
            </p:nvSpPr>
            <p:spPr>
              <a:xfrm>
                <a:off x="1058156" y="4673232"/>
                <a:ext cx="42720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7C8EBB-586E-D6E9-18B4-79F709D3B1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56" y="4673232"/>
                <a:ext cx="42720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CA0607-D3DD-F0AC-6708-01BF9AA3F1CA}"/>
                  </a:ext>
                </a:extLst>
              </p:cNvPr>
              <p:cNvSpPr/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CA0607-D3DD-F0AC-6708-01BF9AA3F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7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the sample contains exactly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defective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  <a:blipFill>
                <a:blip r:embed="rId2"/>
                <a:stretch>
                  <a:fillRect l="-10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F9CA-66FD-F470-9014-D6D0EAE9E5C5}"/>
              </a:ext>
            </a:extLst>
          </p:cNvPr>
          <p:cNvSpPr txBox="1">
            <a:spLocks/>
          </p:cNvSpPr>
          <p:nvPr/>
        </p:nvSpPr>
        <p:spPr>
          <a:xfrm>
            <a:off x="534785" y="1481322"/>
            <a:ext cx="418268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BB38DF3-17C2-45D5-AECF-183F8AE8D3FB}"/>
                  </a:ext>
                </a:extLst>
              </p:cNvPr>
              <p:cNvSpPr/>
              <p:nvPr/>
            </p:nvSpPr>
            <p:spPr>
              <a:xfrm>
                <a:off x="1393075" y="2394919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BB38DF3-17C2-45D5-AECF-183F8AE8D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75" y="2394919"/>
                <a:ext cx="4272074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D1357D8-10BC-FE5C-BE53-31DCEF92A3A2}"/>
                  </a:ext>
                </a:extLst>
              </p:cNvPr>
              <p:cNvSpPr/>
              <p:nvPr/>
            </p:nvSpPr>
            <p:spPr>
              <a:xfrm>
                <a:off x="1060567" y="3803276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D1357D8-10BC-FE5C-BE53-31DCEF92A3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67" y="3803276"/>
                <a:ext cx="4272074" cy="9757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424551-7135-F423-1C68-54A7C16A996B}"/>
                  </a:ext>
                </a:extLst>
              </p:cNvPr>
              <p:cNvSpPr/>
              <p:nvPr/>
            </p:nvSpPr>
            <p:spPr>
              <a:xfrm>
                <a:off x="1060567" y="5211633"/>
                <a:ext cx="42720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424551-7135-F423-1C68-54A7C16A9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67" y="5211633"/>
                <a:ext cx="42720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5A24F9-F328-486B-F92A-EC99B9D260FB}"/>
                  </a:ext>
                </a:extLst>
              </p:cNvPr>
              <p:cNvSpPr/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5A24F9-F328-486B-F92A-EC99B9D26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32DBC4D-1D43-65F3-6A55-D051FCEE5DD0}"/>
                  </a:ext>
                </a:extLst>
              </p:cNvPr>
              <p:cNvSpPr/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32DBC4D-1D43-65F3-6A55-D051FCEE5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2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95FA-9BD4-E7B4-9BB7-C82848F8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6CF8-40D1-C7EC-8CD1-8C023C55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616776-56C4-BD73-BBE1-F6C8A8DB42E4}"/>
                  </a:ext>
                </a:extLst>
              </p:cNvPr>
              <p:cNvSpPr/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(c) Probability that the sample contains at least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defectives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616776-56C4-BD73-BBE1-F6C8A8DB42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  <a:blipFill>
                <a:blip r:embed="rId2"/>
                <a:stretch>
                  <a:fillRect l="-10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12D2-D109-5A3D-AE70-13163949813A}"/>
              </a:ext>
            </a:extLst>
          </p:cNvPr>
          <p:cNvSpPr txBox="1">
            <a:spLocks/>
          </p:cNvSpPr>
          <p:nvPr/>
        </p:nvSpPr>
        <p:spPr>
          <a:xfrm>
            <a:off x="534785" y="1481322"/>
            <a:ext cx="418268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060AA0-3256-2773-DC77-ACAF14CD3C37}"/>
                  </a:ext>
                </a:extLst>
              </p:cNvPr>
              <p:cNvSpPr/>
              <p:nvPr/>
            </p:nvSpPr>
            <p:spPr>
              <a:xfrm>
                <a:off x="1393075" y="2394919"/>
                <a:ext cx="42720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060AA0-3256-2773-DC77-ACAF14CD3C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75" y="2394919"/>
                <a:ext cx="427207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66E086-2D5C-5D4B-ECEE-BE693E70AE3C}"/>
                  </a:ext>
                </a:extLst>
              </p:cNvPr>
              <p:cNvSpPr/>
              <p:nvPr/>
            </p:nvSpPr>
            <p:spPr>
              <a:xfrm>
                <a:off x="988525" y="3992843"/>
                <a:ext cx="850946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66E086-2D5C-5D4B-ECEE-BE693E70A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5" y="3992843"/>
                <a:ext cx="85094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13ACE0-F3FF-B98A-F7C3-4A2E3B6DE529}"/>
                  </a:ext>
                </a:extLst>
              </p:cNvPr>
              <p:cNvSpPr/>
              <p:nvPr/>
            </p:nvSpPr>
            <p:spPr>
              <a:xfrm>
                <a:off x="988524" y="4737202"/>
                <a:ext cx="8509461" cy="10644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0!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13ACE0-F3FF-B98A-F7C3-4A2E3B6DE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4" y="4737202"/>
                <a:ext cx="8509461" cy="1064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C5E212E-FD2B-6253-F133-8EC7710837E9}"/>
                  </a:ext>
                </a:extLst>
              </p:cNvPr>
              <p:cNvSpPr/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C5E212E-FD2B-6253-F133-8EC771083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F328ACA-871B-82D7-9135-144994F1B45D}"/>
                  </a:ext>
                </a:extLst>
              </p:cNvPr>
              <p:cNvSpPr/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F328ACA-871B-82D7-9135-144994F1B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8BDDC4-CEC8-EA25-4725-EF39FFAABA13}"/>
                  </a:ext>
                </a:extLst>
              </p:cNvPr>
              <p:cNvSpPr/>
              <p:nvPr/>
            </p:nvSpPr>
            <p:spPr>
              <a:xfrm>
                <a:off x="988525" y="3193881"/>
                <a:ext cx="48858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8BDDC4-CEC8-EA25-4725-EF39FFAAB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5" y="3193881"/>
                <a:ext cx="488583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5C115B8-D000-0F61-7319-EAC93AD09E9F}"/>
                  </a:ext>
                </a:extLst>
              </p:cNvPr>
              <p:cNvSpPr/>
              <p:nvPr/>
            </p:nvSpPr>
            <p:spPr>
              <a:xfrm>
                <a:off x="988523" y="5948611"/>
                <a:ext cx="467662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.0803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5C115B8-D000-0F61-7319-EAC93AD09E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3" y="5948611"/>
                <a:ext cx="467662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9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3" grpId="0" animBg="1"/>
      <p:bldP spid="7" grpId="0"/>
      <p:bldP spid="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3</a:t>
            </a:r>
            <a:br>
              <a:rPr lang="en-IN" dirty="0"/>
            </a:br>
            <a:r>
              <a:rPr lang="en-IN" dirty="0"/>
              <a:t>Exponential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9282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5331-58FB-DC1B-A105-0A921A14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A46E4-FCE7-A4A2-B7D3-57753E309D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Consider a web server that receives user requests randomly throughout the day.</a:t>
                </a:r>
                <a:endParaRPr lang="en-IN" dirty="0"/>
              </a:p>
              <a:p>
                <a:pPr lvl="1"/>
                <a:r>
                  <a:rPr lang="en-US" dirty="0"/>
                  <a:t>Suppose the server receives, on average,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requests per minute.</a:t>
                </a:r>
                <a:endParaRPr lang="en-IN" dirty="0"/>
              </a:p>
              <a:p>
                <a:pPr lvl="1"/>
                <a:r>
                  <a:rPr lang="en-US" dirty="0"/>
                  <a:t>Using the </a:t>
                </a:r>
                <a:r>
                  <a:rPr lang="en-US" b="1" dirty="0"/>
                  <a:t>Poisson Distribution</a:t>
                </a:r>
                <a:r>
                  <a:rPr lang="en-US" dirty="0"/>
                  <a:t>, we can answer questions such as:</a:t>
                </a:r>
                <a:endParaRPr lang="en-IN" dirty="0"/>
              </a:p>
              <a:p>
                <a:pPr marL="0" indent="0" algn="ctr">
                  <a:buNone/>
                </a:pPr>
                <a:r>
                  <a:rPr lang="en-US" b="1" dirty="0"/>
                  <a:t>What is the probability of receiving a given number of requests in the next minute?</a:t>
                </a:r>
              </a:p>
              <a:p>
                <a:pPr lvl="1" algn="l"/>
                <a:r>
                  <a:rPr lang="en-US" dirty="0"/>
                  <a:t>Here, we are counting the number of requests in a fixed time interval — so we use the Poisson Distribution.</a:t>
                </a:r>
                <a:endParaRPr lang="en-IN" dirty="0"/>
              </a:p>
              <a:p>
                <a:pPr lvl="0"/>
                <a:r>
                  <a:rPr lang="en-US" dirty="0"/>
                  <a:t>But now consider a different question:</a:t>
                </a:r>
                <a:endParaRPr lang="en-IN" dirty="0"/>
              </a:p>
              <a:p>
                <a:pPr lvl="1"/>
                <a:r>
                  <a:rPr lang="en-US" dirty="0"/>
                  <a:t>Suppose the server is currently idle.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A46E4-FCE7-A4A2-B7D3-57753E309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32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F972-E867-272D-E5F4-45EF4208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5251-433F-9ABA-2D8C-0F9E38B1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21A6F-7802-308E-E300-656D17DA0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1"/>
            <a:r>
              <a:rPr lang="en-US" dirty="0"/>
              <a:t>A system administrator asks:</a:t>
            </a:r>
            <a:endParaRPr lang="en-IN" dirty="0"/>
          </a:p>
          <a:p>
            <a:pPr marL="0" indent="0" algn="ctr">
              <a:buNone/>
            </a:pPr>
            <a:r>
              <a:rPr lang="en-US" b="1" dirty="0"/>
              <a:t>How long will it take until the next request arrives?</a:t>
            </a:r>
            <a:endParaRPr lang="en-IN" dirty="0"/>
          </a:p>
          <a:p>
            <a:pPr lvl="0"/>
            <a:r>
              <a:rPr lang="en-US" dirty="0"/>
              <a:t>Notice that we are no longer counting requests.</a:t>
            </a:r>
            <a:endParaRPr lang="en-IN" dirty="0"/>
          </a:p>
          <a:p>
            <a:pPr lvl="0"/>
            <a:r>
              <a:rPr lang="en-US" dirty="0"/>
              <a:t>This is a waiting-time problem — and this leads us to the </a:t>
            </a:r>
            <a:r>
              <a:rPr lang="en-US" b="1" dirty="0"/>
              <a:t>Exponential Distribution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31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C5AD-7758-6598-7E0D-F92196F2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5F7388-CF3A-750F-0683-6B3E051D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Exponential Distribution?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4A33DB-9ACC-BF62-FAE5-0F9C7B205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Exponential Distribution answers one fundamental question:</a:t>
            </a:r>
          </a:p>
          <a:p>
            <a:pPr marL="0" indent="0" algn="ctr">
              <a:buNone/>
            </a:pPr>
            <a:r>
              <a:rPr lang="en-US" b="1" dirty="0"/>
              <a:t>How long will I have to wait from now until the next event occurs?</a:t>
            </a:r>
          </a:p>
          <a:p>
            <a:pPr algn="l"/>
            <a:r>
              <a:rPr lang="en-US" dirty="0"/>
              <a:t>In other words, we measure the waiting time until the next event.</a:t>
            </a:r>
          </a:p>
        </p:txBody>
      </p:sp>
    </p:spTree>
    <p:extLst>
      <p:ext uri="{BB962C8B-B14F-4D97-AF65-F5344CB8AC3E}">
        <p14:creationId xmlns:p14="http://schemas.microsoft.com/office/powerpoint/2010/main" val="264321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32D333-1D8C-F19E-7BF0-58ED88D2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</a:t>
            </a:r>
            <a:r>
              <a:rPr lang="en-US" dirty="0">
                <a:solidFill>
                  <a:srgbClr val="FF0000"/>
                </a:solidFill>
              </a:rPr>
              <a:t>now</a:t>
            </a:r>
            <a:r>
              <a:rPr lang="en-US" dirty="0"/>
              <a:t> until the next event occurs?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37BC35-5C4E-95D7-1121-8E1F5852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algn="l"/>
            <a:r>
              <a:rPr lang="en-US" b="1" dirty="0"/>
              <a:t>Example : 1</a:t>
            </a:r>
            <a:r>
              <a:rPr lang="en-US" dirty="0"/>
              <a:t> -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Waiting for a Phone Call</a:t>
            </a:r>
          </a:p>
          <a:p>
            <a:pPr lvl="1" algn="l"/>
            <a:r>
              <a:rPr lang="en-US" dirty="0"/>
              <a:t>You put your phone on the table.</a:t>
            </a:r>
          </a:p>
          <a:p>
            <a:pPr lvl="1" algn="l"/>
            <a:r>
              <a:rPr lang="en-US" dirty="0"/>
              <a:t>It is silent.</a:t>
            </a:r>
          </a:p>
          <a:p>
            <a:pPr lvl="1" algn="l"/>
            <a:r>
              <a:rPr lang="en-US" dirty="0"/>
              <a:t>At this moment, you decide to start observing.</a:t>
            </a:r>
          </a:p>
          <a:p>
            <a:pPr lvl="1" algn="l"/>
            <a:r>
              <a:rPr lang="en-US" dirty="0"/>
              <a:t>This moment is </a:t>
            </a:r>
            <a:r>
              <a:rPr lang="en-US" b="1" dirty="0">
                <a:solidFill>
                  <a:srgbClr val="FF0000"/>
                </a:solidFill>
              </a:rPr>
              <a:t>NOW</a:t>
            </a:r>
            <a:r>
              <a:rPr lang="en-US" dirty="0"/>
              <a:t>.</a:t>
            </a:r>
          </a:p>
          <a:p>
            <a:pPr lvl="1" algn="l"/>
            <a:r>
              <a:rPr lang="en-US" dirty="0"/>
              <a:t>We start observing the process from NOW.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80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F54D-51BE-4A86-C242-FE3CB4BC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332752-BE44-87FE-EEE7-A006C560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now until the next </a:t>
            </a:r>
            <a:r>
              <a:rPr lang="en-US" dirty="0">
                <a:solidFill>
                  <a:srgbClr val="FF0000"/>
                </a:solidFill>
              </a:rPr>
              <a:t>event</a:t>
            </a:r>
            <a:r>
              <a:rPr lang="en-US" dirty="0"/>
              <a:t> occurs?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AD37DC-EC99-939C-4712-F3C9EA6CE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Now your phone is silent.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You start observing the phone from NOW.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Suddenly → Ring!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That phone ring is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EVENT</a:t>
                </a:r>
                <a:r>
                  <a:rPr lang="en-US" dirty="0"/>
                  <a:t> we are waiting for.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We are not counting how many calls occur. 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How many calls occur today?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How many calls occur in one hour?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We are interested in one specific occurrence: The next incoming phone call</a:t>
                </a:r>
              </a:p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b="1" dirty="0"/>
                  <a:t>An event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>
                    <a:solidFill>
                      <a:schemeClr val="accent6">
                        <a:lumMod val="75000"/>
                      </a:schemeClr>
                    </a:solidFill>
                  </a:rPr>
                  <a:t>the specific occurrence we are waiting for</a:t>
                </a:r>
                <a:r>
                  <a:rPr lang="en-US" dirty="0"/>
                  <a:t>.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AD37DC-EC99-939C-4712-F3C9EA6CE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31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ED1D-AB4D-CBC0-4BD8-0E7C6643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145062-7A13-457A-742B-C7A0BECC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now until the </a:t>
            </a:r>
            <a:r>
              <a:rPr lang="en-US" dirty="0">
                <a:solidFill>
                  <a:srgbClr val="FF0000"/>
                </a:solidFill>
              </a:rPr>
              <a:t>next</a:t>
            </a:r>
            <a:r>
              <a:rPr lang="en-US" dirty="0"/>
              <a:t> event occurs?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B347AA-5B8B-0482-2535-7916555D2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</p:spPr>
            <p:txBody>
              <a:bodyPr/>
              <a:lstStyle/>
              <a:p>
                <a:r>
                  <a:rPr lang="en-US" dirty="0"/>
                  <a:t>Before now:</a:t>
                </a:r>
              </a:p>
              <a:p>
                <a:pPr lvl="1"/>
                <a:r>
                  <a:rPr lang="en-US" dirty="0"/>
                  <a:t>Maybe the phone rang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 ago</a:t>
                </a:r>
              </a:p>
              <a:p>
                <a:pPr lvl="1"/>
                <a:r>
                  <a:rPr lang="en-US" dirty="0"/>
                  <a:t>Maybe it rang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times today</a:t>
                </a:r>
              </a:p>
              <a:p>
                <a:r>
                  <a:rPr lang="en-US" dirty="0"/>
                  <a:t>For our question, we focus on what happens after NOW.</a:t>
                </a:r>
              </a:p>
              <a:p>
                <a:r>
                  <a:rPr lang="en-US" dirty="0"/>
                  <a:t>Next means: </a:t>
                </a:r>
              </a:p>
              <a:p>
                <a:pPr marL="0" indent="0" algn="ctr">
                  <a:buNone/>
                </a:pPr>
                <a:r>
                  <a:rPr lang="en-US" dirty="0"/>
                  <a:t>The very first ring that happens after you start observing (after Now).</a:t>
                </a:r>
              </a:p>
              <a:p>
                <a:pPr marL="0" indent="0" algn="ctr">
                  <a:buNone/>
                </a:pPr>
                <a:r>
                  <a:rPr lang="en-US" b="1" i="1" dirty="0"/>
                  <a:t>Next means:</a:t>
                </a:r>
                <a:r>
                  <a:rPr lang="en-US" b="1" i="1" dirty="0">
                    <a:solidFill>
                      <a:schemeClr val="accent6">
                        <a:lumMod val="75000"/>
                      </a:schemeClr>
                    </a:solidFill>
                  </a:rPr>
                  <a:t> the first event that occurs after the moment you start observing.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B347AA-5B8B-0482-2535-7916555D2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54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2496-5938-0B6A-62D9-C4511092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2EBB45-424E-E75D-ED3C-BCD408E5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now until the </a:t>
            </a:r>
            <a:r>
              <a:rPr lang="en-US" dirty="0">
                <a:solidFill>
                  <a:srgbClr val="FF0000"/>
                </a:solidFill>
              </a:rPr>
              <a:t>next</a:t>
            </a:r>
            <a:r>
              <a:rPr lang="en-US" dirty="0"/>
              <a:t> event occurs?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7E006C-FC2E-CE6A-C2A5-026C883AC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309187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dirty="0"/>
              <a:t>So: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You are not waiting for the “second” ring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You are not counting calls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You are waiting for the first ring after now</a:t>
            </a:r>
          </a:p>
          <a:p>
            <a:pPr>
              <a:lnSpc>
                <a:spcPct val="130000"/>
              </a:lnSpc>
            </a:pPr>
            <a:r>
              <a:rPr lang="en-US" dirty="0"/>
              <a:t>That is the next event.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759066-517A-458D-340C-78394CA29BDB}"/>
              </a:ext>
            </a:extLst>
          </p:cNvPr>
          <p:cNvGrpSpPr/>
          <p:nvPr/>
        </p:nvGrpSpPr>
        <p:grpSpPr>
          <a:xfrm>
            <a:off x="3401508" y="4248044"/>
            <a:ext cx="4880047" cy="1545268"/>
            <a:chOff x="3401508" y="4248044"/>
            <a:chExt cx="4880047" cy="15452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8DFD3E-9716-5FC0-2D25-DBD5C640F7B3}"/>
                </a:ext>
              </a:extLst>
            </p:cNvPr>
            <p:cNvSpPr txBox="1"/>
            <p:nvPr/>
          </p:nvSpPr>
          <p:spPr>
            <a:xfrm>
              <a:off x="3401508" y="4248044"/>
              <a:ext cx="8728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Now</a:t>
              </a:r>
              <a:endParaRPr lang="en-IN" sz="2800" b="1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83D33AB-3B53-B69A-4DC1-78B3A7C4D199}"/>
                </a:ext>
              </a:extLst>
            </p:cNvPr>
            <p:cNvCxnSpPr/>
            <p:nvPr/>
          </p:nvCxnSpPr>
          <p:spPr>
            <a:xfrm>
              <a:off x="4197927" y="4509654"/>
              <a:ext cx="259772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A7246A-B8B2-CDD3-7B09-BAAAD413F0F8}"/>
                </a:ext>
              </a:extLst>
            </p:cNvPr>
            <p:cNvSpPr/>
            <p:nvPr/>
          </p:nvSpPr>
          <p:spPr>
            <a:xfrm>
              <a:off x="6795654" y="4329654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8343753-987A-C2F9-AA5F-9618FFBA05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654" y="4771264"/>
              <a:ext cx="0" cy="54032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E0AF66-4341-9337-6CAA-47F2918AF058}"/>
                </a:ext>
              </a:extLst>
            </p:cNvPr>
            <p:cNvSpPr txBox="1"/>
            <p:nvPr/>
          </p:nvSpPr>
          <p:spPr>
            <a:xfrm>
              <a:off x="5936891" y="5393202"/>
              <a:ext cx="23446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First event after Now</a:t>
              </a:r>
              <a:endParaRPr lang="en-I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7766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7856-2409-D63A-2955-5AA02EA9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EA4F5B-50DF-E193-9500-02F14C66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long</a:t>
            </a:r>
            <a:r>
              <a:rPr lang="en-US" dirty="0"/>
              <a:t> will I have to wait from now until the next event occurs?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6DB291-0741-2827-73B1-F3EEBAED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</p:spPr>
            <p:txBody>
              <a:bodyPr/>
              <a:lstStyle/>
              <a:p>
                <a:r>
                  <a:rPr lang="en-US" dirty="0"/>
                  <a:t>You start measuring the waiting time:</a:t>
                </a:r>
              </a:p>
              <a:p>
                <a:pPr lvl="1"/>
                <a:r>
                  <a:rPr lang="en-US" dirty="0"/>
                  <a:t>Maybe it rings 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Maybe 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minutes</a:t>
                </a:r>
              </a:p>
              <a:p>
                <a:pPr lvl="1"/>
                <a:r>
                  <a:rPr lang="en-US" dirty="0"/>
                  <a:t>Maybe 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minutes</a:t>
                </a:r>
              </a:p>
              <a:p>
                <a:r>
                  <a:rPr lang="en-US" dirty="0"/>
                  <a:t>This time duration is unknown before it happens.</a:t>
                </a:r>
              </a:p>
              <a:p>
                <a:pPr lvl="1"/>
                <a:r>
                  <a:rPr lang="en-US" dirty="0"/>
                  <a:t>That time gap is what we are asking about.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Waiting time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 from NOW until the next event occurs.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6DB291-0741-2827-73B1-F3EEBAED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10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74DA-1AD7-FD3C-6B16-AD709C50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2BBBEF-F8FC-3C05-B578-2B2FF660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the Waiting Time Random?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55A9FCF-4842-E91F-C836-4F22C10A8E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273963"/>
              </a:xfrm>
            </p:spPr>
            <p:txBody>
              <a:bodyPr/>
              <a:lstStyle/>
              <a:p>
                <a:r>
                  <a:rPr lang="en-US" dirty="0"/>
                  <a:t>Before the call occurs, we do not know the exact waiting time.</a:t>
                </a:r>
              </a:p>
              <a:p>
                <a:pPr lvl="1"/>
                <a:r>
                  <a:rPr lang="en-US" dirty="0"/>
                  <a:t>It could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seconds,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minutes,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minutes, etc.</a:t>
                </a:r>
              </a:p>
              <a:p>
                <a:r>
                  <a:rPr lang="en-US" dirty="0"/>
                  <a:t>The waiting time has an uncertain numerical value.</a:t>
                </a:r>
              </a:p>
              <a:p>
                <a:r>
                  <a:rPr lang="en-US" dirty="0"/>
                  <a:t>Hence, waiting time is a random variable.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55A9FCF-4842-E91F-C836-4F22C10A8E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27396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72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A269-4C04-462E-539D-B1AEA5B5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5AC48C-F020-DBE4-212E-85E2BE3A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is random here?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21D74C-3638-B753-CB4B-D97EC6658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1585189"/>
          </a:xfrm>
        </p:spPr>
        <p:txBody>
          <a:bodyPr/>
          <a:lstStyle/>
          <a:p>
            <a:r>
              <a:rPr lang="en-US" dirty="0"/>
              <a:t>That uncertainty makes it random.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Hence, waiting time is a random variable.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E5D01-6C64-D528-15D2-50E4B506784B}"/>
              </a:ext>
            </a:extLst>
          </p:cNvPr>
          <p:cNvGrpSpPr/>
          <p:nvPr/>
        </p:nvGrpSpPr>
        <p:grpSpPr>
          <a:xfrm>
            <a:off x="1962068" y="2571884"/>
            <a:ext cx="8267863" cy="1298921"/>
            <a:chOff x="2306672" y="4383126"/>
            <a:chExt cx="8267863" cy="129892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65E042-2CAD-1E4F-C32E-38DE6D1B8FC9}"/>
                </a:ext>
              </a:extLst>
            </p:cNvPr>
            <p:cNvSpPr txBox="1"/>
            <p:nvPr/>
          </p:nvSpPr>
          <p:spPr>
            <a:xfrm>
              <a:off x="2306672" y="4383126"/>
              <a:ext cx="8728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Now</a:t>
              </a:r>
              <a:endParaRPr lang="en-IN" sz="28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2DCF62-EB46-C7EA-EAA8-34421AFEFA8B}"/>
                </a:ext>
              </a:extLst>
            </p:cNvPr>
            <p:cNvCxnSpPr/>
            <p:nvPr/>
          </p:nvCxnSpPr>
          <p:spPr>
            <a:xfrm>
              <a:off x="3054927" y="4644736"/>
              <a:ext cx="259772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39FD2A4-0359-AA9A-2418-6661FAE1A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673" y="4741609"/>
              <a:ext cx="0" cy="54032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9289EB-55DC-3A76-9F1A-E390AB1594FB}"/>
                </a:ext>
              </a:extLst>
            </p:cNvPr>
            <p:cNvSpPr txBox="1"/>
            <p:nvPr/>
          </p:nvSpPr>
          <p:spPr>
            <a:xfrm>
              <a:off x="3441231" y="5281937"/>
              <a:ext cx="23446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Random length </a:t>
              </a:r>
              <a:endParaRPr lang="en-IN" sz="20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B6617C-0953-0562-BB06-53E629CDAE60}"/>
                </a:ext>
              </a:extLst>
            </p:cNvPr>
            <p:cNvSpPr txBox="1"/>
            <p:nvPr/>
          </p:nvSpPr>
          <p:spPr>
            <a:xfrm>
              <a:off x="5601353" y="4383446"/>
              <a:ext cx="153720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(waiting)</a:t>
              </a:r>
              <a:endParaRPr lang="en-IN" sz="2800" b="1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15FDC7-A86B-5E60-4E31-3A02534F4215}"/>
                </a:ext>
              </a:extLst>
            </p:cNvPr>
            <p:cNvCxnSpPr/>
            <p:nvPr/>
          </p:nvCxnSpPr>
          <p:spPr>
            <a:xfrm>
              <a:off x="6948054" y="4644736"/>
              <a:ext cx="259772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F1D90A-0599-EB52-07D4-22EBCF54BA12}"/>
                </a:ext>
              </a:extLst>
            </p:cNvPr>
            <p:cNvSpPr txBox="1"/>
            <p:nvPr/>
          </p:nvSpPr>
          <p:spPr>
            <a:xfrm>
              <a:off x="9483707" y="4383126"/>
              <a:ext cx="10908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Event</a:t>
              </a:r>
              <a:endParaRPr lang="en-IN" sz="28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0479265E-48CD-A352-0752-BCDE020EAF2D}"/>
              </a:ext>
            </a:extLst>
          </p:cNvPr>
          <p:cNvSpPr txBox="1">
            <a:spLocks/>
          </p:cNvSpPr>
          <p:nvPr/>
        </p:nvSpPr>
        <p:spPr>
          <a:xfrm>
            <a:off x="131180" y="4155237"/>
            <a:ext cx="9428456" cy="812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That random length(</a:t>
            </a:r>
            <a:r>
              <a:rPr lang="en-IN" dirty="0"/>
              <a:t>waiting time</a:t>
            </a:r>
            <a:r>
              <a:rPr lang="en-US" dirty="0"/>
              <a:t>) is the random variable.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84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BDFC-5A7B-7266-B51E-E465107D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F8E69-90C3-6931-492E-C6E0F73F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FE599-5A59-1CA2-5630-DEE991CAD0BA}"/>
                  </a:ext>
                </a:extLst>
              </p:cNvPr>
              <p:cNvSpPr txBox="1"/>
              <p:nvPr/>
            </p:nvSpPr>
            <p:spPr>
              <a:xfrm>
                <a:off x="1117347" y="876675"/>
                <a:ext cx="23446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FE599-5A59-1CA2-5630-DEE991CA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47" y="876675"/>
                <a:ext cx="2344664" cy="523220"/>
              </a:xfrm>
              <a:prstGeom prst="rect">
                <a:avLst/>
              </a:prstGeom>
              <a:blipFill>
                <a:blip r:embed="rId2"/>
                <a:stretch>
                  <a:fillRect l="-5195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013229-8B1D-D627-5994-B03DE4C0FFB8}"/>
              </a:ext>
            </a:extLst>
          </p:cNvPr>
          <p:cNvCxnSpPr/>
          <p:nvPr/>
        </p:nvCxnSpPr>
        <p:spPr>
          <a:xfrm>
            <a:off x="3034142" y="1140372"/>
            <a:ext cx="6552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E41C8C-6333-35E5-2328-0425C898597B}"/>
              </a:ext>
            </a:extLst>
          </p:cNvPr>
          <p:cNvCxnSpPr>
            <a:cxnSpLocks/>
          </p:cNvCxnSpPr>
          <p:nvPr/>
        </p:nvCxnSpPr>
        <p:spPr>
          <a:xfrm flipV="1">
            <a:off x="2123424" y="1399895"/>
            <a:ext cx="0" cy="54032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34E630-B857-F5A5-D7B4-F9AF83DDA58A}"/>
              </a:ext>
            </a:extLst>
          </p:cNvPr>
          <p:cNvSpPr txBox="1"/>
          <p:nvPr/>
        </p:nvSpPr>
        <p:spPr>
          <a:xfrm>
            <a:off x="1117347" y="2007264"/>
            <a:ext cx="2344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Observation starts</a:t>
            </a:r>
            <a:endParaRPr lang="en-IN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CEECB-5E4C-D76A-27AA-AB4491DF3563}"/>
              </a:ext>
            </a:extLst>
          </p:cNvPr>
          <p:cNvSpPr txBox="1"/>
          <p:nvPr/>
        </p:nvSpPr>
        <p:spPr>
          <a:xfrm>
            <a:off x="9555706" y="878762"/>
            <a:ext cx="10908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Time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C28A26E2-0F25-BD16-FA84-8FB6AB0EB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38983" y="2987875"/>
                <a:ext cx="11598530" cy="33713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The experiment starts at now</a:t>
                </a:r>
              </a:p>
              <a:p>
                <a:pPr lvl="1"/>
                <a:r>
                  <a:rPr lang="en-US" dirty="0"/>
                  <a:t>Time flows continuously</a:t>
                </a:r>
              </a:p>
              <a:p>
                <a:pPr lvl="1"/>
                <a:r>
                  <a:rPr lang="en-US" dirty="0"/>
                  <a:t>We wait for the first phone ring</a:t>
                </a:r>
              </a:p>
              <a:p>
                <a:pPr lvl="1"/>
                <a:r>
                  <a:rPr lang="en-US" dirty="0"/>
                  <a:t>The time 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the outcome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Waiting time until the phone rings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C28A26E2-0F25-BD16-FA84-8FB6AB0EB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983" y="2987875"/>
                <a:ext cx="11598530" cy="3371362"/>
              </a:xfrm>
              <a:prstGeom prst="rect">
                <a:avLst/>
              </a:prstGeom>
              <a:blipFill>
                <a:blip r:embed="rId3"/>
                <a:stretch>
                  <a:fillRect b="-7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1E972C-A16A-F762-BEA7-03A041ADA782}"/>
              </a:ext>
            </a:extLst>
          </p:cNvPr>
          <p:cNvCxnSpPr>
            <a:cxnSpLocks/>
          </p:cNvCxnSpPr>
          <p:nvPr/>
        </p:nvCxnSpPr>
        <p:spPr>
          <a:xfrm flipV="1">
            <a:off x="10006660" y="1399895"/>
            <a:ext cx="0" cy="54032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94CF3E-D79F-FBDA-A2C9-CBBB5682A0BA}"/>
              </a:ext>
            </a:extLst>
          </p:cNvPr>
          <p:cNvSpPr txBox="1"/>
          <p:nvPr/>
        </p:nvSpPr>
        <p:spPr>
          <a:xfrm>
            <a:off x="9114883" y="2007264"/>
            <a:ext cx="2344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Event (Phone Rings)</a:t>
            </a:r>
            <a:endParaRPr lang="en-IN" sz="20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98938E-0874-1D99-2598-B44295F8539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635424" y="1275553"/>
            <a:ext cx="0" cy="302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BECAE3-4D3B-7E10-EB95-219A7BE5C125}"/>
                  </a:ext>
                </a:extLst>
              </p:cNvPr>
              <p:cNvSpPr txBox="1"/>
              <p:nvPr/>
            </p:nvSpPr>
            <p:spPr>
              <a:xfrm>
                <a:off x="5112201" y="2594397"/>
                <a:ext cx="23446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Waiting Time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dirty="0" smtClean="0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BECAE3-4D3B-7E10-EB95-219A7BE5C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201" y="2594397"/>
                <a:ext cx="2344664" cy="400110"/>
              </a:xfrm>
              <a:prstGeom prst="rect">
                <a:avLst/>
              </a:prstGeom>
              <a:blipFill>
                <a:blip r:embed="rId4"/>
                <a:stretch>
                  <a:fillRect l="-2865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7043CA-7189-87A0-C258-73621AFB7D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94660" y="1275552"/>
            <a:ext cx="0" cy="302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8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751A-8E08-6A97-4ECC-02E1E760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39D13-DFF8-A31C-EEC7-993438FE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EA0590E-E948-0BB2-2CA5-E6217D313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2717799"/>
              </a:xfrm>
            </p:spPr>
            <p:txBody>
              <a:bodyPr/>
              <a:lstStyle/>
              <a:p>
                <a:r>
                  <a:rPr lang="en-US" dirty="0"/>
                  <a:t>A student is giving a unit test in the computer lab. Suddenly, the internet connection is lost. After waiting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minutes, the student asks:</a:t>
                </a:r>
              </a:p>
              <a:p>
                <a:pPr marL="0" indent="0" algn="ctr">
                  <a:buNone/>
                </a:pPr>
                <a:r>
                  <a:rPr lang="en-US" dirty="0"/>
                  <a:t>	What is the probability that the internet connection will be restored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minutes?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EA0590E-E948-0BB2-2CA5-E6217D313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2717799"/>
              </a:xfrm>
              <a:blipFill>
                <a:blip r:embed="rId2"/>
                <a:stretch>
                  <a:fillRect l="-971" r="-1483" b="-1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93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8EA1-0094-F10F-D8A1-F15B89C7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565843-C045-9F9A-96F5-DFB216C6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548589-307D-5BF0-E25E-CA36806663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642885"/>
                  </p:ext>
                </p:extLst>
              </p:nvPr>
            </p:nvGraphicFramePr>
            <p:xfrm>
              <a:off x="408000" y="831165"/>
              <a:ext cx="11376000" cy="519567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844000">
                      <a:extLst>
                        <a:ext uri="{9D8B030D-6E8A-4147-A177-3AD203B41FA5}">
                          <a16:colId xmlns:a16="http://schemas.microsoft.com/office/drawing/2014/main" val="430683146"/>
                        </a:ext>
                      </a:extLst>
                    </a:gridCol>
                    <a:gridCol w="8532000">
                      <a:extLst>
                        <a:ext uri="{9D8B030D-6E8A-4147-A177-3AD203B41FA5}">
                          <a16:colId xmlns:a16="http://schemas.microsoft.com/office/drawing/2014/main" val="4176438777"/>
                        </a:ext>
                      </a:extLst>
                    </a:gridCol>
                  </a:tblGrid>
                  <a:tr h="4417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Term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Meaning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27587867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Experiment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Observe the internet connection until it is restored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7531613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Internet connection is restored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3264596"/>
                      </a:ext>
                    </a:extLst>
                  </a:tr>
                  <a:tr h="7952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NOW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The moment after waiting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 minutes, when the student asks the question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4609171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Next event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The first restoration of the internet after NOW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673157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Waiting time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Time from NOW until the internet is restored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6791049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Random variable 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The waiting time until restoration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5006594"/>
                      </a:ext>
                    </a:extLst>
                  </a:tr>
                  <a:tr h="7952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Question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sz="240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40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≤10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 : Probability that restoration occurs within the next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 minutes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62755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548589-307D-5BF0-E25E-CA36806663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642885"/>
                  </p:ext>
                </p:extLst>
              </p:nvPr>
            </p:nvGraphicFramePr>
            <p:xfrm>
              <a:off x="408000" y="831165"/>
              <a:ext cx="11376000" cy="519567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844000">
                      <a:extLst>
                        <a:ext uri="{9D8B030D-6E8A-4147-A177-3AD203B41FA5}">
                          <a16:colId xmlns:a16="http://schemas.microsoft.com/office/drawing/2014/main" val="430683146"/>
                        </a:ext>
                      </a:extLst>
                    </a:gridCol>
                    <a:gridCol w="8532000">
                      <a:extLst>
                        <a:ext uri="{9D8B030D-6E8A-4147-A177-3AD203B41FA5}">
                          <a16:colId xmlns:a16="http://schemas.microsoft.com/office/drawing/2014/main" val="41764387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Term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Meaning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27587867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Experiment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Observe the internet connection until it is restored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7531613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Event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Internet connection is restored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326459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NOW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405" t="-211111" r="-143" b="-34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4609171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Next event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The first restoration of the internet after NOW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673157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Waiting time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Time from NOW until the internet is restored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6791049"/>
                      </a:ext>
                    </a:extLst>
                  </a:tr>
                  <a:tr h="6185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Random variable 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002060"/>
                              </a:solidFill>
                            </a:rPr>
                            <a:t>The waiting time until restoration</a:t>
                          </a:r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500659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Question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405" t="-537037" r="-143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62755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66577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24C7-CA95-3644-4DAD-3C8B6D5E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283C5-487D-D6FF-47B0-7E411DC5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EA03605-6108-1775-F899-3892FDBEA6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</p:spPr>
            <p:txBody>
              <a:bodyPr/>
              <a:lstStyle/>
              <a:p>
                <a:pPr lvl="0"/>
                <a:r>
                  <a:rPr lang="en-US" dirty="0"/>
                  <a:t>An </a:t>
                </a:r>
                <a:r>
                  <a:rPr lang="en-US" b="1" dirty="0"/>
                  <a:t>Exponential Distribution</a:t>
                </a:r>
                <a:r>
                  <a:rPr lang="en-US" dirty="0"/>
                  <a:t> is a continuous probability distribution that describes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waiting time until the next occurrence of an event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Example</a:t>
                </a:r>
                <a:endParaRPr lang="en-IN" dirty="0"/>
              </a:p>
              <a:p>
                <a:pPr lvl="1"/>
                <a:r>
                  <a:rPr lang="en-US" dirty="0"/>
                  <a:t>Suppose a cybersecurity system detects, on average,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attacks per hour.</a:t>
                </a:r>
                <a:endParaRPr lang="en-IN" dirty="0"/>
              </a:p>
              <a:p>
                <a:pPr lvl="1"/>
                <a:r>
                  <a:rPr lang="en-US" dirty="0"/>
                  <a:t>Poisson Distribution answers:</a:t>
                </a:r>
                <a:endParaRPr lang="en-IN" dirty="0"/>
              </a:p>
              <a:p>
                <a:pPr marL="0" indent="0" algn="ctr">
                  <a:buNone/>
                </a:pPr>
                <a:r>
                  <a:rPr lang="en-US" dirty="0"/>
                  <a:t>How many attacks will occur in the next hour?</a:t>
                </a:r>
                <a:endParaRPr lang="en-IN" dirty="0"/>
              </a:p>
              <a:p>
                <a:pPr lvl="1"/>
                <a:r>
                  <a:rPr lang="en-US" dirty="0"/>
                  <a:t>Exponential Distribution answers:</a:t>
                </a:r>
                <a:endParaRPr lang="en-IN" dirty="0"/>
              </a:p>
              <a:p>
                <a:pPr marL="0" indent="0" algn="ctr">
                  <a:buNone/>
                </a:pPr>
                <a:r>
                  <a:rPr lang="en-US" dirty="0"/>
                  <a:t>How much time will pass before the next attack occurs?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EA03605-6108-1775-F899-3892FDBEA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08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ECBA-60C0-A78C-7066-843950ED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695042-303A-D1B2-CE82-753A6098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0B073CF-E11F-A165-7E9F-55C3924D5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581891"/>
                <a:ext cx="11929641" cy="5985163"/>
              </a:xfrm>
            </p:spPr>
            <p:txBody>
              <a:bodyPr/>
              <a:lstStyle/>
              <a:p>
                <a:pPr lvl="0"/>
                <a:r>
                  <a:rPr lang="en-US" dirty="0"/>
                  <a:t>If the average rate of occurrence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events per unit time, then the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said to follow an Exponential Distribution and is denoted by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Waiting time until the next occurrence of an event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be the average rate of occurrence of events. Then the Probability Density Function (PDF) of X is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0B073CF-E11F-A165-7E9F-55C3924D5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581891"/>
                <a:ext cx="11929641" cy="5985163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47B21F-3DCB-74E2-90FF-00F3CDB209C0}"/>
                  </a:ext>
                </a:extLst>
              </p:cNvPr>
              <p:cNvSpPr/>
              <p:nvPr/>
            </p:nvSpPr>
            <p:spPr>
              <a:xfrm>
                <a:off x="2869522" y="3883969"/>
                <a:ext cx="6452953" cy="1467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sSup>
                                <m:sSupPr>
                                  <m:ctrlP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sup>
                              </m:sSup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&amp;; 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&amp;; 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𝐨𝐭𝐡𝐞𝐫𝐰𝐢𝐬𝐞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47B21F-3DCB-74E2-90FF-00F3CDB20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522" y="3883969"/>
                <a:ext cx="6452953" cy="1467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6BC1C45-0CCB-3EB7-5D54-0C3F42FE6B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" y="5424363"/>
                <a:ext cx="11929641" cy="12258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sz="2400" dirty="0"/>
                  <a:t>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2400" dirty="0"/>
                  <a:t> → events happen quickly → short waiting time</a:t>
                </a:r>
              </a:p>
              <a:p>
                <a:pPr lvl="1"/>
                <a:r>
                  <a:rPr lang="en-US" sz="2400" dirty="0"/>
                  <a:t>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2400" dirty="0"/>
                  <a:t> → events happen slowly → long waiting time</a:t>
                </a: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6BC1C45-0CCB-3EB7-5D54-0C3F42FE6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424363"/>
                <a:ext cx="11929641" cy="1225819"/>
              </a:xfrm>
              <a:prstGeom prst="rect">
                <a:avLst/>
              </a:prstGeom>
              <a:blipFill>
                <a:blip r:embed="rId4"/>
                <a:stretch>
                  <a:fillRect b="-3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81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8794-3BA3-CA96-F01B-B06B04E2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76C583-7CD4-3064-5EBD-741C0687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911860-A1BE-D319-54ED-B2F7AEB44755}"/>
                  </a:ext>
                </a:extLst>
              </p:cNvPr>
              <p:cNvSpPr txBox="1"/>
              <p:nvPr/>
            </p:nvSpPr>
            <p:spPr>
              <a:xfrm>
                <a:off x="155861" y="862978"/>
                <a:ext cx="4831774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𝐮𝐧𝐢𝐭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911860-A1BE-D319-54ED-B2F7AEB44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61" y="862978"/>
                <a:ext cx="4831774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F93A4-5B1E-2BF9-0FB3-9077E8B5765C}"/>
                  </a:ext>
                </a:extLst>
              </p:cNvPr>
              <p:cNvSpPr txBox="1"/>
              <p:nvPr/>
            </p:nvSpPr>
            <p:spPr>
              <a:xfrm>
                <a:off x="155861" y="2305622"/>
                <a:ext cx="5600702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𝐕𝐚𝐫𝐢𝐚𝐧𝐜𝐞</m:t>
                      </m:r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p>
                              <m:r>
                                <a:rPr lang="en-US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sSup>
                        <m:sSup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𝐮𝐧𝐢𝐭</m:t>
                              </m:r>
                            </m:e>
                          </m:d>
                        </m:e>
                        <m:sup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F93A4-5B1E-2BF9-0FB3-9077E8B57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61" y="2305622"/>
                <a:ext cx="5600702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98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0319-97A1-2C04-288F-D7F42793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D2F46A-3DDC-8E21-2226-DE1179F1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probabilities?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4D7EA5-9545-C779-2758-C61AA665D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7833"/>
                <a:ext cx="6633302" cy="800412"/>
              </a:xfrm>
            </p:spPr>
            <p:txBody>
              <a:bodyPr/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is continuous random variable,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4D7EA5-9545-C779-2758-C61AA665D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7833"/>
                <a:ext cx="6633302" cy="800412"/>
              </a:xfrm>
              <a:blipFill>
                <a:blip r:embed="rId2"/>
                <a:stretch>
                  <a:fillRect l="-1746" b="-4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3D3CE1-26E7-63E2-BC9E-76DDD156915E}"/>
                  </a:ext>
                </a:extLst>
              </p:cNvPr>
              <p:cNvSpPr txBox="1"/>
              <p:nvPr/>
            </p:nvSpPr>
            <p:spPr>
              <a:xfrm>
                <a:off x="740998" y="1548245"/>
                <a:ext cx="5195455" cy="1407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sub>
                        <m:sup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sup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nary>
                      <m:sSup>
                        <m:sSupPr>
                          <m:ctrlP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𝐫𝐱</m:t>
                          </m:r>
                        </m:sup>
                      </m:sSup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𝐝𝐱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3D3CE1-26E7-63E2-BC9E-76DDD1569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98" y="1548245"/>
                <a:ext cx="5195455" cy="1407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6D736C05-571F-8699-1DAF-D204D03EFC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3221873"/>
                <a:ext cx="7869820" cy="8004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But we usually use the CDF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6D736C05-571F-8699-1DAF-D204D03EF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3221873"/>
                <a:ext cx="7869820" cy="800412"/>
              </a:xfrm>
              <a:prstGeom prst="rect">
                <a:avLst/>
              </a:prstGeom>
              <a:blipFill>
                <a:blip r:embed="rId5"/>
                <a:stretch>
                  <a:fillRect l="-1472" b="-4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169CD6A2-B1E7-987F-A33E-FB09E3D77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3890" y="4083067"/>
                <a:ext cx="5497110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169CD6A2-B1E7-987F-A33E-FB09E3D77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890" y="4083067"/>
                <a:ext cx="5497110" cy="1821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0C57B6E6-BF00-96E5-819C-64F1F595A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518" y="884928"/>
            <a:ext cx="5109302" cy="1252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2869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9" grpId="0"/>
      <p:bldP spid="10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F419-1B3F-AF68-72BB-14A33FC6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1EBD6-4D34-072E-C211-1B062EF9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probabilities?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0D06BD5D-BAF6-3E4E-1F2A-E932468126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1462" y="560316"/>
                <a:ext cx="5497110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0D06BD5D-BAF6-3E4E-1F2A-E93246812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62" y="560316"/>
                <a:ext cx="5497110" cy="1821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3DCB672A-5BC3-8C19-214C-E48141F9EA8A}"/>
              </a:ext>
            </a:extLst>
          </p:cNvPr>
          <p:cNvSpPr txBox="1">
            <a:spLocks/>
          </p:cNvSpPr>
          <p:nvPr/>
        </p:nvSpPr>
        <p:spPr>
          <a:xfrm>
            <a:off x="324785" y="2746387"/>
            <a:ext cx="6027880" cy="7761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23888" indent="-352425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900113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262063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61290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Since, waiting time cannot be negative.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DFFD67CD-EE1D-E5E7-2EA6-9D28054D45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8572" y="2094744"/>
                <a:ext cx="2606564" cy="20794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limLoc m:val="undOvr"/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DFFD67CD-EE1D-E5E7-2EA6-9D28054D4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572" y="2094744"/>
                <a:ext cx="2606564" cy="207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8B9C68-3BA5-8A25-20BE-06E70F1908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889" y="3271538"/>
                <a:ext cx="4172805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8B9C68-3BA5-8A25-20BE-06E70F19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" y="3271538"/>
                <a:ext cx="4172805" cy="1821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DC9CD82A-DE57-B7B5-D59C-8F86E41CE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889" y="4842470"/>
                <a:ext cx="4172805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sSup>
                            <m:sSupPr>
                              <m:ctrl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DC9CD82A-DE57-B7B5-D59C-8F86E41CE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" y="4842470"/>
                <a:ext cx="4172805" cy="1821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87F683E-1B02-29B9-D503-9FCC4B268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518" y="884928"/>
            <a:ext cx="5109302" cy="1252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5017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7" grpId="0"/>
      <p:bldP spid="13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2F1D-57C5-158D-3E53-34FDA84C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F74CC-F54D-5108-1C6F-55ECDC3A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probabilities?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F045A8D9-4166-862D-5569-D5D3F5F4F6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560316"/>
                <a:ext cx="4172805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sSup>
                            <m:sSupPr>
                              <m:ctrl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F045A8D9-4166-862D-5569-D5D3F5F4F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560316"/>
                <a:ext cx="4172805" cy="1821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C2432FF7-E9E2-E82F-3B7A-AF6257F85F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2642861"/>
                <a:ext cx="417280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𝐫𝐱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C2432FF7-E9E2-E82F-3B7A-AF6257F85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2642861"/>
                <a:ext cx="4172805" cy="7861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">
                <a:extLst>
                  <a:ext uri="{FF2B5EF4-FFF2-40B4-BE49-F238E27FC236}">
                    <a16:creationId xmlns:a16="http://schemas.microsoft.com/office/drawing/2014/main" id="{D70F92BA-35F9-7AA7-6A91-68D4ABDCE3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3689599"/>
                <a:ext cx="552338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i="0" dirty="0">
                    <a:latin typeface="+mj-lt"/>
                  </a:rPr>
                  <a:t>N</a:t>
                </a:r>
                <a:r>
                  <a:rPr lang="en-IN" b="0" i="0" dirty="0">
                    <a:latin typeface="+mj-lt"/>
                  </a:rPr>
                  <a:t>ow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1">
                <a:extLst>
                  <a:ext uri="{FF2B5EF4-FFF2-40B4-BE49-F238E27FC236}">
                    <a16:creationId xmlns:a16="http://schemas.microsoft.com/office/drawing/2014/main" id="{D70F92BA-35F9-7AA7-6A91-68D4ABDC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3689599"/>
                <a:ext cx="5523385" cy="786139"/>
              </a:xfrm>
              <a:prstGeom prst="rect">
                <a:avLst/>
              </a:prstGeom>
              <a:blipFill>
                <a:blip r:embed="rId5"/>
                <a:stretch>
                  <a:fillRect l="-23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BB3C3281-579E-1E37-2809-C0E8060AB6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4666069"/>
                <a:ext cx="552338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BB3C3281-579E-1E37-2809-C0E8060A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4666069"/>
                <a:ext cx="5523385" cy="7861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FAEBB5CB-3D10-9810-2260-AFC5A0A1E4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5795931"/>
                <a:ext cx="552338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FAEBB5CB-3D10-9810-2260-AFC5A0A1E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5795931"/>
                <a:ext cx="5523385" cy="7861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00EA87B6-7AF6-8936-7134-543400D0E4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4673" y="3718028"/>
                <a:ext cx="3062291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IN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00EA87B6-7AF6-8936-7134-543400D0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673" y="3718028"/>
                <a:ext cx="3062291" cy="7861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340CB4C8-13A8-0018-F720-C4E0F7748E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47373" y="3718028"/>
                <a:ext cx="3744627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340CB4C8-13A8-0018-F720-C4E0F7748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7373" y="3718028"/>
                <a:ext cx="3744627" cy="7861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9A9452F0-7AD4-77C2-E414-C816F75D6F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84127" y="4400125"/>
                <a:ext cx="4087091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𝐚𝐫</m:t>
                          </m:r>
                        </m:sup>
                      </m:sSup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𝐛𝐫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9A9452F0-7AD4-77C2-E414-C816F75D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127" y="4400125"/>
                <a:ext cx="4087091" cy="78613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DA3A8B-3407-1283-A17E-4B4A68FD3FCF}"/>
              </a:ext>
            </a:extLst>
          </p:cNvPr>
          <p:cNvCxnSpPr>
            <a:cxnSpLocks/>
          </p:cNvCxnSpPr>
          <p:nvPr/>
        </p:nvCxnSpPr>
        <p:spPr>
          <a:xfrm>
            <a:off x="5375563" y="2774373"/>
            <a:ext cx="0" cy="37894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B07EB03-D646-E8D3-0578-0D5ABEE2B1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1518" y="884928"/>
            <a:ext cx="5109302" cy="1252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1227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5" grpId="0"/>
      <p:bldP spid="6" grpId="0"/>
      <p:bldP spid="9" grpId="0"/>
      <p:bldP spid="15" grpId="0"/>
      <p:bldP spid="1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191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lifetime T of an alkaline battery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per hour. What are mean and standard deviation of batteries lifetime?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191766"/>
              </a:xfrm>
              <a:prstGeom prst="rect">
                <a:avLst/>
              </a:prstGeom>
              <a:blipFill>
                <a:blip r:embed="rId3"/>
                <a:stretch>
                  <a:fillRect l="-1074" r="-1074" b="-128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33176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3667" y="2243833"/>
                <a:ext cx="3845359" cy="66422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per hour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667" y="2243833"/>
                <a:ext cx="3845359" cy="664221"/>
              </a:xfrm>
              <a:prstGeom prst="rect">
                <a:avLst/>
              </a:prstGeom>
              <a:blipFill>
                <a:blip r:embed="rId4"/>
                <a:stretch>
                  <a:fillRect l="-317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2886" y="2230771"/>
                <a:ext cx="5057934" cy="3921073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S.D. </a:t>
                </a:r>
                <a14:m>
                  <m:oMath xmlns:m="http://schemas.openxmlformats.org/officeDocument/2006/math"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Variance</m:t>
                        </m:r>
                      </m:e>
                    </m:rad>
                  </m:oMath>
                </a14:m>
                <a:endParaRPr lang="en-IN" dirty="0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IN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0.05 </m:t>
                          </m:r>
                        </m:den>
                      </m:f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i="0" dirty="0">
                          <a:solidFill>
                            <a:srgbClr val="002060"/>
                          </a:solidFill>
                        </a:rPr>
                        <m:t>hours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886" y="2230771"/>
                <a:ext cx="5057934" cy="3921073"/>
              </a:xfrm>
              <a:prstGeom prst="rect">
                <a:avLst/>
              </a:prstGeom>
              <a:blipFill>
                <a:blip r:embed="rId5"/>
                <a:stretch>
                  <a:fillRect l="-2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6102927" y="2211451"/>
            <a:ext cx="0" cy="43273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705652" y="3262361"/>
            <a:ext cx="1718740" cy="665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Now, Mean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57796" y="3165482"/>
                <a:ext cx="832664" cy="901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796" y="3165482"/>
                <a:ext cx="832664" cy="9017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001138" y="4377608"/>
                <a:ext cx="13819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38" y="4377608"/>
                <a:ext cx="1381958" cy="665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222015" y="4282299"/>
                <a:ext cx="1303947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015" y="4282299"/>
                <a:ext cx="1303947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01138" y="5492855"/>
                <a:ext cx="140200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38" y="5492855"/>
                <a:ext cx="1402005" cy="665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257796" y="5492855"/>
                <a:ext cx="1818511" cy="665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hours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796" y="5492855"/>
                <a:ext cx="1818511" cy="665631"/>
              </a:xfrm>
              <a:prstGeom prst="rect">
                <a:avLst/>
              </a:prstGeom>
              <a:blipFill>
                <a:blip r:embed="rId10"/>
                <a:stretch>
                  <a:fillRect r="-535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7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6" grpId="0" uiExpand="1" build="p"/>
      <p:bldP spid="5" grpId="0"/>
      <p:bldP spid="7" grpId="0"/>
      <p:bldP spid="11" grpId="0"/>
      <p:bldP spid="12" grpId="0"/>
      <p:bldP spid="13" grpId="0"/>
      <p:bldP spid="14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AC2E-6300-917B-CAF2-6D197CD1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D66F221-F2F7-0D7E-00B3-54AF994906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7"/>
                <a:ext cx="11929643" cy="359553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A random variable has an exponential distribution with probability density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I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b="0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b="0" i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num>
                                        <m:den>
                                          <m:r>
                                            <a:rPr lang="en-IN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b="0" i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IN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sup>
                              </m:sSup>
                              <m: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&amp;;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IN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Find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3≤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en-I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 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:r>
                  <a:rPr lang="en-IN" dirty="0">
                    <a:ea typeface="Cambria Math" panose="02040503050406030204" pitchFamily="18" charset="0"/>
                  </a:rPr>
                  <a:t>Mean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(d) </a:t>
                </a:r>
                <a:r>
                  <a:rPr lang="en-IN" dirty="0">
                    <a:ea typeface="Cambria Math" panose="02040503050406030204" pitchFamily="18" charset="0"/>
                  </a:rPr>
                  <a:t>Variance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D66F221-F2F7-0D7E-00B3-54AF99490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7"/>
                <a:ext cx="11929643" cy="3595537"/>
              </a:xfrm>
              <a:prstGeom prst="rect">
                <a:avLst/>
              </a:prstGeom>
              <a:blipFill>
                <a:blip r:embed="rId2"/>
                <a:stretch>
                  <a:fillRect l="-1074" b="-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7702472-90A1-5D07-2DAF-DFAA55EB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97E7ED-2697-4C20-F4AB-78C5D8B1CBA5}"/>
              </a:ext>
            </a:extLst>
          </p:cNvPr>
          <p:cNvSpPr/>
          <p:nvPr/>
        </p:nvSpPr>
        <p:spPr>
          <a:xfrm>
            <a:off x="131177" y="4463190"/>
            <a:ext cx="1478559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1DD5E5-D5A5-1DA0-92F1-85B9E59F9674}"/>
                  </a:ext>
                </a:extLst>
              </p:cNvPr>
              <p:cNvSpPr/>
              <p:nvPr/>
            </p:nvSpPr>
            <p:spPr>
              <a:xfrm>
                <a:off x="1609736" y="4463190"/>
                <a:ext cx="6380873" cy="2173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Comapring the given PDF with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sSup>
                                <m:sSupPr>
                                  <m:ctrl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1DD5E5-D5A5-1DA0-92F1-85B9E59F9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4463190"/>
                <a:ext cx="6380873" cy="2173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DF1863-42D0-C736-6542-4FFC34105072}"/>
                  </a:ext>
                </a:extLst>
              </p:cNvPr>
              <p:cNvSpPr/>
              <p:nvPr/>
            </p:nvSpPr>
            <p:spPr>
              <a:xfrm>
                <a:off x="7762337" y="5265548"/>
                <a:ext cx="2853730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0"/>
                  </a:spcAft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r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f>
                        <m:f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 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 </m:t>
                          </m:r>
                        </m:den>
                      </m:f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ea typeface="Times New Roman" panose="02020603050405020304" pitchFamily="18" charset="0"/>
                          <a:cs typeface="Shruti"/>
                        </a:rPr>
                        <m:t>per unit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ffectLst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DF1863-42D0-C736-6542-4FFC34105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337" y="5265548"/>
                <a:ext cx="2853730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96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4228" y="772547"/>
                <a:ext cx="35241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</a:t>
                </a: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8" y="772547"/>
                <a:ext cx="3524143" cy="523220"/>
              </a:xfrm>
              <a:prstGeom prst="rect">
                <a:avLst/>
              </a:prstGeom>
              <a:blipFill>
                <a:blip r:embed="rId2"/>
                <a:stretch>
                  <a:fillRect l="-3460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3BBB9B-3033-A760-22A8-7027F7ADC9B5}"/>
                  </a:ext>
                </a:extLst>
              </p:cNvPr>
              <p:cNvSpPr/>
              <p:nvPr/>
            </p:nvSpPr>
            <p:spPr>
              <a:xfrm>
                <a:off x="584154" y="1394826"/>
                <a:ext cx="3044217" cy="767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3BBB9B-3033-A760-22A8-7027F7ADC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54" y="1394826"/>
                <a:ext cx="3044217" cy="767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673CB90-6A82-E025-03D4-5C917D01AD57}"/>
                  </a:ext>
                </a:extLst>
              </p:cNvPr>
              <p:cNvSpPr/>
              <p:nvPr/>
            </p:nvSpPr>
            <p:spPr>
              <a:xfrm>
                <a:off x="158850" y="2260954"/>
                <a:ext cx="4061663" cy="10323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673CB90-6A82-E025-03D4-5C917D01A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0" y="2260954"/>
                <a:ext cx="4061663" cy="1032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A6011F-736A-6468-F445-9CF6BC9EEE94}"/>
                  </a:ext>
                </a:extLst>
              </p:cNvPr>
              <p:cNvSpPr/>
              <p:nvPr/>
            </p:nvSpPr>
            <p:spPr>
              <a:xfrm>
                <a:off x="158850" y="3463519"/>
                <a:ext cx="4061663" cy="745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A6011F-736A-6468-F445-9CF6BC9EEE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0" y="3463519"/>
                <a:ext cx="4061663" cy="7459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ED69A4C-6AF1-226B-DCFC-622CBF1C71A5}"/>
                  </a:ext>
                </a:extLst>
              </p:cNvPr>
              <p:cNvSpPr/>
              <p:nvPr/>
            </p:nvSpPr>
            <p:spPr>
              <a:xfrm>
                <a:off x="158850" y="4379659"/>
                <a:ext cx="4061663" cy="745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ED69A4C-6AF1-226B-DCFC-622CBF1C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0" y="4379659"/>
                <a:ext cx="4061663" cy="7459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E56C89-72CE-45F7-161E-513234743E78}"/>
                  </a:ext>
                </a:extLst>
              </p:cNvPr>
              <p:cNvSpPr/>
              <p:nvPr/>
            </p:nvSpPr>
            <p:spPr>
              <a:xfrm>
                <a:off x="4820800" y="772547"/>
                <a:ext cx="598871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</a:t>
                </a: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800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2800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E56C89-72CE-45F7-161E-513234743E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800" y="772547"/>
                <a:ext cx="5988713" cy="523220"/>
              </a:xfrm>
              <a:prstGeom prst="rect">
                <a:avLst/>
              </a:prstGeom>
              <a:blipFill>
                <a:blip r:embed="rId7"/>
                <a:stretch>
                  <a:fillRect l="-213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98A7E-3E32-64BB-6A6E-9566FFEF1FC7}"/>
                  </a:ext>
                </a:extLst>
              </p:cNvPr>
              <p:cNvSpPr/>
              <p:nvPr/>
            </p:nvSpPr>
            <p:spPr>
              <a:xfrm>
                <a:off x="5266023" y="1304070"/>
                <a:ext cx="7089010" cy="767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We know that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ar</m:t>
                          </m:r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98A7E-3E32-64BB-6A6E-9566FFEF1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1304070"/>
                <a:ext cx="7089010" cy="7670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64CF19-0B24-9B5C-2E7F-99CFF84E849B}"/>
                  </a:ext>
                </a:extLst>
              </p:cNvPr>
              <p:cNvSpPr/>
              <p:nvPr/>
            </p:nvSpPr>
            <p:spPr>
              <a:xfrm>
                <a:off x="5266023" y="2071139"/>
                <a:ext cx="7089010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Here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64CF19-0B24-9B5C-2E7F-99CFF84E84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2071139"/>
                <a:ext cx="7089010" cy="664221"/>
              </a:xfrm>
              <a:prstGeom prst="rect">
                <a:avLst/>
              </a:prstGeom>
              <a:blipFill>
                <a:blip r:embed="rId9"/>
                <a:stretch>
                  <a:fillRect l="-18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EEDAF7C-B313-0E39-90B7-4EBC9C08524D}"/>
                  </a:ext>
                </a:extLst>
              </p:cNvPr>
              <p:cNvSpPr/>
              <p:nvPr/>
            </p:nvSpPr>
            <p:spPr>
              <a:xfrm>
                <a:off x="5266023" y="2731977"/>
                <a:ext cx="7089010" cy="10323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EEDAF7C-B313-0E39-90B7-4EBC9C085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2731977"/>
                <a:ext cx="7089010" cy="1032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3AB591-1BD5-C407-1033-1AEC0E0CB992}"/>
                  </a:ext>
                </a:extLst>
              </p:cNvPr>
              <p:cNvSpPr/>
              <p:nvPr/>
            </p:nvSpPr>
            <p:spPr>
              <a:xfrm>
                <a:off x="5266023" y="3784234"/>
                <a:ext cx="7089010" cy="7822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e>
                          </m:d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3AB591-1BD5-C407-1033-1AEC0E0CB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3784234"/>
                <a:ext cx="7089010" cy="7822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C1B8F2-9977-22BB-9F93-A5B8FA44BAB4}"/>
                  </a:ext>
                </a:extLst>
              </p:cNvPr>
              <p:cNvSpPr/>
              <p:nvPr/>
            </p:nvSpPr>
            <p:spPr>
              <a:xfrm>
                <a:off x="5266023" y="4606215"/>
                <a:ext cx="708901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=0.5488−0.301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C1B8F2-9977-22BB-9F93-A5B8FA44BA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4606215"/>
                <a:ext cx="7089010" cy="7386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932128-52DF-F518-C2B9-19C143DE63BB}"/>
                  </a:ext>
                </a:extLst>
              </p:cNvPr>
              <p:cNvSpPr/>
              <p:nvPr/>
            </p:nvSpPr>
            <p:spPr>
              <a:xfrm>
                <a:off x="5266023" y="5384595"/>
                <a:ext cx="708901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0.2476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932128-52DF-F518-C2B9-19C143DE6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5384595"/>
                <a:ext cx="7089010" cy="7386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AA5FC2-8C2C-D9C3-F5D4-3F0E960A2E43}"/>
              </a:ext>
            </a:extLst>
          </p:cNvPr>
          <p:cNvCxnSpPr/>
          <p:nvPr/>
        </p:nvCxnSpPr>
        <p:spPr>
          <a:xfrm>
            <a:off x="4303640" y="865717"/>
            <a:ext cx="0" cy="55080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01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 (Continue)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0926" y="745439"/>
            <a:ext cx="4751091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accent6"/>
              </a:buClr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(c) Find Mean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0737" y="1411070"/>
                <a:ext cx="2094671" cy="13064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Mean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37" y="1411070"/>
                <a:ext cx="2094671" cy="13064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0926" y="2556769"/>
                <a:ext cx="2769476" cy="1652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skw"/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5 </m:t>
                              </m:r>
                            </m:den>
                          </m:f>
                          <m: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26" y="2556769"/>
                <a:ext cx="2769476" cy="1652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71ADF2E-D491-BAB3-4109-CE7554725A19}"/>
                  </a:ext>
                </a:extLst>
              </p:cNvPr>
              <p:cNvSpPr/>
              <p:nvPr/>
            </p:nvSpPr>
            <p:spPr>
              <a:xfrm>
                <a:off x="162489" y="4616564"/>
                <a:ext cx="296517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unit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71ADF2E-D491-BAB3-4109-CE7554725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9" y="4616564"/>
                <a:ext cx="296517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229F98D-AE95-B01D-4A2F-2764954AD7BC}"/>
              </a:ext>
            </a:extLst>
          </p:cNvPr>
          <p:cNvSpPr/>
          <p:nvPr/>
        </p:nvSpPr>
        <p:spPr>
          <a:xfrm>
            <a:off x="5371055" y="744221"/>
            <a:ext cx="5600177" cy="666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accent6"/>
              </a:buClr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(d) Find Variance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E639E37-C933-5A05-B2FB-BBF6370000DE}"/>
                  </a:ext>
                </a:extLst>
              </p:cNvPr>
              <p:cNvSpPr/>
              <p:nvPr/>
            </p:nvSpPr>
            <p:spPr>
              <a:xfrm>
                <a:off x="5784415" y="1655047"/>
                <a:ext cx="2805542" cy="9017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Variance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E639E37-C933-5A05-B2FB-BBF637000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415" y="1655047"/>
                <a:ext cx="2805542" cy="901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918A82-79C7-B6B0-1F40-1B0E56370D5E}"/>
                  </a:ext>
                </a:extLst>
              </p:cNvPr>
              <p:cNvSpPr/>
              <p:nvPr/>
            </p:nvSpPr>
            <p:spPr>
              <a:xfrm>
                <a:off x="5371056" y="3094409"/>
                <a:ext cx="3928808" cy="12908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IN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5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918A82-79C7-B6B0-1F40-1B0E5637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56" y="3094409"/>
                <a:ext cx="3928808" cy="1290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BFB249-40E1-E6D4-DF5B-D6D706869FF6}"/>
                  </a:ext>
                </a:extLst>
              </p:cNvPr>
              <p:cNvSpPr/>
              <p:nvPr/>
            </p:nvSpPr>
            <p:spPr>
              <a:xfrm>
                <a:off x="5371055" y="4833621"/>
                <a:ext cx="416780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25 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unit</m:t>
                              </m:r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BFB249-40E1-E6D4-DF5B-D6D706869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55" y="4833621"/>
                <a:ext cx="41678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97C5D4-3C54-8A70-99D3-4CFC5C32CFA0}"/>
              </a:ext>
            </a:extLst>
          </p:cNvPr>
          <p:cNvCxnSpPr/>
          <p:nvPr/>
        </p:nvCxnSpPr>
        <p:spPr>
          <a:xfrm>
            <a:off x="4199731" y="876357"/>
            <a:ext cx="0" cy="55080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93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" grpId="0"/>
      <p:bldP spid="21" grpId="0"/>
      <p:bldP spid="23" grpId="0"/>
      <p:bldP spid="2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65ED-41F1-FF57-2D94-F2ED7618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B30CB69-A6A2-2059-368D-D441D9E524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9897"/>
                <a:ext cx="11929643" cy="18589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time between breakdowns of a particular machine follows an exponential distribution with a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 days. Find the probability that a machine breaks down within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days.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B30CB69-A6A2-2059-368D-D441D9E52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9897"/>
                <a:ext cx="11929643" cy="1858933"/>
              </a:xfrm>
              <a:prstGeom prst="rect">
                <a:avLst/>
              </a:prstGeom>
              <a:blipFill>
                <a:blip r:embed="rId2"/>
                <a:stretch>
                  <a:fillRect l="-1074" r="-1074" b="-49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46327FB-D4E4-6BC4-4816-F2A666EF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9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D52EE-247F-74BD-6E32-CEFC9DDE152A}"/>
              </a:ext>
            </a:extLst>
          </p:cNvPr>
          <p:cNvSpPr/>
          <p:nvPr/>
        </p:nvSpPr>
        <p:spPr>
          <a:xfrm>
            <a:off x="131177" y="2781566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E9F6DE-59A6-4009-99B3-02D2B12D31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2667526"/>
                <a:ext cx="9762838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days until the next breakdown of machine occurs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E9F6DE-59A6-4009-99B3-02D2B12D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2667526"/>
                <a:ext cx="9762838" cy="665631"/>
              </a:xfrm>
              <a:prstGeom prst="rect">
                <a:avLst/>
              </a:prstGeom>
              <a:blipFill>
                <a:blip r:embed="rId3"/>
                <a:stretch>
                  <a:fillRect l="-131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9F46BA8-D2EE-1347-947C-F2EE75B61D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333157"/>
                <a:ext cx="71858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an exponential distribution.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9F46BA8-D2EE-1347-947C-F2EE75B61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333157"/>
                <a:ext cx="7185894" cy="665631"/>
              </a:xfrm>
              <a:prstGeom prst="rect">
                <a:avLst/>
              </a:prstGeom>
              <a:blipFill>
                <a:blip r:embed="rId4"/>
                <a:stretch>
                  <a:fillRect l="-178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07BBED7-5671-39CB-5B89-15D0EF8B0B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027159"/>
                <a:ext cx="43283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mean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day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07BBED7-5671-39CB-5B89-15D0EF8B0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027159"/>
                <a:ext cx="4328394" cy="665631"/>
              </a:xfrm>
              <a:prstGeom prst="rect">
                <a:avLst/>
              </a:prstGeom>
              <a:blipFill>
                <a:blip r:embed="rId5"/>
                <a:stretch>
                  <a:fillRect l="-295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ADA139-A7D3-80D4-DA3F-C18CC8AFFF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83869" y="4664419"/>
                <a:ext cx="4837548" cy="130644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Mean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17 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rgbClr val="002060"/>
                          </a:solidFill>
                        </a:rPr>
                        <m:t>per day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ADA139-A7D3-80D4-DA3F-C18CC8AFF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869" y="4664419"/>
                <a:ext cx="4837548" cy="13064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9CD155-4AD4-A852-8C85-EE4EEFB35E2B}"/>
                  </a:ext>
                </a:extLst>
              </p:cNvPr>
              <p:cNvSpPr/>
              <p:nvPr/>
            </p:nvSpPr>
            <p:spPr>
              <a:xfrm>
                <a:off x="9608131" y="4962043"/>
                <a:ext cx="2452689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9CD155-4AD4-A852-8C85-EE4EEFB35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31" y="4962043"/>
                <a:ext cx="2452689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00A315-C742-FF77-4F13-D418AEAA444F}"/>
              </a:ext>
            </a:extLst>
          </p:cNvPr>
          <p:cNvCxnSpPr>
            <a:cxnSpLocks/>
          </p:cNvCxnSpPr>
          <p:nvPr/>
        </p:nvCxnSpPr>
        <p:spPr>
          <a:xfrm>
            <a:off x="5288973" y="2036616"/>
            <a:ext cx="668135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8D34B1-0791-9966-14BF-20B7A4B5C42C}"/>
              </a:ext>
            </a:extLst>
          </p:cNvPr>
          <p:cNvCxnSpPr>
            <a:cxnSpLocks/>
          </p:cNvCxnSpPr>
          <p:nvPr/>
        </p:nvCxnSpPr>
        <p:spPr>
          <a:xfrm>
            <a:off x="204354" y="2521526"/>
            <a:ext cx="333894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6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7" grpId="0" uiExpand="1" build="p"/>
      <p:bldP spid="8" grpId="0" uiExpand="1" build="p"/>
      <p:bldP spid="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9 (Continue)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506" y="772011"/>
            <a:ext cx="49257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Exponential distribution,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87743" y="1653297"/>
                <a:ext cx="3395097" cy="542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43" y="1653297"/>
                <a:ext cx="3395097" cy="542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48164" y="2930987"/>
                <a:ext cx="1491330" cy="99602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164" y="2930987"/>
                <a:ext cx="1491330" cy="9960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48164" y="2288238"/>
                <a:ext cx="1491330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164" y="2288238"/>
                <a:ext cx="1491330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1E601B1-4577-A082-B9E2-54FEEEBA51C4}"/>
                  </a:ext>
                </a:extLst>
              </p:cNvPr>
              <p:cNvSpPr/>
              <p:nvPr/>
            </p:nvSpPr>
            <p:spPr>
              <a:xfrm>
                <a:off x="152506" y="2576792"/>
                <a:ext cx="5062989" cy="726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  <m:r>
                                    <a:rPr lang="en-IN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1E601B1-4577-A082-B9E2-54FEEEBA5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2576792"/>
                <a:ext cx="5062989" cy="726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E04824-D8DF-2261-EF24-F9DE1CC41534}"/>
                  </a:ext>
                </a:extLst>
              </p:cNvPr>
              <p:cNvSpPr/>
              <p:nvPr/>
            </p:nvSpPr>
            <p:spPr>
              <a:xfrm>
                <a:off x="152506" y="3684441"/>
                <a:ext cx="44080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0.4138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E04824-D8DF-2261-EF24-F9DE1CC41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3684441"/>
                <a:ext cx="440800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4B642-BFB2-3269-C564-396FC33607D6}"/>
                  </a:ext>
                </a:extLst>
              </p:cNvPr>
              <p:cNvSpPr/>
              <p:nvPr/>
            </p:nvSpPr>
            <p:spPr>
              <a:xfrm>
                <a:off x="152506" y="4589021"/>
                <a:ext cx="39219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𝟓𝟖𝟔𝟐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4B642-BFB2-3269-C564-396FC3360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4589021"/>
                <a:ext cx="392197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0E8183-B17A-5FA0-0276-CBBF2CF93C08}"/>
                  </a:ext>
                </a:extLst>
              </p:cNvPr>
              <p:cNvSpPr/>
              <p:nvPr/>
            </p:nvSpPr>
            <p:spPr>
              <a:xfrm>
                <a:off x="9586805" y="4056776"/>
                <a:ext cx="2452689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0E8183-B17A-5FA0-0276-CBBF2CF93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805" y="4056776"/>
                <a:ext cx="2452689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5545D8-A3EF-9F9E-8E1D-E0D8138066A1}"/>
                  </a:ext>
                </a:extLst>
              </p:cNvPr>
              <p:cNvSpPr/>
              <p:nvPr/>
            </p:nvSpPr>
            <p:spPr>
              <a:xfrm>
                <a:off x="152506" y="5454199"/>
                <a:ext cx="1188698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There is approximately a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𝟓𝟖</m:t>
                    </m:r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chance that the machine will experience at least one breakdown within the next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 days.</a:t>
                </a:r>
                <a:endParaRPr lang="en-IN" sz="2800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5545D8-A3EF-9F9E-8E1D-E0D813806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5454199"/>
                <a:ext cx="11886989" cy="954107"/>
              </a:xfrm>
              <a:prstGeom prst="rect">
                <a:avLst/>
              </a:prstGeom>
              <a:blipFill>
                <a:blip r:embed="rId9"/>
                <a:stretch>
                  <a:fillRect l="-1026" t="-6410" r="-1077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86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  <p:bldP spid="6" grpId="0"/>
      <p:bldP spid="10" grpId="0"/>
      <p:bldP spid="12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5513-2CCC-5AB8-D491-FB714602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80EF-2CEE-AABA-C6DB-358CC12C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8A226D-B17C-08B1-35EE-725841FD4C35}"/>
              </a:ext>
            </a:extLst>
          </p:cNvPr>
          <p:cNvSpPr/>
          <p:nvPr/>
        </p:nvSpPr>
        <p:spPr>
          <a:xfrm>
            <a:off x="131177" y="353536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CDEB82-7428-C4E2-AE8F-407A79D033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3428999"/>
                <a:ext cx="1043792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The lifetime of an alkaline battery (in hours)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CDEB82-7428-C4E2-AE8F-407A79D03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3428999"/>
                <a:ext cx="10437927" cy="665631"/>
              </a:xfrm>
              <a:prstGeom prst="rect">
                <a:avLst/>
              </a:prstGeom>
              <a:blipFill>
                <a:blip r:embed="rId2"/>
                <a:stretch>
                  <a:fillRect l="-1168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7AFC1BB-20C5-A989-5F1B-00954BACF9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4164947"/>
                <a:ext cx="1043792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an exponential distribution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7AFC1BB-20C5-A989-5F1B-00954BACF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4164947"/>
                <a:ext cx="10437927" cy="665631"/>
              </a:xfrm>
              <a:prstGeom prst="rect">
                <a:avLst/>
              </a:prstGeom>
              <a:blipFill>
                <a:blip r:embed="rId3"/>
                <a:stretch>
                  <a:fillRect l="-116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26C8D80-AD84-A50E-9102-24D6F93AAF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4900895"/>
                <a:ext cx="454930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per hour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26C8D80-AD84-A50E-9102-24D6F93AA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4900895"/>
                <a:ext cx="4549307" cy="665631"/>
              </a:xfrm>
              <a:prstGeom prst="rect">
                <a:avLst/>
              </a:prstGeom>
              <a:blipFill>
                <a:blip r:embed="rId4"/>
                <a:stretch>
                  <a:fillRect l="-267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F28009B-2969-DEB7-E2FE-C5E6BEA4FC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17564"/>
                <a:ext cx="11929643" cy="261143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lifetime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of an alkaline battery follows an exponential distribution with rate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per hour. Find</a:t>
                </a:r>
              </a:p>
              <a:p>
                <a:r>
                  <a:rPr lang="en-US" dirty="0"/>
                  <a:t>(a) The probability that the battery lasts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hours.</a:t>
                </a:r>
                <a:endParaRPr lang="en-IN" dirty="0"/>
              </a:p>
              <a:p>
                <a:r>
                  <a:rPr lang="en-US" dirty="0"/>
                  <a:t>(b) The probability that the battery lasts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hours.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F28009B-2969-DEB7-E2FE-C5E6BEA4F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7564"/>
                <a:ext cx="11929643" cy="2611435"/>
              </a:xfrm>
              <a:prstGeom prst="rect">
                <a:avLst/>
              </a:prstGeom>
              <a:blipFill>
                <a:blip r:embed="rId5"/>
                <a:stretch>
                  <a:fillRect l="-1074" r="-1074" b="-30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13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7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that battery lasts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67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69675" y="1395943"/>
            <a:ext cx="50348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Exponential distribution,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92854" y="2099135"/>
                <a:ext cx="4845032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ar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54" y="2099135"/>
                <a:ext cx="4845032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9675" y="4363197"/>
                <a:ext cx="6143220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=0.6065−0.472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4363197"/>
                <a:ext cx="614322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19386" y="2865706"/>
                <a:ext cx="1649774" cy="58987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386" y="2865706"/>
                <a:ext cx="1649774" cy="589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16145" y="1237674"/>
                <a:ext cx="1297814" cy="67036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145" y="1237674"/>
                <a:ext cx="1297814" cy="6703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16145" y="2045561"/>
                <a:ext cx="1297814" cy="67036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145" y="2045561"/>
                <a:ext cx="1297814" cy="6703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286170-D98B-C675-D6F7-0F29CC44A421}"/>
                  </a:ext>
                </a:extLst>
              </p:cNvPr>
              <p:cNvSpPr/>
              <p:nvPr/>
            </p:nvSpPr>
            <p:spPr>
              <a:xfrm>
                <a:off x="169675" y="2917250"/>
                <a:ext cx="7371828" cy="5522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  <m:d>
                            <m:d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d>
                          <m:d>
                            <m:d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286170-D98B-C675-D6F7-0F29CC44A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2917250"/>
                <a:ext cx="7371828" cy="5522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6F49E-DBBB-4E3A-1986-E2BF29BDCE44}"/>
                  </a:ext>
                </a:extLst>
              </p:cNvPr>
              <p:cNvSpPr/>
              <p:nvPr/>
            </p:nvSpPr>
            <p:spPr>
              <a:xfrm>
                <a:off x="169675" y="3721322"/>
                <a:ext cx="7371828" cy="528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6F49E-DBBB-4E3A-1986-E2BF29BDC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3721322"/>
                <a:ext cx="7371828" cy="5280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374AFDB-8829-147D-0867-EDD548CBCAF1}"/>
                  </a:ext>
                </a:extLst>
              </p:cNvPr>
              <p:cNvSpPr/>
              <p:nvPr/>
            </p:nvSpPr>
            <p:spPr>
              <a:xfrm>
                <a:off x="169675" y="5184786"/>
                <a:ext cx="494265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341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374AFDB-8829-147D-0867-EDD548CBCA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5184786"/>
                <a:ext cx="4942652" cy="7386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7450D-C498-E9B3-4703-CE194C034F59}"/>
                  </a:ext>
                </a:extLst>
              </p:cNvPr>
              <p:cNvSpPr/>
              <p:nvPr/>
            </p:nvSpPr>
            <p:spPr>
              <a:xfrm>
                <a:off x="8637269" y="3632689"/>
                <a:ext cx="3387436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7450D-C498-E9B3-4703-CE194C034F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269" y="3632689"/>
                <a:ext cx="3387436" cy="7111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28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  <p:bldP spid="9" grpId="0" animBg="1"/>
      <p:bldP spid="10" grpId="0" animBg="1"/>
      <p:bldP spid="3" grpId="0"/>
      <p:bldP spid="4" grpId="0"/>
      <p:bldP spid="11" grpId="0" build="allAtOnce"/>
      <p:bldP spid="12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8926-0016-026E-FE2D-66C35577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958C-11C4-388D-B029-1BADAAEB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29E03A68-BFE2-CB72-BFE4-8C00B2D9A9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battery lasts more than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29E03A68-BFE2-CB72-BFE4-8C00B2D9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67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F48177-C9D3-36BD-73C8-4879C86C0ECB}"/>
              </a:ext>
            </a:extLst>
          </p:cNvPr>
          <p:cNvSpPr/>
          <p:nvPr/>
        </p:nvSpPr>
        <p:spPr>
          <a:xfrm>
            <a:off x="169675" y="1395943"/>
            <a:ext cx="50348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Exponential distribution,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22015D-C302-9974-9B64-1896E34A475D}"/>
                  </a:ext>
                </a:extLst>
              </p:cNvPr>
              <p:cNvSpPr/>
              <p:nvPr/>
            </p:nvSpPr>
            <p:spPr>
              <a:xfrm>
                <a:off x="1065590" y="2193926"/>
                <a:ext cx="4845032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22015D-C302-9974-9B64-1896E34A4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590" y="2193926"/>
                <a:ext cx="4845032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E7C4E1-27F7-EC98-F67C-54996DEECFD5}"/>
                  </a:ext>
                </a:extLst>
              </p:cNvPr>
              <p:cNvSpPr/>
              <p:nvPr/>
            </p:nvSpPr>
            <p:spPr>
              <a:xfrm>
                <a:off x="10330987" y="2839125"/>
                <a:ext cx="1649774" cy="58987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E7C4E1-27F7-EC98-F67C-54996DEECF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987" y="2839125"/>
                <a:ext cx="1649774" cy="589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17D9273-95D8-B1C6-F86B-39437A7AB0FB}"/>
                  </a:ext>
                </a:extLst>
              </p:cNvPr>
              <p:cNvSpPr/>
              <p:nvPr/>
            </p:nvSpPr>
            <p:spPr>
              <a:xfrm>
                <a:off x="429447" y="3010825"/>
                <a:ext cx="5316725" cy="5522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17D9273-95D8-B1C6-F86B-39437A7AB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7" y="3010825"/>
                <a:ext cx="5316725" cy="552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D0C950-CA49-A8EB-EFA9-899106F99DDD}"/>
                  </a:ext>
                </a:extLst>
              </p:cNvPr>
              <p:cNvSpPr/>
              <p:nvPr/>
            </p:nvSpPr>
            <p:spPr>
              <a:xfrm>
                <a:off x="429447" y="3840072"/>
                <a:ext cx="4682880" cy="528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D0C950-CA49-A8EB-EFA9-899106F99D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7" y="3840072"/>
                <a:ext cx="4682880" cy="528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3BB2C-18AF-AFCB-CD67-F9F94CB08A79}"/>
                  </a:ext>
                </a:extLst>
              </p:cNvPr>
              <p:cNvSpPr/>
              <p:nvPr/>
            </p:nvSpPr>
            <p:spPr>
              <a:xfrm>
                <a:off x="429447" y="4499672"/>
                <a:ext cx="494265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3BB2C-18AF-AFCB-CD67-F9F94CB08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7" y="4499672"/>
                <a:ext cx="494265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E7FC71-3C2A-D27D-A77A-4584C01F67E5}"/>
                  </a:ext>
                </a:extLst>
              </p:cNvPr>
              <p:cNvSpPr/>
              <p:nvPr/>
            </p:nvSpPr>
            <p:spPr>
              <a:xfrm>
                <a:off x="9570027" y="3632689"/>
                <a:ext cx="245467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E7FC71-3C2A-D27D-A77A-4584C01F6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027" y="3632689"/>
                <a:ext cx="245467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22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  <p:bldP spid="4" grpId="0"/>
      <p:bldP spid="11" grpId="0" build="allAtOnce"/>
      <p:bldP spid="1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06D4-259F-DBD7-A1B1-475B71CD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6647-BFF3-BB91-B8DF-9E98227E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9678-E5CE-491C-107D-47EECB8C4F59}"/>
              </a:ext>
            </a:extLst>
          </p:cNvPr>
          <p:cNvSpPr txBox="1">
            <a:spLocks/>
          </p:cNvSpPr>
          <p:nvPr/>
        </p:nvSpPr>
        <p:spPr>
          <a:xfrm>
            <a:off x="68831" y="3778231"/>
            <a:ext cx="11807978" cy="17902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tabLst>
                <a:tab pos="447675" algn="l"/>
              </a:tabLst>
            </a:pPr>
            <a:r>
              <a:rPr lang="en-US" dirty="0">
                <a:solidFill>
                  <a:srgbClr val="002060"/>
                </a:solidFill>
              </a:rPr>
              <a:t>Here, </a:t>
            </a:r>
          </a:p>
          <a:p>
            <a:pPr lvl="1" algn="l">
              <a:lnSpc>
                <a:spcPct val="125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rgbClr val="002060"/>
                </a:solidFill>
              </a:rPr>
              <a:t>Number</a:t>
            </a:r>
            <a:r>
              <a:rPr lang="en-US" sz="2800" dirty="0">
                <a:solidFill>
                  <a:srgbClr val="002060"/>
                </a:solidFill>
              </a:rPr>
              <a:t> of logins in a time interval -  </a:t>
            </a:r>
          </a:p>
          <a:p>
            <a:pPr lvl="1" algn="l">
              <a:lnSpc>
                <a:spcPct val="125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rgbClr val="002060"/>
                </a:solidFill>
              </a:rPr>
              <a:t>Time</a:t>
            </a:r>
            <a:r>
              <a:rPr lang="en-US" sz="2800" dirty="0">
                <a:solidFill>
                  <a:srgbClr val="002060"/>
                </a:solidFill>
              </a:rPr>
              <a:t>, we wait until the next login -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0EEBFA-C34D-5CD0-21AA-75F8CF17A40E}"/>
              </a:ext>
            </a:extLst>
          </p:cNvPr>
          <p:cNvSpPr txBox="1">
            <a:spLocks/>
          </p:cNvSpPr>
          <p:nvPr/>
        </p:nvSpPr>
        <p:spPr>
          <a:xfrm>
            <a:off x="5892933" y="4345961"/>
            <a:ext cx="3329296" cy="5848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  <a:tabLst>
                <a:tab pos="447675" algn="l"/>
              </a:tabLst>
            </a:pPr>
            <a:r>
              <a:rPr lang="en-US" b="1" dirty="0">
                <a:solidFill>
                  <a:srgbClr val="002060"/>
                </a:solidFill>
              </a:rPr>
              <a:t>Poisson Distribution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34AE14-B30F-DDAF-88BC-225887965141}"/>
              </a:ext>
            </a:extLst>
          </p:cNvPr>
          <p:cNvSpPr txBox="1">
            <a:spLocks/>
          </p:cNvSpPr>
          <p:nvPr/>
        </p:nvSpPr>
        <p:spPr>
          <a:xfrm>
            <a:off x="5712974" y="4970334"/>
            <a:ext cx="3730779" cy="5848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  <a:tabLst>
                <a:tab pos="447675" algn="l"/>
              </a:tabLst>
            </a:pPr>
            <a:r>
              <a:rPr lang="en-US" b="1" dirty="0">
                <a:solidFill>
                  <a:srgbClr val="002060"/>
                </a:solidFill>
              </a:rPr>
              <a:t>Exponential Distribution</a:t>
            </a:r>
            <a:endParaRPr lang="en-IN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C58B75A-3775-F0E1-53EE-1FEECBD448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90268"/>
                <a:ext cx="11929643" cy="290889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 large corporate computer network, user log-ons to the system can be modeled as a Poisson process with a mean rate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log-ons per hour.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is the probability that there are no log-ons during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-minute interval?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is the probability that the time until the next log-on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minutes?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C58B75A-3775-F0E1-53EE-1FEECBD44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0268"/>
                <a:ext cx="11929643" cy="2908896"/>
              </a:xfrm>
              <a:prstGeom prst="rect">
                <a:avLst/>
              </a:prstGeom>
              <a:blipFill>
                <a:blip r:embed="rId3"/>
                <a:stretch>
                  <a:fillRect l="-1074" r="-1074" b="-41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70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9647-2CC8-A5F9-1105-837DF2F1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1B9E1D0-0B18-F3F2-0600-B176B26CC5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90268"/>
                <a:ext cx="11929643" cy="290889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 large corporate computer network, user log-ons to the system can be modeled as a Poisson process with a mean rate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log-ons per hour.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is the probability that there are no log-ons during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-minute interval?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is the probability that the time until the next log-on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minutes?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1B9E1D0-0B18-F3F2-0600-B176B26CC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0268"/>
                <a:ext cx="11929643" cy="2908896"/>
              </a:xfrm>
              <a:prstGeom prst="rect">
                <a:avLst/>
              </a:prstGeom>
              <a:blipFill>
                <a:blip r:embed="rId2"/>
                <a:stretch>
                  <a:fillRect l="-1074" r="-1074" b="-41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CAA8CAF-9D76-4BAE-426D-7970627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FCFF5-4FED-302D-4CE2-8E9B164B625A}"/>
              </a:ext>
            </a:extLst>
          </p:cNvPr>
          <p:cNvSpPr/>
          <p:nvPr/>
        </p:nvSpPr>
        <p:spPr>
          <a:xfrm>
            <a:off x="131177" y="377823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9A1237-74F6-27B7-BA4E-2DDAEE74D271}"/>
                  </a:ext>
                </a:extLst>
              </p:cNvPr>
              <p:cNvSpPr/>
              <p:nvPr/>
            </p:nvSpPr>
            <p:spPr>
              <a:xfrm>
                <a:off x="1625597" y="3788622"/>
                <a:ext cx="50615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hour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9A1237-74F6-27B7-BA4E-2DDAEE74D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788622"/>
                <a:ext cx="5061584" cy="523220"/>
              </a:xfrm>
              <a:prstGeom prst="rect">
                <a:avLst/>
              </a:prstGeom>
              <a:blipFill>
                <a:blip r:embed="rId3"/>
                <a:stretch>
                  <a:fillRect l="-253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70135C-DCDC-AAAC-0A06-856B9E52DEE1}"/>
                  </a:ext>
                </a:extLst>
              </p:cNvPr>
              <p:cNvSpPr/>
              <p:nvPr/>
            </p:nvSpPr>
            <p:spPr>
              <a:xfrm>
                <a:off x="1625597" y="4401300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of no log on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70135C-DCDC-AAAC-0A06-856B9E52D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401300"/>
                <a:ext cx="6893078" cy="523220"/>
              </a:xfrm>
              <a:prstGeom prst="rect">
                <a:avLst/>
              </a:prstGeom>
              <a:blipFill>
                <a:blip r:embed="rId4"/>
                <a:stretch>
                  <a:fillRect l="-185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0BAB22-89F7-A491-7DDD-AAA0154F12F3}"/>
                  </a:ext>
                </a:extLst>
              </p:cNvPr>
              <p:cNvSpPr/>
              <p:nvPr/>
            </p:nvSpPr>
            <p:spPr>
              <a:xfrm>
                <a:off x="2103579" y="5013978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number of log-ons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minutes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0BAB22-89F7-A491-7DDD-AAA0154F12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579" y="5013978"/>
                <a:ext cx="6893078" cy="523220"/>
              </a:xfrm>
              <a:prstGeom prst="rect">
                <a:avLst/>
              </a:prstGeom>
              <a:blipFill>
                <a:blip r:embed="rId5"/>
                <a:stretch>
                  <a:fillRect l="-176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507A907-4BE6-A762-25B8-86296ACD5808}"/>
                  </a:ext>
                </a:extLst>
              </p:cNvPr>
              <p:cNvSpPr/>
              <p:nvPr/>
            </p:nvSpPr>
            <p:spPr>
              <a:xfrm>
                <a:off x="7683499" y="5013978"/>
                <a:ext cx="37257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 1, 2, 3, …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507A907-4BE6-A762-25B8-86296ACD5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3499" y="5013978"/>
                <a:ext cx="37257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83B713-9B99-D444-7119-59D968A48B8E}"/>
                  </a:ext>
                </a:extLst>
              </p:cNvPr>
              <p:cNvSpPr/>
              <p:nvPr/>
            </p:nvSpPr>
            <p:spPr>
              <a:xfrm>
                <a:off x="2103579" y="5577721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83B713-9B99-D444-7119-59D968A48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579" y="5577721"/>
                <a:ext cx="7978329" cy="665631"/>
              </a:xfrm>
              <a:prstGeom prst="rect">
                <a:avLst/>
              </a:prstGeom>
              <a:blipFill>
                <a:blip r:embed="rId7"/>
                <a:stretch>
                  <a:fillRect l="-152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835B43-D35E-AD86-FBB9-96DA13FBA8CD}"/>
              </a:ext>
            </a:extLst>
          </p:cNvPr>
          <p:cNvCxnSpPr>
            <a:cxnSpLocks/>
          </p:cNvCxnSpPr>
          <p:nvPr/>
        </p:nvCxnSpPr>
        <p:spPr>
          <a:xfrm>
            <a:off x="857605" y="2015834"/>
            <a:ext cx="229639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7862CD-E260-CA2D-DD8C-926462887FE7}"/>
              </a:ext>
            </a:extLst>
          </p:cNvPr>
          <p:cNvCxnSpPr>
            <a:cxnSpLocks/>
          </p:cNvCxnSpPr>
          <p:nvPr/>
        </p:nvCxnSpPr>
        <p:spPr>
          <a:xfrm>
            <a:off x="5742128" y="2573480"/>
            <a:ext cx="517200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1F3D2FF-3D04-4E41-DDC1-C8A4C4802DA1}"/>
                  </a:ext>
                </a:extLst>
              </p:cNvPr>
              <p:cNvSpPr/>
              <p:nvPr/>
            </p:nvSpPr>
            <p:spPr>
              <a:xfrm>
                <a:off x="9767454" y="5554938"/>
                <a:ext cx="2293365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1F3D2FF-3D04-4E41-DDC1-C8A4C4802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4" y="5554938"/>
                <a:ext cx="2293365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58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9EE-D9F0-32F3-0EE5-14E9A399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569067D-9F35-4ADE-204A-10619FA08023}"/>
                  </a:ext>
                </a:extLst>
              </p:cNvPr>
              <p:cNvSpPr/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569067D-9F35-4ADE-204A-10619FA08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B2318C-D8FD-60D5-CCFB-93607C761C66}"/>
                  </a:ext>
                </a:extLst>
              </p:cNvPr>
              <p:cNvSpPr/>
              <p:nvPr/>
            </p:nvSpPr>
            <p:spPr>
              <a:xfrm>
                <a:off x="131180" y="836446"/>
                <a:ext cx="47109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Here,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</a:t>
                </a:r>
                <a:r>
                  <a:rPr lang="en-IN" sz="2800" b="1" dirty="0">
                    <a:solidFill>
                      <a:srgbClr val="002060"/>
                    </a:solidFill>
                  </a:rPr>
                  <a:t>hour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B2318C-D8FD-60D5-CCFB-93607C761C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36446"/>
                <a:ext cx="4710984" cy="523220"/>
              </a:xfrm>
              <a:prstGeom prst="rect">
                <a:avLst/>
              </a:prstGeom>
              <a:blipFill>
                <a:blip r:embed="rId3"/>
                <a:stretch>
                  <a:fillRect l="-272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523169-E59E-6F3C-09EB-704BDF41B364}"/>
                  </a:ext>
                </a:extLst>
              </p:cNvPr>
              <p:cNvSpPr/>
              <p:nvPr/>
            </p:nvSpPr>
            <p:spPr>
              <a:xfrm>
                <a:off x="910498" y="1484911"/>
                <a:ext cx="47109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Interval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Minutes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523169-E59E-6F3C-09EB-704BDF41B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98" y="1484911"/>
                <a:ext cx="4710984" cy="523220"/>
              </a:xfrm>
              <a:prstGeom prst="rect">
                <a:avLst/>
              </a:prstGeom>
              <a:blipFill>
                <a:blip r:embed="rId4"/>
                <a:stretch>
                  <a:fillRect l="-2587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044F87-3F9B-64AB-6B38-91C2D1CEF579}"/>
                  </a:ext>
                </a:extLst>
              </p:cNvPr>
              <p:cNvSpPr/>
              <p:nvPr/>
            </p:nvSpPr>
            <p:spPr>
              <a:xfrm>
                <a:off x="2676952" y="2206112"/>
                <a:ext cx="4710984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60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hour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044F87-3F9B-64AB-6B38-91C2D1CEF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52" y="2206112"/>
                <a:ext cx="4710984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FB6A86-C382-21BD-3CDA-7799904AA988}"/>
                  </a:ext>
                </a:extLst>
              </p:cNvPr>
              <p:cNvSpPr/>
              <p:nvPr/>
            </p:nvSpPr>
            <p:spPr>
              <a:xfrm>
                <a:off x="131180" y="3303057"/>
                <a:ext cx="621766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Poisson Parameter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FB6A86-C382-21BD-3CDA-7799904AA9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3303057"/>
                <a:ext cx="6217665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4C03786-97BF-1462-B354-0476FDAF5034}"/>
                  </a:ext>
                </a:extLst>
              </p:cNvPr>
              <p:cNvSpPr/>
              <p:nvPr/>
            </p:nvSpPr>
            <p:spPr>
              <a:xfrm>
                <a:off x="2843208" y="4076767"/>
                <a:ext cx="333938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=25×0.1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4C03786-97BF-1462-B354-0476FDAF5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08" y="4076767"/>
                <a:ext cx="333938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8BCDFA-2BE1-EABA-D527-C78D30FF1B63}"/>
                  </a:ext>
                </a:extLst>
              </p:cNvPr>
              <p:cNvSpPr/>
              <p:nvPr/>
            </p:nvSpPr>
            <p:spPr>
              <a:xfrm>
                <a:off x="2843208" y="4859593"/>
                <a:ext cx="211325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8BCDFA-2BE1-EABA-D527-C78D30FF1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08" y="4859593"/>
                <a:ext cx="21132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9AF6D17-B7EE-52EB-E287-D37AC283DAAB}"/>
              </a:ext>
            </a:extLst>
          </p:cNvPr>
          <p:cNvSpPr/>
          <p:nvPr/>
        </p:nvSpPr>
        <p:spPr>
          <a:xfrm>
            <a:off x="131179" y="5759944"/>
            <a:ext cx="4056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required probability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6FCA11-52EA-45F4-2A23-63260132FB93}"/>
                  </a:ext>
                </a:extLst>
              </p:cNvPr>
              <p:cNvSpPr/>
              <p:nvPr/>
            </p:nvSpPr>
            <p:spPr>
              <a:xfrm>
                <a:off x="3871907" y="5481805"/>
                <a:ext cx="4056357" cy="9755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6FCA11-52EA-45F4-2A23-63260132F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07" y="5481805"/>
                <a:ext cx="4056357" cy="9755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6E8962-D5BD-F415-3488-6DFD13318AC4}"/>
                  </a:ext>
                </a:extLst>
              </p:cNvPr>
              <p:cNvSpPr/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6E8962-D5BD-F415-3488-6DFD13318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48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4" grpId="0"/>
      <p:bldP spid="1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79E7-5099-C9B4-F9CC-3E3ADCA8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579B-9087-053B-6FDE-DA49D973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F0A69A-B545-0A38-F6C6-CD9B1EEDBE27}"/>
              </a:ext>
            </a:extLst>
          </p:cNvPr>
          <p:cNvSpPr/>
          <p:nvPr/>
        </p:nvSpPr>
        <p:spPr>
          <a:xfrm>
            <a:off x="131180" y="1049682"/>
            <a:ext cx="4056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required probability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6FDBB2-3DBE-C2D5-5B9A-8DB47D42396A}"/>
                  </a:ext>
                </a:extLst>
              </p:cNvPr>
              <p:cNvSpPr/>
              <p:nvPr/>
            </p:nvSpPr>
            <p:spPr>
              <a:xfrm>
                <a:off x="3871908" y="771543"/>
                <a:ext cx="4056357" cy="9755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6FDBB2-3DBE-C2D5-5B9A-8DB47D423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08" y="771543"/>
                <a:ext cx="4056357" cy="975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0C9047-F0DB-A127-1562-3DA9D83B6814}"/>
                  </a:ext>
                </a:extLst>
              </p:cNvPr>
              <p:cNvSpPr/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0C9047-F0DB-A127-1562-3DA9D83B6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6FF17D-C333-1140-AF09-696B280874EF}"/>
                  </a:ext>
                </a:extLst>
              </p:cNvPr>
              <p:cNvSpPr/>
              <p:nvPr/>
            </p:nvSpPr>
            <p:spPr>
              <a:xfrm>
                <a:off x="3466662" y="2008131"/>
                <a:ext cx="4866847" cy="1398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−2.5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2.5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6FF17D-C333-1140-AF09-696B28087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662" y="2008131"/>
                <a:ext cx="4866847" cy="1398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D47CE5-455C-D947-95AE-DEC3C15C0390}"/>
                  </a:ext>
                </a:extLst>
              </p:cNvPr>
              <p:cNvSpPr/>
              <p:nvPr/>
            </p:nvSpPr>
            <p:spPr>
              <a:xfrm>
                <a:off x="3466661" y="3841820"/>
                <a:ext cx="486684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0821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D47CE5-455C-D947-95AE-DEC3C15C0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661" y="3841820"/>
                <a:ext cx="486684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1588384-339D-B2AC-8742-B2BF7828E505}"/>
                  </a:ext>
                </a:extLst>
              </p:cNvPr>
              <p:cNvSpPr/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1588384-339D-B2AC-8742-B2BF7828E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89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DB2E-3D10-390E-AA31-0DADB09E2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9B53-C323-9547-344B-58009909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5F1A5F-46B9-F522-3F70-E4E5EB84F386}"/>
                  </a:ext>
                </a:extLst>
              </p:cNvPr>
              <p:cNvSpPr/>
              <p:nvPr/>
            </p:nvSpPr>
            <p:spPr>
              <a:xfrm>
                <a:off x="131180" y="731589"/>
                <a:ext cx="99272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time until next log on is between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5F1A5F-46B9-F522-3F70-E4E5EB84F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731589"/>
                <a:ext cx="9927220" cy="523220"/>
              </a:xfrm>
              <a:prstGeom prst="rect">
                <a:avLst/>
              </a:prstGeom>
              <a:blipFill>
                <a:blip r:embed="rId2"/>
                <a:stretch>
                  <a:fillRect l="-129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0D4669A-2508-6CDC-8276-16466EBB99F4}"/>
              </a:ext>
            </a:extLst>
          </p:cNvPr>
          <p:cNvSpPr/>
          <p:nvPr/>
        </p:nvSpPr>
        <p:spPr>
          <a:xfrm>
            <a:off x="629943" y="1244024"/>
            <a:ext cx="11410095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If events follow a Poisson process, then waiting time until the next event follows an </a:t>
            </a:r>
            <a:r>
              <a:rPr lang="en-US" sz="2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Exponential distribution</a:t>
            </a:r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.</a:t>
            </a:r>
            <a:endParaRPr lang="en-IN" sz="28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3FD43C-1EB3-FA5D-E0AC-88A044C81020}"/>
                  </a:ext>
                </a:extLst>
              </p:cNvPr>
              <p:cNvSpPr/>
              <p:nvPr/>
            </p:nvSpPr>
            <p:spPr>
              <a:xfrm>
                <a:off x="629943" y="3167390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an Exponential distribution.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3FD43C-1EB3-FA5D-E0AC-88A044C81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3" y="3167390"/>
                <a:ext cx="7350275" cy="523220"/>
              </a:xfrm>
              <a:prstGeom prst="rect">
                <a:avLst/>
              </a:prstGeom>
              <a:blipFill>
                <a:blip r:embed="rId3"/>
                <a:stretch>
                  <a:fillRect l="-165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C00FF5-9BB9-7B33-9C76-37A0D0A46DF5}"/>
                  </a:ext>
                </a:extLst>
              </p:cNvPr>
              <p:cNvSpPr/>
              <p:nvPr/>
            </p:nvSpPr>
            <p:spPr>
              <a:xfrm>
                <a:off x="629943" y="3877664"/>
                <a:ext cx="46694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hour,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C00FF5-9BB9-7B33-9C76-37A0D0A46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3" y="3877664"/>
                <a:ext cx="4669422" cy="523220"/>
              </a:xfrm>
              <a:prstGeom prst="rect">
                <a:avLst/>
              </a:prstGeom>
              <a:blipFill>
                <a:blip r:embed="rId4"/>
                <a:stretch>
                  <a:fillRect l="-261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18774D-9186-964B-49A3-3EF7A2FEEB67}"/>
                  </a:ext>
                </a:extLst>
              </p:cNvPr>
              <p:cNvSpPr/>
              <p:nvPr/>
            </p:nvSpPr>
            <p:spPr>
              <a:xfrm>
                <a:off x="1061165" y="4587938"/>
                <a:ext cx="3848541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60 </m:t>
                          </m:r>
                        </m:den>
                      </m:f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per minute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18774D-9186-964B-49A3-3EF7A2FEE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65" y="4587938"/>
                <a:ext cx="3848541" cy="910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8B1AFBE-493B-E5F6-CBC8-C2D73A997F2B}"/>
                  </a:ext>
                </a:extLst>
              </p:cNvPr>
              <p:cNvSpPr/>
              <p:nvPr/>
            </p:nvSpPr>
            <p:spPr>
              <a:xfrm>
                <a:off x="9008919" y="3465822"/>
                <a:ext cx="3031120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8B1AFBE-493B-E5F6-CBC8-C2D73A997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19" y="3465822"/>
                <a:ext cx="3031120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EF454C-0258-B2A3-4890-5476C4026A56}"/>
                  </a:ext>
                </a:extLst>
              </p:cNvPr>
              <p:cNvSpPr/>
              <p:nvPr/>
            </p:nvSpPr>
            <p:spPr>
              <a:xfrm>
                <a:off x="9698464" y="4339974"/>
                <a:ext cx="1652029" cy="13002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EF454C-0258-B2A3-4890-5476C4026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464" y="4339974"/>
                <a:ext cx="1652029" cy="13002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405D6-46B0-9B79-F0DE-F597CDCAD007}"/>
                  </a:ext>
                </a:extLst>
              </p:cNvPr>
              <p:cNvSpPr txBox="1"/>
              <p:nvPr/>
            </p:nvSpPr>
            <p:spPr>
              <a:xfrm>
                <a:off x="254707" y="2460395"/>
                <a:ext cx="7548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time (in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minutes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until the next login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405D6-46B0-9B79-F0DE-F597CDCAD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7" y="2460395"/>
                <a:ext cx="7548866" cy="523220"/>
              </a:xfrm>
              <a:prstGeom prst="rect">
                <a:avLst/>
              </a:prstGeom>
              <a:blipFill>
                <a:blip r:embed="rId9"/>
                <a:stretch>
                  <a:fillRect l="-1696" t="-14118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89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6" grpId="0" animBg="1"/>
      <p:bldP spid="17" grpId="0" animBg="1"/>
      <p:bldP spid="18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4570-E37E-6A34-D08D-98688315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DEA1-6702-D2C3-5A64-BACBFA59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42A256D-2068-5194-6F8A-CB9736CD150B}"/>
                  </a:ext>
                </a:extLst>
              </p:cNvPr>
              <p:cNvSpPr/>
              <p:nvPr/>
            </p:nvSpPr>
            <p:spPr>
              <a:xfrm>
                <a:off x="9020474" y="870586"/>
                <a:ext cx="3031120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42A256D-2068-5194-6F8A-CB9736CD1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474" y="870586"/>
                <a:ext cx="3031120" cy="71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B6339B8-195F-2307-2152-868597528C8C}"/>
                  </a:ext>
                </a:extLst>
              </p:cNvPr>
              <p:cNvSpPr/>
              <p:nvPr/>
            </p:nvSpPr>
            <p:spPr>
              <a:xfrm>
                <a:off x="10392073" y="1718507"/>
                <a:ext cx="1659520" cy="100627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B6339B8-195F-2307-2152-868597528C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73" y="1718507"/>
                <a:ext cx="1659520" cy="1006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23F744E-5B0F-74F7-44C6-5AF369EDB5C8}"/>
              </a:ext>
            </a:extLst>
          </p:cNvPr>
          <p:cNvSpPr txBox="1"/>
          <p:nvPr/>
        </p:nvSpPr>
        <p:spPr>
          <a:xfrm>
            <a:off x="140407" y="870586"/>
            <a:ext cx="7548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IN" sz="2800" dirty="0">
                <a:solidFill>
                  <a:srgbClr val="002060"/>
                </a:solidFill>
              </a:rPr>
              <a:t>The required probability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3357EE-D079-A48F-8D3C-FC8DAFCA6E6A}"/>
                  </a:ext>
                </a:extLst>
              </p:cNvPr>
              <p:cNvSpPr/>
              <p:nvPr/>
            </p:nvSpPr>
            <p:spPr>
              <a:xfrm>
                <a:off x="546045" y="1594755"/>
                <a:ext cx="4845032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ar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3357EE-D079-A48F-8D3C-FC8DAFCA6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45" y="1594755"/>
                <a:ext cx="4845032" cy="542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7AA34B-2845-0F8E-50AC-AFC86CA4FE35}"/>
                  </a:ext>
                </a:extLst>
              </p:cNvPr>
              <p:cNvSpPr/>
              <p:nvPr/>
            </p:nvSpPr>
            <p:spPr>
              <a:xfrm>
                <a:off x="140407" y="2455419"/>
                <a:ext cx="7371828" cy="746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60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60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7AA34B-2845-0F8E-50AC-AFC86CA4F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7" y="2455419"/>
                <a:ext cx="7371828" cy="7465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2EB552-6996-BD6C-E286-0E88E09C282E}"/>
                  </a:ext>
                </a:extLst>
              </p:cNvPr>
              <p:cNvSpPr/>
              <p:nvPr/>
            </p:nvSpPr>
            <p:spPr>
              <a:xfrm>
                <a:off x="10392073" y="2861507"/>
                <a:ext cx="1659520" cy="56749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2EB552-6996-BD6C-E286-0E88E09C28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73" y="2861507"/>
                <a:ext cx="1659520" cy="5674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0F26634-3685-440D-6B16-7DED1D45A23F}"/>
                  </a:ext>
                </a:extLst>
              </p:cNvPr>
              <p:cNvSpPr/>
              <p:nvPr/>
            </p:nvSpPr>
            <p:spPr>
              <a:xfrm>
                <a:off x="10392073" y="3565722"/>
                <a:ext cx="1659520" cy="56749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0F26634-3685-440D-6B16-7DED1D45A2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73" y="3565722"/>
                <a:ext cx="1659520" cy="5674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D5D6E6-2887-6140-D163-4F5AE183E209}"/>
                  </a:ext>
                </a:extLst>
              </p:cNvPr>
              <p:cNvSpPr/>
              <p:nvPr/>
            </p:nvSpPr>
            <p:spPr>
              <a:xfrm>
                <a:off x="140407" y="3669632"/>
                <a:ext cx="73718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434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2865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D5D6E6-2887-6140-D163-4F5AE183E2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7" y="3669632"/>
                <a:ext cx="737182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1C2A006-7DBA-7CB5-9047-3964D9313D0F}"/>
                  </a:ext>
                </a:extLst>
              </p:cNvPr>
              <p:cNvSpPr/>
              <p:nvPr/>
            </p:nvSpPr>
            <p:spPr>
              <a:xfrm>
                <a:off x="140407" y="4660514"/>
                <a:ext cx="73718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0.1481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1C2A006-7DBA-7CB5-9047-3964D9313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7" y="4660514"/>
                <a:ext cx="737182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9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6" grpId="0"/>
      <p:bldP spid="11" grpId="0" animBg="1"/>
      <p:bldP spid="12" grpId="0" animBg="1"/>
      <p:bldP spid="13" grpId="0"/>
      <p:bldP spid="1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280B-9C66-1ACD-83B4-C8ECFE0D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2F75-B43A-4282-D433-6AB1C07A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 – Another Method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55EBB9-8B19-382E-18E4-2069D6C1E62C}"/>
                  </a:ext>
                </a:extLst>
              </p:cNvPr>
              <p:cNvSpPr/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of no log on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55EBB9-8B19-382E-18E4-2069D6C1E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  <a:blipFill>
                <a:blip r:embed="rId2"/>
                <a:stretch>
                  <a:fillRect l="-176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B334FFD4-7151-CE65-F7EC-E82CA95B0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260" y="1406797"/>
                <a:ext cx="11797583" cy="2465242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/>
                  <a:t>Exponential does not count events.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dirty="0"/>
                  <a:t>So, it cannot directly answer: </a:t>
                </a:r>
              </a:p>
              <a:p>
                <a:pPr marL="0" lvl="0" indent="0" algn="ctr">
                  <a:lnSpc>
                    <a:spcPct val="130000"/>
                  </a:lnSpc>
                  <a:buNone/>
                </a:pPr>
                <a:r>
                  <a:rPr lang="en-US" dirty="0"/>
                  <a:t>How many logins happened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minutes?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That is a count question, so the natural RV is Poisson.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B334FFD4-7151-CE65-F7EC-E82CA95B0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260" y="1406797"/>
                <a:ext cx="11797583" cy="2465242"/>
              </a:xfrm>
              <a:blipFill>
                <a:blip r:embed="rId3"/>
                <a:stretch>
                  <a:fillRect l="-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3EEAB9D4-EEA3-4FBE-EF7A-41E88A546B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261" y="3784063"/>
                <a:ext cx="11797584" cy="24652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You can derive part (a) using exponential indirectly,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because: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In a Poisson process,</a:t>
                </a:r>
              </a:p>
              <a:p>
                <a:pPr marL="361950" lvl="1" indent="0" algn="ctr">
                  <a:lnSpc>
                    <a:spcPct val="130000"/>
                  </a:lnSpc>
                  <a:buNone/>
                </a:pPr>
                <a:r>
                  <a:rPr lang="en-US" dirty="0"/>
                  <a:t>No events in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⇔ waiting time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3EEAB9D4-EEA3-4FBE-EF7A-41E88A546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61" y="3784063"/>
                <a:ext cx="11797584" cy="2465242"/>
              </a:xfrm>
              <a:prstGeom prst="rect">
                <a:avLst/>
              </a:prstGeom>
              <a:blipFill>
                <a:blip r:embed="rId4"/>
                <a:stretch>
                  <a:fillRect l="-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86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BC4C-EFF2-6640-43CC-FA691212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5F5-FAB0-563E-B1B0-0CD8A1C6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 – Another Method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122EF9-D39D-D0E6-5A6A-A7582368F9F2}"/>
                  </a:ext>
                </a:extLst>
              </p:cNvPr>
              <p:cNvSpPr/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of no log on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122EF9-D39D-D0E6-5A6A-A7582368F9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  <a:blipFill>
                <a:blip r:embed="rId2"/>
                <a:stretch>
                  <a:fillRect l="-176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187B26-E922-421E-3ACB-FF50A041AA2E}"/>
                  </a:ext>
                </a:extLst>
              </p:cNvPr>
              <p:cNvSpPr/>
              <p:nvPr/>
            </p:nvSpPr>
            <p:spPr>
              <a:xfrm>
                <a:off x="577989" y="2178242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an Exponential distribution.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187B26-E922-421E-3ACB-FF50A041A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89" y="2178242"/>
                <a:ext cx="7350275" cy="523220"/>
              </a:xfrm>
              <a:prstGeom prst="rect">
                <a:avLst/>
              </a:prstGeom>
              <a:blipFill>
                <a:blip r:embed="rId3"/>
                <a:stretch>
                  <a:fillRect l="-174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2CB33-E171-6786-A84D-26CCEDBB2EC3}"/>
                  </a:ext>
                </a:extLst>
              </p:cNvPr>
              <p:cNvSpPr txBox="1"/>
              <p:nvPr/>
            </p:nvSpPr>
            <p:spPr>
              <a:xfrm>
                <a:off x="202753" y="1514822"/>
                <a:ext cx="7548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time (in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minutes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until the next login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2CB33-E171-6786-A84D-26CCEDBB2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53" y="1514822"/>
                <a:ext cx="7548866" cy="523220"/>
              </a:xfrm>
              <a:prstGeom prst="rect">
                <a:avLst/>
              </a:prstGeom>
              <a:blipFill>
                <a:blip r:embed="rId4"/>
                <a:stretch>
                  <a:fillRect l="-1614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A0E360-2F3A-0962-B921-D4EC4B18254C}"/>
                  </a:ext>
                </a:extLst>
              </p:cNvPr>
              <p:cNvSpPr/>
              <p:nvPr/>
            </p:nvSpPr>
            <p:spPr>
              <a:xfrm>
                <a:off x="577989" y="2841663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login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minutes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A0E360-2F3A-0962-B921-D4EC4B182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89" y="2841663"/>
                <a:ext cx="735027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CFAC3C-D171-303E-8C86-07254FFDB446}"/>
                  </a:ext>
                </a:extLst>
              </p:cNvPr>
              <p:cNvSpPr/>
              <p:nvPr/>
            </p:nvSpPr>
            <p:spPr>
              <a:xfrm>
                <a:off x="2500307" y="3548658"/>
                <a:ext cx="7350275" cy="746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60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CFAC3C-D171-303E-8C86-07254FFDB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07" y="3548658"/>
                <a:ext cx="7350275" cy="7465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46DF256-6777-9F82-3E29-C50282D434D9}"/>
                  </a:ext>
                </a:extLst>
              </p:cNvPr>
              <p:cNvSpPr/>
              <p:nvPr/>
            </p:nvSpPr>
            <p:spPr>
              <a:xfrm>
                <a:off x="10329727" y="975598"/>
                <a:ext cx="1659520" cy="100627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46DF256-6777-9F82-3E29-C50282D43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727" y="975598"/>
                <a:ext cx="1659520" cy="10062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3E1978-4721-92AE-C133-C0458B973984}"/>
                  </a:ext>
                </a:extLst>
              </p:cNvPr>
              <p:cNvSpPr/>
              <p:nvPr/>
            </p:nvSpPr>
            <p:spPr>
              <a:xfrm>
                <a:off x="2500307" y="4590650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2.5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3E1978-4721-92AE-C133-C0458B9739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07" y="4590650"/>
                <a:ext cx="735027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02C5A1-14E3-43CE-47FA-01B91E480593}"/>
                  </a:ext>
                </a:extLst>
              </p:cNvPr>
              <p:cNvSpPr/>
              <p:nvPr/>
            </p:nvSpPr>
            <p:spPr>
              <a:xfrm>
                <a:off x="2510699" y="5409311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0821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02C5A1-14E3-43CE-47FA-01B91E480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99" y="5409311"/>
                <a:ext cx="735027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1F77FB-0D90-6B6A-60CE-15CD95648139}"/>
                  </a:ext>
                </a:extLst>
              </p:cNvPr>
              <p:cNvSpPr/>
              <p:nvPr/>
            </p:nvSpPr>
            <p:spPr>
              <a:xfrm>
                <a:off x="4731220" y="5977155"/>
                <a:ext cx="60823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i="1" dirty="0">
                    <a:solidFill>
                      <a:srgbClr val="7030A0"/>
                    </a:solidFill>
                  </a:rPr>
                  <a:t>which is same as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IN" sz="2800" i="1" dirty="0">
                    <a:solidFill>
                      <a:srgbClr val="7030A0"/>
                    </a:solidFill>
                  </a:rPr>
                  <a:t> for Poisson.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1F77FB-0D90-6B6A-60CE-15CD956481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220" y="5977155"/>
                <a:ext cx="6082362" cy="523220"/>
              </a:xfrm>
              <a:prstGeom prst="rect">
                <a:avLst/>
              </a:prstGeom>
              <a:blipFill>
                <a:blip r:embed="rId10"/>
                <a:stretch>
                  <a:fillRect l="-2004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15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3" grpId="0"/>
      <p:bldP spid="14" grpId="0"/>
      <p:bldP spid="1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0A928-6D38-1906-5A96-D88090EA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CD672F5-FB6D-49FC-688E-A5B1A56480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9"/>
                <a:ext cx="11929643" cy="356436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income tax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(in thousands of rupees) paid by a person follows an exponential distribution with probability density function</a:t>
                </a:r>
              </a:p>
              <a:p>
                <a:pPr>
                  <a:lnSpc>
                    <a:spcPct val="130000"/>
                  </a:lnSpc>
                </a:pPr>
                <a:endParaRPr lang="en-US" dirty="0"/>
              </a:p>
              <a:p>
                <a:pPr>
                  <a:lnSpc>
                    <a:spcPct val="130000"/>
                  </a:lnSpc>
                </a:pP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The income tax is levied at the rate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on the portion of income exceeding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₹15,000</m:t>
                    </m:r>
                  </m:oMath>
                </a14:m>
                <a:r>
                  <a:rPr lang="en-US" dirty="0"/>
                  <a:t>. What is the probability that his annual income exceeds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₹17,000</m:t>
                    </m:r>
                  </m:oMath>
                </a14:m>
                <a:r>
                  <a:rPr lang="en-US" dirty="0"/>
                  <a:t>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CD672F5-FB6D-49FC-688E-A5B1A5648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9"/>
                <a:ext cx="11929643" cy="3564362"/>
              </a:xfrm>
              <a:prstGeom prst="rect">
                <a:avLst/>
              </a:prstGeom>
              <a:blipFill>
                <a:blip r:embed="rId2"/>
                <a:stretch>
                  <a:fillRect l="-1074" r="-1074" b="-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6E0C7DB-E045-5DC8-6F34-49302E13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908F2-B3BD-C7BB-731E-71B0BC7776E7}"/>
                  </a:ext>
                </a:extLst>
              </p:cNvPr>
              <p:cNvSpPr txBox="1"/>
              <p:nvPr/>
            </p:nvSpPr>
            <p:spPr>
              <a:xfrm>
                <a:off x="4023011" y="2141499"/>
                <a:ext cx="4145973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908F2-B3BD-C7BB-731E-71B0BC777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011" y="2141499"/>
                <a:ext cx="4145973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0DF844-71BB-D094-2230-3074EF2BE105}"/>
              </a:ext>
            </a:extLst>
          </p:cNvPr>
          <p:cNvSpPr/>
          <p:nvPr/>
        </p:nvSpPr>
        <p:spPr>
          <a:xfrm>
            <a:off x="131177" y="4535929"/>
            <a:ext cx="1478559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5ACE7E0-9F8E-A675-5F6D-F84F8C233768}"/>
                  </a:ext>
                </a:extLst>
              </p:cNvPr>
              <p:cNvSpPr/>
              <p:nvPr/>
            </p:nvSpPr>
            <p:spPr>
              <a:xfrm>
                <a:off x="1609736" y="4535929"/>
                <a:ext cx="97994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annual income tax paid by the man (in thousands of rupees).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5ACE7E0-9F8E-A675-5F6D-F84F8C2337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4535929"/>
                <a:ext cx="9799482" cy="523220"/>
              </a:xfrm>
              <a:prstGeom prst="rect">
                <a:avLst/>
              </a:prstGeom>
              <a:blipFill>
                <a:blip r:embed="rId4"/>
                <a:stretch>
                  <a:fillRect l="-1244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02B226A-AE6B-09B7-8965-7CFE2D871402}"/>
                  </a:ext>
                </a:extLst>
              </p:cNvPr>
              <p:cNvSpPr/>
              <p:nvPr/>
            </p:nvSpPr>
            <p:spPr>
              <a:xfrm>
                <a:off x="1609736" y="5059149"/>
                <a:ext cx="10451084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an Exponential distribution.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02B226A-AE6B-09B7-8965-7CFE2D8714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5059149"/>
                <a:ext cx="10451084" cy="665631"/>
              </a:xfrm>
              <a:prstGeom prst="rect">
                <a:avLst/>
              </a:prstGeom>
              <a:blipFill>
                <a:blip r:embed="rId5"/>
                <a:stretch>
                  <a:fillRect l="-116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96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F2492-7F08-0C38-3FA7-5336108B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472D0-7FDF-F53E-F19C-DD9A1EFA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18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A15B20-5C62-A2EC-17D3-A888300909D0}"/>
                  </a:ext>
                </a:extLst>
              </p:cNvPr>
              <p:cNvSpPr/>
              <p:nvPr/>
            </p:nvSpPr>
            <p:spPr>
              <a:xfrm>
                <a:off x="92663" y="908901"/>
                <a:ext cx="11576328" cy="2173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Comapring the given PDF with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sSup>
                                <m:sSupPr>
                                  <m:ctrl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A15B20-5C62-A2EC-17D3-A888300909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3" y="908901"/>
                <a:ext cx="11576328" cy="2173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1D1BF6-5A0C-4B26-C810-01EED3B04905}"/>
                  </a:ext>
                </a:extLst>
              </p:cNvPr>
              <p:cNvSpPr/>
              <p:nvPr/>
            </p:nvSpPr>
            <p:spPr>
              <a:xfrm>
                <a:off x="5778522" y="1811187"/>
                <a:ext cx="4639475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0"/>
                  </a:spcAft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r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f>
                        <m:fPr>
                          <m:ctrlP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 3 </m:t>
                          </m:r>
                        </m:den>
                      </m:f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ea typeface="Times New Roman" panose="02020603050405020304" pitchFamily="18" charset="0"/>
                          <a:cs typeface="Shruti"/>
                        </a:rPr>
                        <m:t>per thousand rupees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ffectLst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1D1BF6-5A0C-4B26-C810-01EED3B049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22" y="1811187"/>
                <a:ext cx="4639475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7B1DFBC-0BE0-EC21-2B01-86E4C18E3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986" y="908901"/>
            <a:ext cx="3584759" cy="9022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BCB0A4-E98A-AAAE-766F-73AB9E91011F}"/>
                  </a:ext>
                </a:extLst>
              </p:cNvPr>
              <p:cNvSpPr txBox="1"/>
              <p:nvPr/>
            </p:nvSpPr>
            <p:spPr>
              <a:xfrm>
                <a:off x="92663" y="3176008"/>
                <a:ext cx="11933082" cy="115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6088" indent="-446088" algn="just">
                  <a:lnSpc>
                    <a:spcPct val="130000"/>
                  </a:lnSpc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Given that, </a:t>
                </a:r>
                <a:r>
                  <a:rPr lang="en-US" sz="2800" dirty="0"/>
                  <a:t>the income tax is levied at the rate of </a:t>
                </a:r>
                <a14:m>
                  <m:oMath xmlns:m="http://schemas.openxmlformats.org/officeDocument/2006/math">
                    <m:r>
                      <a:rPr lang="en-US" sz="2800" b="0" i="1" dirty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sz="2800" dirty="0"/>
                  <a:t> on the portion of income   exceeding </a:t>
                </a:r>
                <a14:m>
                  <m:oMath xmlns:m="http://schemas.openxmlformats.org/officeDocument/2006/math">
                    <m:r>
                      <a:rPr lang="en-US" sz="2800" b="0" i="1" dirty="0">
                        <a:latin typeface="Cambria Math" panose="02040503050406030204" pitchFamily="18" charset="0"/>
                      </a:rPr>
                      <m:t>₹15,000</m:t>
                    </m:r>
                  </m:oMath>
                </a14:m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BCB0A4-E98A-AAAE-766F-73AB9E910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3" y="3176008"/>
                <a:ext cx="11933082" cy="1159741"/>
              </a:xfrm>
              <a:prstGeom prst="rect">
                <a:avLst/>
              </a:prstGeom>
              <a:blipFill>
                <a:blip r:embed="rId5"/>
                <a:stretch>
                  <a:fillRect l="-1021" r="-1021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DA5720-9DE2-2B6D-519A-2E9B8F34381E}"/>
                  </a:ext>
                </a:extLst>
              </p:cNvPr>
              <p:cNvSpPr txBox="1"/>
              <p:nvPr/>
            </p:nvSpPr>
            <p:spPr>
              <a:xfrm>
                <a:off x="549862" y="4335749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i.e., Only income above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₹15,000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is taxed.</a:t>
                </a:r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DA5720-9DE2-2B6D-519A-2E9B8F343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62" y="4335749"/>
                <a:ext cx="7424175" cy="523220"/>
              </a:xfrm>
              <a:prstGeom prst="rect">
                <a:avLst/>
              </a:prstGeom>
              <a:blipFill>
                <a:blip r:embed="rId6"/>
                <a:stretch>
                  <a:fillRect l="-164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842324-1AAB-8438-1222-E3B7F646013F}"/>
                  </a:ext>
                </a:extLst>
              </p:cNvPr>
              <p:cNvSpPr txBox="1"/>
              <p:nvPr/>
            </p:nvSpPr>
            <p:spPr>
              <a:xfrm>
                <a:off x="549863" y="5043580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So, taxable income is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₹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17000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−₹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15000=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₹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842324-1AAB-8438-1222-E3B7F6460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63" y="5043580"/>
                <a:ext cx="7424175" cy="523220"/>
              </a:xfrm>
              <a:prstGeom prst="rect">
                <a:avLst/>
              </a:prstGeom>
              <a:blipFill>
                <a:blip r:embed="rId7"/>
                <a:stretch>
                  <a:fillRect l="-164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77B201-6B42-6ACF-6FF9-A58689BC78B1}"/>
                  </a:ext>
                </a:extLst>
              </p:cNvPr>
              <p:cNvSpPr txBox="1"/>
              <p:nvPr/>
            </p:nvSpPr>
            <p:spPr>
              <a:xfrm>
                <a:off x="549862" y="5757100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the income tax is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%×₹2,000=₹300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77B201-6B42-6ACF-6FF9-A58689BC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62" y="5757100"/>
                <a:ext cx="7424175" cy="523220"/>
              </a:xfrm>
              <a:prstGeom prst="rect">
                <a:avLst/>
              </a:prstGeom>
              <a:blipFill>
                <a:blip r:embed="rId8"/>
                <a:stretch>
                  <a:fillRect l="-164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13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4" grpId="0"/>
      <p:bldP spid="1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B4FA-C311-93C3-ACD3-177971C5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B6B7-4E39-AF63-E7B0-4C8868228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18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88552B-E40D-2EEE-3AAD-97E2483EF84F}"/>
                  </a:ext>
                </a:extLst>
              </p:cNvPr>
              <p:cNvSpPr txBox="1"/>
              <p:nvPr/>
            </p:nvSpPr>
            <p:spPr>
              <a:xfrm>
                <a:off x="103053" y="808787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the income tax is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%×₹2,000=₹300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88552B-E40D-2EEE-3AAD-97E2483EF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3" y="808787"/>
                <a:ext cx="7424175" cy="523220"/>
              </a:xfrm>
              <a:prstGeom prst="rect">
                <a:avLst/>
              </a:prstGeom>
              <a:blipFill>
                <a:blip r:embed="rId2"/>
                <a:stretch>
                  <a:fillRect l="-172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4E18D9-4675-1194-125E-5C9BD6C98A1E}"/>
                  </a:ext>
                </a:extLst>
              </p:cNvPr>
              <p:cNvSpPr txBox="1"/>
              <p:nvPr/>
            </p:nvSpPr>
            <p:spPr>
              <a:xfrm>
                <a:off x="103053" y="1429593"/>
                <a:ext cx="111503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measured in thousands of rupees,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₹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300=0.3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thousand rupees.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4E18D9-4675-1194-125E-5C9BD6C98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3" y="1429593"/>
                <a:ext cx="11150302" cy="523220"/>
              </a:xfrm>
              <a:prstGeom prst="rect">
                <a:avLst/>
              </a:prstGeom>
              <a:blipFill>
                <a:blip r:embed="rId3"/>
                <a:stretch>
                  <a:fillRect l="-114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758254-4178-5D49-E5BA-99110A7F7377}"/>
                  </a:ext>
                </a:extLst>
              </p:cNvPr>
              <p:cNvSpPr txBox="1"/>
              <p:nvPr/>
            </p:nvSpPr>
            <p:spPr>
              <a:xfrm>
                <a:off x="103053" y="2050399"/>
                <a:ext cx="111503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Thus,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</a:rPr>
                          <m:t>Income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₹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17000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&gt;0.3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758254-4178-5D49-E5BA-99110A7F7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3" y="2050399"/>
                <a:ext cx="11150302" cy="523220"/>
              </a:xfrm>
              <a:prstGeom prst="rect">
                <a:avLst/>
              </a:prstGeom>
              <a:blipFill>
                <a:blip r:embed="rId4"/>
                <a:stretch>
                  <a:fillRect l="-114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D125E68-E30B-7ABB-D13E-75A6E017A527}"/>
              </a:ext>
            </a:extLst>
          </p:cNvPr>
          <p:cNvSpPr txBox="1"/>
          <p:nvPr/>
        </p:nvSpPr>
        <p:spPr>
          <a:xfrm>
            <a:off x="103053" y="2751340"/>
            <a:ext cx="5584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b="1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b="1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The required probability 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D3616E-308D-35F0-A30E-B315A3C42BC9}"/>
                  </a:ext>
                </a:extLst>
              </p:cNvPr>
              <p:cNvSpPr txBox="1"/>
              <p:nvPr/>
            </p:nvSpPr>
            <p:spPr>
              <a:xfrm>
                <a:off x="4239619" y="2756674"/>
                <a:ext cx="3901657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D3616E-308D-35F0-A30E-B315A3C42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619" y="2756674"/>
                <a:ext cx="3901657" cy="5393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4DAAD4-8D6A-C78E-F9DE-A2E37D1F33C9}"/>
                  </a:ext>
                </a:extLst>
              </p:cNvPr>
              <p:cNvSpPr txBox="1"/>
              <p:nvPr/>
            </p:nvSpPr>
            <p:spPr>
              <a:xfrm>
                <a:off x="3542444" y="3354942"/>
                <a:ext cx="4722537" cy="726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3 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4DAAD4-8D6A-C78E-F9DE-A2E37D1F3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444" y="3354942"/>
                <a:ext cx="4722537" cy="726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8BAACB-E3D6-C4E9-1620-4D55F52E3228}"/>
                  </a:ext>
                </a:extLst>
              </p:cNvPr>
              <p:cNvSpPr txBox="1"/>
              <p:nvPr/>
            </p:nvSpPr>
            <p:spPr>
              <a:xfrm>
                <a:off x="3542444" y="4347439"/>
                <a:ext cx="4722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−0.1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8BAACB-E3D6-C4E9-1620-4D55F52E3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444" y="4347439"/>
                <a:ext cx="472253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1C5568-B63E-843A-FDDC-D8B8D6693A55}"/>
                  </a:ext>
                </a:extLst>
              </p:cNvPr>
              <p:cNvSpPr txBox="1"/>
              <p:nvPr/>
            </p:nvSpPr>
            <p:spPr>
              <a:xfrm>
                <a:off x="3526857" y="5136867"/>
                <a:ext cx="4722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.9048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1C5568-B63E-843A-FDDC-D8B8D6693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857" y="5136867"/>
                <a:ext cx="472253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C3C89B2-C1AE-029F-D3D8-EA809D709EB0}"/>
                  </a:ext>
                </a:extLst>
              </p:cNvPr>
              <p:cNvSpPr/>
              <p:nvPr/>
            </p:nvSpPr>
            <p:spPr>
              <a:xfrm>
                <a:off x="10677646" y="2954570"/>
                <a:ext cx="1411302" cy="100627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C3C89B2-C1AE-029F-D3D8-EA809D709E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646" y="2954570"/>
                <a:ext cx="1411302" cy="10062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4255EBB-D2C6-D003-A6C4-44938828E90C}"/>
                  </a:ext>
                </a:extLst>
              </p:cNvPr>
              <p:cNvSpPr/>
              <p:nvPr/>
            </p:nvSpPr>
            <p:spPr>
              <a:xfrm>
                <a:off x="9399564" y="4138031"/>
                <a:ext cx="2689383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4255EBB-D2C6-D003-A6C4-44938828E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564" y="4138031"/>
                <a:ext cx="2689383" cy="7111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777B18-D5B1-8557-6E49-9858E1DE690F}"/>
                  </a:ext>
                </a:extLst>
              </p:cNvPr>
              <p:cNvSpPr txBox="1"/>
              <p:nvPr/>
            </p:nvSpPr>
            <p:spPr>
              <a:xfrm>
                <a:off x="103053" y="5926295"/>
                <a:ext cx="107700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So, there is about a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90.4%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chance that his income exceeds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₹17,</m:t>
                    </m:r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777B18-D5B1-8557-6E49-9858E1DE6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3" y="5926295"/>
                <a:ext cx="10770048" cy="523220"/>
              </a:xfrm>
              <a:prstGeom prst="rect">
                <a:avLst/>
              </a:prstGeom>
              <a:blipFill>
                <a:blip r:embed="rId11"/>
                <a:stretch>
                  <a:fillRect l="-118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11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9" grpId="0"/>
      <p:bldP spid="10" grpId="0"/>
      <p:bldP spid="16" grpId="0"/>
      <p:bldP spid="19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E4E7-1B78-8C6C-3AF2-20B4263A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F96FEB-DC2E-C37B-9870-80BC960B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The Memoryless Property – The Heart of Exponential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8A0A5A3A-BAC1-4E0C-0A59-818BB3CBC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10"/>
              </a:xfrm>
            </p:spPr>
            <p:txBody>
              <a:bodyPr/>
              <a:lstStyle/>
              <a:p>
                <a:r>
                  <a:rPr lang="en-IN" dirty="0"/>
                  <a:t>A continuous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is memoryless if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IN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1" i="0" dirty="0" err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𝐬</m:t>
                    </m:r>
                    <m:r>
                      <a:rPr lang="en-IN" b="1" i="0" dirty="0" err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0" dirty="0" err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</m:t>
                    </m:r>
                    <m:r>
                      <a:rPr lang="en-IN" b="1" i="0" dirty="0" err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b="1" i="0" dirty="0" err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𝐬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</m:oMath>
                </a14:m>
                <a:r>
                  <a:rPr lang="en-IN" dirty="0"/>
                  <a:t>	</a:t>
                </a:r>
              </a:p>
              <a:p>
                <a:pPr algn="l"/>
                <a:r>
                  <a:rPr lang="en-US" dirty="0"/>
                  <a:t>In simple words:</a:t>
                </a:r>
              </a:p>
              <a:p>
                <a:pPr lvl="1" algn="l"/>
                <a:r>
                  <a:rPr lang="en-US" i="1" dirty="0"/>
                  <a:t>The future waiting time does not depend on how long you already waited</a:t>
                </a:r>
                <a:r>
                  <a:rPr lang="en-US" dirty="0"/>
                  <a:t>.</a:t>
                </a:r>
              </a:p>
              <a:p>
                <a:pPr algn="l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time you have already waited</a:t>
                </a:r>
              </a:p>
              <a:p>
                <a:pPr lvl="1" algn="l"/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means “past waiting time”.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extra time you may still have to wait</a:t>
                </a:r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means “future waiting time”.</a:t>
                </a:r>
                <a:endParaRPr lang="en-IN" dirty="0"/>
              </a:p>
              <a:p>
                <a:pPr lvl="1" algn="l"/>
                <a:endParaRPr lang="en-US" dirty="0"/>
              </a:p>
              <a:p>
                <a:pPr lvl="1" algn="l"/>
                <a:endParaRPr lang="en-IN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8A0A5A3A-BAC1-4E0C-0A59-818BB3CBC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1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31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C503-3BE8-0741-52DF-89B6418E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C48DF-7332-D52B-231B-F8EC7D54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Memoryless Property – The Heart of Exponential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A09A6302-6506-F87D-68C2-14412A7C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algn="l"/>
                <a:r>
                  <a:rPr lang="en-IN" dirty="0"/>
                  <a:t>Meaning </a:t>
                </a:r>
              </a:p>
              <a:p>
                <a:pPr lvl="1" algn="l"/>
                <a:r>
                  <a:rPr lang="en-IN" dirty="0"/>
                  <a:t>​Left-hand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I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dirty="0" err="1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dirty="0" err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IN" dirty="0" err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endParaRPr lang="en-IN" dirty="0"/>
              </a:p>
              <a:p>
                <a:pPr lvl="2" algn="l"/>
                <a:r>
                  <a:rPr lang="en-US" dirty="0"/>
                  <a:t>Given that I have already waited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time units and the event has not occurred, what is the probability that I must wait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more time units?</a:t>
                </a:r>
              </a:p>
              <a:p>
                <a:pPr lvl="1" algn="l"/>
                <a:r>
                  <a:rPr lang="en-IN" dirty="0"/>
                  <a:t>Right-hand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IN" dirty="0"/>
              </a:p>
              <a:p>
                <a:pPr lvl="2" algn="l"/>
                <a:r>
                  <a:rPr lang="en-US" dirty="0"/>
                  <a:t>What is the probability that, starting fresh from NOW, I have to wait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time units?	</a:t>
                </a:r>
              </a:p>
              <a:p>
                <a:pPr lvl="1" algn="l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the time already waited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the extra time to wait.</a:t>
                </a:r>
              </a:p>
              <a:p>
                <a:pPr lvl="1" algn="l"/>
                <a:r>
                  <a:rPr lang="en-US" dirty="0"/>
                  <a:t>Memoryless property means that past waiting does not affect future waiting.</a:t>
                </a:r>
                <a:endParaRPr lang="en-IN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A09A6302-6506-F87D-68C2-14412A7C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22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14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38C47-B708-77DD-B3BD-25CA214C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F3EA-0CA9-C7EC-3976-7DAA3915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38E78-0C4D-FC5E-842E-81503AEBF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</p:spPr>
            <p:txBody>
              <a:bodyPr/>
              <a:lstStyle/>
              <a:p>
                <a:r>
                  <a:rPr lang="en-US" dirty="0"/>
                  <a:t>A student is giving a Unit Test in a computer lab. Suddenly, the internet connection is lost. The student has already waited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minutes. The student asks:</a:t>
                </a:r>
              </a:p>
              <a:p>
                <a:pPr marL="0" indent="0" algn="ctr">
                  <a:buNone/>
                </a:pPr>
                <a:r>
                  <a:rPr lang="en-US" dirty="0"/>
                  <a:t>What is the probability that I will have to wait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more minutes for the internet connection to be restored?.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waiting time until the internet connection is restored</a:t>
                </a:r>
              </a:p>
              <a:p>
                <a:r>
                  <a:rPr lang="en-US" dirty="0"/>
                  <a:t>The memoryless property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38E78-0C4D-FC5E-842E-81503AEBF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37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79BD-C685-DFCD-8B1A-A9C09D2B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AE7-110D-E333-D56F-0B33FDAE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11A04-54F0-8C21-BCBD-5F34A12556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</p:spPr>
            <p:txBody>
              <a:bodyPr/>
              <a:lstStyle/>
              <a:p>
                <a:r>
                  <a:rPr lang="en-US" dirty="0"/>
                  <a:t>The memoryless property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Meaning of each term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→ Total waiting time until the internet is restored.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minutes → Time already waited.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minutes → Additional time the student may have to wait.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i="0" dirty="0" err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 minutes → Total waiting time.</a:t>
                </a:r>
              </a:p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&gt;15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&gt;5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&gt;10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11A04-54F0-8C21-BCBD-5F34A1255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06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19AE-B1BB-FF6B-A2F7-86AB2C7E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2AE4-69D0-46E9-E216-B9194A13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756EF-9516-CFB4-DEFB-157133909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</p:spPr>
            <p:txBody>
              <a:bodyPr/>
              <a:lstStyle/>
              <a:p>
                <a:pPr lvl="1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&gt;15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&gt;5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&gt;10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US" b="1" dirty="0"/>
                  <a:t>What does this mean?</a:t>
                </a:r>
              </a:p>
              <a:p>
                <a:pPr lvl="1"/>
                <a:r>
                  <a:rPr lang="en-US" u="sng" dirty="0"/>
                  <a:t>Left side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The student has already waited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minutes. What is the probability that they must wait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more minutes?</a:t>
                </a:r>
              </a:p>
              <a:p>
                <a:pPr lvl="1"/>
                <a:r>
                  <a:rPr lang="en-US" u="sng" dirty="0"/>
                  <a:t>Right side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If we start fresh right now, what is the probability that the internet will take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minutes to return?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756EF-9516-CFB4-DEFB-157133909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15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C32C-51B7-0C42-DD6A-0AC32651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Memoryless Property - Derivation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DAFD3-9F25-99D8-7734-B6149F80B2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10492"/>
                <a:ext cx="11929641" cy="564351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The Exponential distribution is memoryless.</a:t>
                </a:r>
              </a:p>
              <a:p>
                <a:r>
                  <a:rPr lang="en-US" b="1" i="1" u="sng" dirty="0">
                    <a:solidFill>
                      <a:srgbClr val="7030A0"/>
                    </a:solidFill>
                  </a:rPr>
                  <a:t>Proof:</a:t>
                </a:r>
              </a:p>
              <a:p>
                <a:pPr lvl="1"/>
                <a:r>
                  <a:rPr lang="en-US" dirty="0"/>
                  <a:t>For an exponential random variable,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rx</m:t>
                        </m:r>
                      </m:sup>
                    </m:sSup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Now,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IN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935538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914400" lvl="2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DAFD3-9F25-99D8-7734-B6149F80B2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10492"/>
                <a:ext cx="11929641" cy="564351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79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3F06-9CA6-896E-F804-ED950E7B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8D52-E242-D29E-4E70-56F55310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Memoryless Property - Derivation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4CE5AD-648E-A064-1FE5-17B668017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6036" y="759532"/>
                <a:ext cx="8347802" cy="1412165"/>
              </a:xfrm>
            </p:spPr>
            <p:txBody>
              <a:bodyPr/>
              <a:lstStyle/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IN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dirty="0" err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sty m:val="p"/>
                        </m:rPr>
                        <a:rPr lang="en-IN" dirty="0" err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IN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4CE5AD-648E-A064-1FE5-17B668017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036" y="759532"/>
                <a:ext cx="8347802" cy="14121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80F8F5-0F50-ECE3-05C2-8B2F43F7E3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5253" y="2220028"/>
                <a:ext cx="2826329" cy="1412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2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80F8F5-0F50-ECE3-05C2-8B2F43F7E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53" y="2220028"/>
                <a:ext cx="2826329" cy="1412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1EDFF60-8C79-4358-E2E1-8ACC4A949E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5253" y="3583863"/>
                <a:ext cx="1911930" cy="1412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d>
                                <m:d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rs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1EDFF60-8C79-4358-E2E1-8ACC4A94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53" y="3583863"/>
                <a:ext cx="1911930" cy="1412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0AE2640-B46F-4CC5-2B14-5917567BDF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3553" y="4061843"/>
                <a:ext cx="1911930" cy="697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rt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0AE2640-B46F-4CC5-2B14-5917567BD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553" y="4061843"/>
                <a:ext cx="1911930" cy="6971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3784458-FF88-E375-64B5-DD3A83FC8D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880" y="5047983"/>
                <a:ext cx="5243947" cy="697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/>
                      <m:t>But 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rt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3784458-FF88-E375-64B5-DD3A83FC8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0" y="5047983"/>
                <a:ext cx="5243947" cy="6971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058CF01-E06B-BA94-2C3E-24C1D1F2D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269" y="5745176"/>
                <a:ext cx="7869386" cy="697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/>
                      <m:t>Hence,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058CF01-E06B-BA94-2C3E-24C1D1F2D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9" y="5745176"/>
                <a:ext cx="7869386" cy="6971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79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6200-19DD-E898-3111-E4452A41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4EE0AC8-88AA-D78E-4D2F-D75A36B5C6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9"/>
                <a:ext cx="11929643" cy="506065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Marvel Studios unexpectedly releases teaser trailers during a live fan event. The waiting time until the next surprise trailer follows an Exponential Distribution with a rate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trailers per hour.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Fans have already watched the event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dirty="0"/>
                  <a:t> minutes without any trailer.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(1) What is the probability that they must wait at least another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minutes for the next trailer?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(2) A fan shouts, “We've waited this long! The trailer must be coming next!”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Using the memoryless property of the Exponential Distribution, determine whether this statement is mathematically correct.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4EE0AC8-88AA-D78E-4D2F-D75A36B5C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9"/>
                <a:ext cx="11929643" cy="5060654"/>
              </a:xfrm>
              <a:prstGeom prst="rect">
                <a:avLst/>
              </a:prstGeom>
              <a:blipFill>
                <a:blip r:embed="rId2"/>
                <a:stretch>
                  <a:fillRect l="-1074" r="-1074" b="-31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246373-E600-E09F-0BB1-BC4346D4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8006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B048-C37E-1FFF-B9F6-A66FE15E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8FDB-582E-5A81-4792-42540803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20 (Continue)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E567D-60F1-D891-9292-12349FBFC9AC}"/>
              </a:ext>
            </a:extLst>
          </p:cNvPr>
          <p:cNvSpPr/>
          <p:nvPr/>
        </p:nvSpPr>
        <p:spPr>
          <a:xfrm>
            <a:off x="131177" y="782406"/>
            <a:ext cx="1478559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9E7C9A4-7491-BBF5-18AE-117D26A34DA6}"/>
                  </a:ext>
                </a:extLst>
              </p:cNvPr>
              <p:cNvSpPr/>
              <p:nvPr/>
            </p:nvSpPr>
            <p:spPr>
              <a:xfrm>
                <a:off x="1609736" y="782406"/>
                <a:ext cx="46144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trailers per hour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9E7C9A4-7491-BBF5-18AE-117D26A34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782406"/>
                <a:ext cx="4614419" cy="523220"/>
              </a:xfrm>
              <a:prstGeom prst="rect">
                <a:avLst/>
              </a:prstGeom>
              <a:blipFill>
                <a:blip r:embed="rId2"/>
                <a:stretch>
                  <a:fillRect l="-264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4A70265-C251-D230-0099-E2CD9FCCD502}"/>
                  </a:ext>
                </a:extLst>
              </p:cNvPr>
              <p:cNvSpPr/>
              <p:nvPr/>
            </p:nvSpPr>
            <p:spPr>
              <a:xfrm>
                <a:off x="131177" y="2579948"/>
                <a:ext cx="10451084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The fans have already waited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minutes.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4A70265-C251-D230-0099-E2CD9FCCD5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2579948"/>
                <a:ext cx="10451084" cy="665631"/>
              </a:xfrm>
              <a:prstGeom prst="rect">
                <a:avLst/>
              </a:prstGeom>
              <a:blipFill>
                <a:blip r:embed="rId3"/>
                <a:stretch>
                  <a:fillRect l="-122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F6027F-812D-5083-7342-86E36F8E27A5}"/>
                  </a:ext>
                </a:extLst>
              </p:cNvPr>
              <p:cNvSpPr txBox="1"/>
              <p:nvPr/>
            </p:nvSpPr>
            <p:spPr>
              <a:xfrm>
                <a:off x="131177" y="1370259"/>
                <a:ext cx="8399759" cy="60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(1) Probability of waiting at least another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F6027F-812D-5083-7342-86E36F8E2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1370259"/>
                <a:ext cx="8399759" cy="600998"/>
              </a:xfrm>
              <a:prstGeom prst="rect">
                <a:avLst/>
              </a:prstGeom>
              <a:blipFill>
                <a:blip r:embed="rId4"/>
                <a:stretch>
                  <a:fillRect l="-1525" b="-2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A65E2D-9A86-DB98-4805-64B2CE76DC9F}"/>
                  </a:ext>
                </a:extLst>
              </p:cNvPr>
              <p:cNvSpPr/>
              <p:nvPr/>
            </p:nvSpPr>
            <p:spPr>
              <a:xfrm>
                <a:off x="131177" y="3245579"/>
                <a:ext cx="10451084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Mathematically, we want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&gt;90+20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&gt;90</m:t>
                        </m:r>
                      </m:e>
                    </m:d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A65E2D-9A86-DB98-4805-64B2CE76D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3245579"/>
                <a:ext cx="10451084" cy="665631"/>
              </a:xfrm>
              <a:prstGeom prst="rect">
                <a:avLst/>
              </a:prstGeom>
              <a:blipFill>
                <a:blip r:embed="rId5"/>
                <a:stretch>
                  <a:fillRect l="-1225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91D6F88E-DC91-71B1-EFA3-0E58EBBD13E0}"/>
              </a:ext>
            </a:extLst>
          </p:cNvPr>
          <p:cNvSpPr/>
          <p:nvPr/>
        </p:nvSpPr>
        <p:spPr>
          <a:xfrm>
            <a:off x="131177" y="3911210"/>
            <a:ext cx="5043496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Using the memoryless property,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29D9A2-9396-DDF6-780E-4EB6408C5252}"/>
                  </a:ext>
                </a:extLst>
              </p:cNvPr>
              <p:cNvSpPr/>
              <p:nvPr/>
            </p:nvSpPr>
            <p:spPr>
              <a:xfrm>
                <a:off x="3025162" y="4608014"/>
                <a:ext cx="639798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sepChr m:val="∣"/>
                          <m:ctrl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&gt;90+20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&gt;90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29D9A2-9396-DDF6-780E-4EB6408C5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162" y="4608014"/>
                <a:ext cx="639798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9EC06B5-D7CB-F47F-B6B0-C142C1177F2F}"/>
                  </a:ext>
                </a:extLst>
              </p:cNvPr>
              <p:cNvSpPr/>
              <p:nvPr/>
            </p:nvSpPr>
            <p:spPr>
              <a:xfrm>
                <a:off x="131177" y="5346678"/>
                <a:ext cx="46144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hour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9EC06B5-D7CB-F47F-B6B0-C142C1177F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5346678"/>
                <a:ext cx="4614419" cy="523220"/>
              </a:xfrm>
              <a:prstGeom prst="rect">
                <a:avLst/>
              </a:prstGeom>
              <a:blipFill>
                <a:blip r:embed="rId7"/>
                <a:stretch>
                  <a:fillRect l="-277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ADE3DCE-3EEE-84F8-D9FD-86D177491145}"/>
                  </a:ext>
                </a:extLst>
              </p:cNvPr>
              <p:cNvSpPr/>
              <p:nvPr/>
            </p:nvSpPr>
            <p:spPr>
              <a:xfrm>
                <a:off x="4388399" y="5608288"/>
                <a:ext cx="4614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minutes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 </m:t>
                          </m:r>
                        </m:den>
                      </m:f>
                      <m:r>
                        <m:rPr>
                          <m:nor/>
                        </m:rPr>
                        <a:rPr lang="en-IN" sz="2800" i="0" dirty="0">
                          <a:solidFill>
                            <a:srgbClr val="002060"/>
                          </a:solidFill>
                        </a:rPr>
                        <m:t>hour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ADE3DCE-3EEE-84F8-D9FD-86D177491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399" y="5608288"/>
                <a:ext cx="4614419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E0CB83-E10D-C5BE-4A6C-1D7D8FEE8E4B}"/>
                  </a:ext>
                </a:extLst>
              </p:cNvPr>
              <p:cNvSpPr/>
              <p:nvPr/>
            </p:nvSpPr>
            <p:spPr>
              <a:xfrm>
                <a:off x="609158" y="1914317"/>
                <a:ext cx="7152851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waiting time until the next trailer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E0CB83-E10D-C5BE-4A6C-1D7D8FEE8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58" y="1914317"/>
                <a:ext cx="7152851" cy="665631"/>
              </a:xfrm>
              <a:prstGeom prst="rect">
                <a:avLst/>
              </a:prstGeom>
              <a:blipFill>
                <a:blip r:embed="rId9"/>
                <a:stretch>
                  <a:fillRect l="-179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82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6" grpId="0"/>
      <p:bldP spid="8" grpId="0"/>
      <p:bldP spid="11" grpId="0"/>
      <p:bldP spid="12" grpId="0"/>
      <p:bldP spid="13" grpId="0"/>
      <p:bldP spid="14" grpId="0"/>
      <p:bldP spid="15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8F2E-60E5-B508-A5DE-E6C96C7E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9022-6F47-7DF9-3462-E95C490B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20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0291565-F578-8BCE-D4FB-70A079A43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3881888"/>
                <a:ext cx="11929641" cy="2576945"/>
              </a:xfrm>
            </p:spPr>
            <p:txBody>
              <a:bodyPr/>
              <a:lstStyle/>
              <a:p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At the beginning: What is the probability the trailer comes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minutes?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15.35%</m:t>
                    </m:r>
                  </m:oMath>
                </a14:m>
                <a:endParaRPr lang="en-IN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After already waiting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minutes: What is the probability the trailer comes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minutes? -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15.35%</m:t>
                    </m:r>
                  </m:oMath>
                </a14:m>
                <a:endParaRPr lang="en-IN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0291565-F578-8BCE-D4FB-70A079A43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3881888"/>
                <a:ext cx="11929641" cy="2576945"/>
              </a:xfrm>
              <a:blipFill>
                <a:blip r:embed="rId2"/>
                <a:stretch>
                  <a:fillRect l="-971" r="-1074" b="-68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BC412A-C2CE-B669-83BA-9DC20C616EAB}"/>
                  </a:ext>
                </a:extLst>
              </p:cNvPr>
              <p:cNvSpPr/>
              <p:nvPr/>
            </p:nvSpPr>
            <p:spPr>
              <a:xfrm>
                <a:off x="131177" y="742374"/>
                <a:ext cx="6397986" cy="10611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e>
                      </m:d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3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BC412A-C2CE-B669-83BA-9DC20C616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42374"/>
                <a:ext cx="6397986" cy="1061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EDA6826-C6E6-0815-99E0-59FAF86210FD}"/>
                  </a:ext>
                </a:extLst>
              </p:cNvPr>
              <p:cNvSpPr/>
              <p:nvPr/>
            </p:nvSpPr>
            <p:spPr>
              <a:xfrm>
                <a:off x="131176" y="2404560"/>
                <a:ext cx="817115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</a:rPr>
                            <m:t>wait at least another</m:t>
                          </m:r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20 </m:t>
                          </m:r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84.65%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EDA6826-C6E6-0815-99E0-59FAF8621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2404560"/>
                <a:ext cx="8171159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EDA8438-0EE1-AE06-16C2-757FF2CCE325}"/>
                  </a:ext>
                </a:extLst>
              </p:cNvPr>
              <p:cNvSpPr/>
              <p:nvPr/>
            </p:nvSpPr>
            <p:spPr>
              <a:xfrm>
                <a:off x="1866459" y="1720435"/>
                <a:ext cx="238342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.8465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EDA8438-0EE1-AE06-16C2-757FF2CCE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459" y="1720435"/>
                <a:ext cx="2383423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C26290-BB9A-9280-A8B0-35FF73137D32}"/>
                  </a:ext>
                </a:extLst>
              </p:cNvPr>
              <p:cNvSpPr/>
              <p:nvPr/>
            </p:nvSpPr>
            <p:spPr>
              <a:xfrm>
                <a:off x="131176" y="3143224"/>
                <a:ext cx="1120530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</a:rPr>
                        <m:t>trailer arrives within next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20 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)=1−0.8465=15.35%​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C26290-BB9A-9280-A8B0-35FF73137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3143224"/>
                <a:ext cx="1120530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34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5" grpId="0"/>
      <p:bldP spid="4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6481-48F4-10F3-202D-F018583B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1A2E-B715-959B-442A-B79CFDC2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20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922A090-ABC8-2368-1811-104860FE9B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907809"/>
              </a:xfrm>
            </p:spPr>
            <p:txBody>
              <a:bodyPr/>
              <a:lstStyle/>
              <a:p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At the beginning: What is the probability the trailer comes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minutes?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15.35%</m:t>
                    </m:r>
                  </m:oMath>
                </a14:m>
                <a:endParaRPr lang="en-IN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After already waiting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minutes: What is the probability the trailer comes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minutes? </a:t>
                </a:r>
                <a:endParaRPr lang="en-IN" i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15.35%</m:t>
                    </m:r>
                  </m:oMath>
                </a14:m>
                <a:endParaRPr lang="en-IN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  <a:p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So,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-minute wait does not make the trailer “due.”</a:t>
                </a:r>
              </a:p>
              <a:p>
                <a:r>
                  <a:rPr lang="en-US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Therefore, fan’s statement is mathematically incorrect.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922A090-ABC8-2368-1811-104860FE9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90780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89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CAF4-1067-A450-CA78-CA783A4B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C426-AA80-AB8F-F90F-4E452706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20 (Continue)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4CA71-D150-E89E-74FA-0F1F122DDB63}"/>
              </a:ext>
            </a:extLst>
          </p:cNvPr>
          <p:cNvSpPr txBox="1"/>
          <p:nvPr/>
        </p:nvSpPr>
        <p:spPr>
          <a:xfrm>
            <a:off x="79222" y="762655"/>
            <a:ext cx="11797587" cy="11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indent="-539750" algn="just">
              <a:lnSpc>
                <a:spcPct val="13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(2) A fan shouts, “We've waited this long! The trailer must be coming next!”. Determine whether this statement is mathematically correct.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A2036D-9181-4E3B-594B-A7042367E0D0}"/>
                  </a:ext>
                </a:extLst>
              </p:cNvPr>
              <p:cNvSpPr txBox="1"/>
              <p:nvPr/>
            </p:nvSpPr>
            <p:spPr>
              <a:xfrm>
                <a:off x="630368" y="1975261"/>
                <a:ext cx="11797587" cy="60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39750" indent="-539750"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Using the memoryless property,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&gt;90+20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&gt;90</m:t>
                        </m:r>
                      </m:e>
                    </m:d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&gt;20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​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A2036D-9181-4E3B-594B-A7042367E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8" y="1975261"/>
                <a:ext cx="11797587" cy="600998"/>
              </a:xfrm>
              <a:prstGeom prst="rect">
                <a:avLst/>
              </a:prstGeom>
              <a:blipFill>
                <a:blip r:embed="rId2"/>
                <a:stretch>
                  <a:fillRect l="-1033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32E68D-A408-8C07-85BE-27525CCABAB4}"/>
                  </a:ext>
                </a:extLst>
              </p:cNvPr>
              <p:cNvSpPr txBox="1"/>
              <p:nvPr/>
            </p:nvSpPr>
            <p:spPr>
              <a:xfrm>
                <a:off x="630368" y="2848424"/>
                <a:ext cx="11404145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Therefore, the fact that they have already waited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minutes does not make the trailer more likely to arrive.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32E68D-A408-8C07-85BE-27525CCAB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8" y="2848424"/>
                <a:ext cx="11404145" cy="1161152"/>
              </a:xfrm>
              <a:prstGeom prst="rect">
                <a:avLst/>
              </a:prstGeom>
              <a:blipFill>
                <a:blip r:embed="rId3"/>
                <a:stretch>
                  <a:fillRect l="-1069" r="-1122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A000C6F-2A7C-D5DE-67C9-32EC33928913}"/>
              </a:ext>
            </a:extLst>
          </p:cNvPr>
          <p:cNvSpPr txBox="1"/>
          <p:nvPr/>
        </p:nvSpPr>
        <p:spPr>
          <a:xfrm>
            <a:off x="630368" y="4281741"/>
            <a:ext cx="11877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So, fan’s statement is mathematically incorrect.</a:t>
            </a:r>
          </a:p>
        </p:txBody>
      </p:sp>
    </p:spTree>
    <p:extLst>
      <p:ext uri="{BB962C8B-B14F-4D97-AF65-F5344CB8AC3E}">
        <p14:creationId xmlns:p14="http://schemas.microsoft.com/office/powerpoint/2010/main" val="199741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4</a:t>
            </a:r>
            <a:br>
              <a:rPr lang="en-IN" dirty="0"/>
            </a:br>
            <a:r>
              <a:rPr lang="en-IN" dirty="0"/>
              <a:t>Normal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09425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F8B-9462-4BA2-93FD-8C2221E3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4A602-39B8-21A8-7BA6-29C4C41F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742809"/>
          </a:xfrm>
        </p:spPr>
        <p:txBody>
          <a:bodyPr/>
          <a:lstStyle/>
          <a:p>
            <a:pPr lvl="0"/>
            <a:r>
              <a:rPr lang="en-IN" dirty="0"/>
              <a:t>We already know:</a:t>
            </a:r>
          </a:p>
          <a:p>
            <a:pPr lvl="1"/>
            <a:r>
              <a:rPr lang="en-IN" b="1" dirty="0"/>
              <a:t>Binomial Distribution</a:t>
            </a:r>
            <a:r>
              <a:rPr lang="en-IN" dirty="0"/>
              <a:t> → Counts success/failure outcomes. </a:t>
            </a:r>
          </a:p>
          <a:p>
            <a:pPr lvl="1"/>
            <a:r>
              <a:rPr lang="en-IN" b="1" dirty="0"/>
              <a:t>Poisson Distribution</a:t>
            </a:r>
            <a:r>
              <a:rPr lang="en-IN" dirty="0"/>
              <a:t> → Counts how many times an event occurs. </a:t>
            </a:r>
          </a:p>
          <a:p>
            <a:pPr lvl="1"/>
            <a:r>
              <a:rPr lang="en-IN" b="1" dirty="0"/>
              <a:t>Exponential Distribution</a:t>
            </a:r>
            <a:r>
              <a:rPr lang="en-IN" dirty="0"/>
              <a:t> → Measures waiting time until an event occurs. </a:t>
            </a:r>
          </a:p>
          <a:p>
            <a:r>
              <a:rPr lang="en-IN" dirty="0"/>
              <a:t>Notice something interesting. All three distributions answer very specific questions.</a:t>
            </a:r>
          </a:p>
          <a:p>
            <a:pPr lvl="1"/>
            <a:r>
              <a:rPr lang="en-IN" dirty="0"/>
              <a:t>Binomial asks 'How many successes?' </a:t>
            </a:r>
          </a:p>
          <a:p>
            <a:pPr lvl="1"/>
            <a:r>
              <a:rPr lang="en-IN" dirty="0"/>
              <a:t>Poisson asks 'How many events?' </a:t>
            </a:r>
          </a:p>
          <a:p>
            <a:pPr lvl="1"/>
            <a:r>
              <a:rPr lang="en-IN" dirty="0"/>
              <a:t>Exponential asks 'How long must we wait?' </a:t>
            </a:r>
          </a:p>
        </p:txBody>
      </p:sp>
    </p:spTree>
    <p:extLst>
      <p:ext uri="{BB962C8B-B14F-4D97-AF65-F5344CB8AC3E}">
        <p14:creationId xmlns:p14="http://schemas.microsoft.com/office/powerpoint/2010/main" val="29374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51EB-4F82-F0A5-0ECD-0A023D31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B12D-5BF7-B9BE-7756-614CF03C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AAD88-AB8E-51C3-6891-BCB0D4E44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742809"/>
          </a:xfrm>
        </p:spPr>
        <p:txBody>
          <a:bodyPr/>
          <a:lstStyle/>
          <a:p>
            <a:r>
              <a:rPr lang="en-IN" b="1" dirty="0"/>
              <a:t>But does every real-life situation fit into one of these three categories?</a:t>
            </a:r>
            <a:endParaRPr lang="en-IN" dirty="0"/>
          </a:p>
          <a:p>
            <a:pPr lvl="0"/>
            <a:r>
              <a:rPr lang="en-US" dirty="0"/>
              <a:t>In reality, we often observe values such as:</a:t>
            </a:r>
            <a:endParaRPr lang="en-IN" dirty="0"/>
          </a:p>
          <a:p>
            <a:pPr lvl="1"/>
            <a:r>
              <a:rPr lang="en-US" dirty="0"/>
              <a:t>Heights of students </a:t>
            </a:r>
            <a:endParaRPr lang="en-IN" dirty="0"/>
          </a:p>
          <a:p>
            <a:pPr lvl="1"/>
            <a:r>
              <a:rPr lang="en-US" dirty="0"/>
              <a:t>Marks in an examination </a:t>
            </a:r>
            <a:endParaRPr lang="en-IN" dirty="0"/>
          </a:p>
          <a:p>
            <a:pPr lvl="1"/>
            <a:r>
              <a:rPr lang="en-US" dirty="0"/>
              <a:t>Measurement errors </a:t>
            </a:r>
            <a:endParaRPr lang="en-IN" dirty="0"/>
          </a:p>
          <a:p>
            <a:pPr lvl="1"/>
            <a:r>
              <a:rPr lang="en-US" dirty="0"/>
              <a:t>Sensor readings </a:t>
            </a:r>
            <a:endParaRPr lang="en-IN" dirty="0"/>
          </a:p>
          <a:p>
            <a:pPr lvl="1"/>
            <a:r>
              <a:rPr lang="en-US" dirty="0"/>
              <a:t>IQ scores </a:t>
            </a:r>
            <a:endParaRPr lang="en-IN" dirty="0"/>
          </a:p>
          <a:p>
            <a:pPr lvl="1"/>
            <a:r>
              <a:rPr lang="en-US" dirty="0"/>
              <a:t>Blood pressure</a:t>
            </a:r>
          </a:p>
          <a:p>
            <a:r>
              <a:rPr lang="en-IN" dirty="0"/>
              <a:t>These are neither counts nor waiting times.</a:t>
            </a:r>
          </a:p>
        </p:txBody>
      </p:sp>
    </p:spTree>
    <p:extLst>
      <p:ext uri="{BB962C8B-B14F-4D97-AF65-F5344CB8AC3E}">
        <p14:creationId xmlns:p14="http://schemas.microsoft.com/office/powerpoint/2010/main" val="350559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8D59-9599-5475-79B7-3A647C4B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92BD-D724-23FD-BC74-337D0D48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1831-37CF-4FDC-F0F4-7C0F535C2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11929641" cy="5922817"/>
          </a:xfrm>
        </p:spPr>
        <p:txBody>
          <a:bodyPr/>
          <a:lstStyle/>
          <a:p>
            <a:pPr lvl="0"/>
            <a:r>
              <a:rPr lang="en-IN" b="1" dirty="0"/>
              <a:t>These values:</a:t>
            </a:r>
            <a:endParaRPr lang="en-IN" dirty="0"/>
          </a:p>
          <a:p>
            <a:pPr lvl="1"/>
            <a:r>
              <a:rPr lang="en-IN" dirty="0"/>
              <a:t>Are continuous in nature. </a:t>
            </a:r>
          </a:p>
          <a:p>
            <a:pPr lvl="1"/>
            <a:r>
              <a:rPr lang="en-IN" dirty="0"/>
              <a:t>Can take many possible values. </a:t>
            </a:r>
          </a:p>
          <a:p>
            <a:pPr lvl="1"/>
            <a:r>
              <a:rPr lang="en-IN" dirty="0"/>
              <a:t>Are influenced by several factors simultaneously. </a:t>
            </a:r>
          </a:p>
          <a:p>
            <a:pPr lvl="1"/>
            <a:r>
              <a:rPr lang="en-IN" dirty="0"/>
              <a:t>Do not arise from a single cause.</a:t>
            </a:r>
          </a:p>
          <a:p>
            <a:pPr lvl="0"/>
            <a:r>
              <a:rPr lang="en-IN" b="1" dirty="0"/>
              <a:t>Example: </a:t>
            </a:r>
            <a:endParaRPr lang="en-IN" dirty="0"/>
          </a:p>
          <a:p>
            <a:pPr lvl="1"/>
            <a:r>
              <a:rPr lang="en-IN" dirty="0"/>
              <a:t>A student's mark depends on:</a:t>
            </a:r>
          </a:p>
          <a:p>
            <a:pPr lvl="2"/>
            <a:r>
              <a:rPr lang="en-IN" dirty="0"/>
              <a:t>Understanding of concepts </a:t>
            </a:r>
          </a:p>
          <a:p>
            <a:pPr lvl="2"/>
            <a:r>
              <a:rPr lang="en-IN" dirty="0"/>
              <a:t>Memory </a:t>
            </a:r>
          </a:p>
        </p:txBody>
      </p:sp>
    </p:spTree>
    <p:extLst>
      <p:ext uri="{BB962C8B-B14F-4D97-AF65-F5344CB8AC3E}">
        <p14:creationId xmlns:p14="http://schemas.microsoft.com/office/powerpoint/2010/main" val="101463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3005-F287-CAF1-78AD-E9A8A145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7664-CC6C-BF21-EC63-E87C0B3C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EEE0-F114-73A6-FB7D-7B8CEBFAC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5781247" cy="5922817"/>
          </a:xfrm>
        </p:spPr>
        <p:txBody>
          <a:bodyPr/>
          <a:lstStyle/>
          <a:p>
            <a:pPr lvl="1"/>
            <a:r>
              <a:rPr lang="en-IN" dirty="0"/>
              <a:t>A student's mark depends on:</a:t>
            </a:r>
          </a:p>
          <a:p>
            <a:pPr lvl="2"/>
            <a:r>
              <a:rPr lang="en-IN" dirty="0"/>
              <a:t>Understanding of concepts </a:t>
            </a:r>
          </a:p>
          <a:p>
            <a:pPr lvl="2"/>
            <a:r>
              <a:rPr lang="en-IN" dirty="0"/>
              <a:t>Memory </a:t>
            </a:r>
          </a:p>
          <a:p>
            <a:pPr lvl="2"/>
            <a:r>
              <a:rPr lang="en-IN" dirty="0"/>
              <a:t>Preparation </a:t>
            </a:r>
          </a:p>
          <a:p>
            <a:pPr lvl="2"/>
            <a:r>
              <a:rPr lang="en-IN" dirty="0"/>
              <a:t>Sleep </a:t>
            </a:r>
          </a:p>
          <a:p>
            <a:pPr lvl="2"/>
            <a:r>
              <a:rPr lang="en-IN" dirty="0"/>
              <a:t>Health </a:t>
            </a:r>
          </a:p>
          <a:p>
            <a:pPr lvl="2"/>
            <a:r>
              <a:rPr lang="en-IN" dirty="0"/>
              <a:t>Stress level </a:t>
            </a:r>
          </a:p>
          <a:p>
            <a:pPr lvl="2"/>
            <a:r>
              <a:rPr lang="en-IN" dirty="0"/>
              <a:t>Question difficulty </a:t>
            </a:r>
          </a:p>
          <a:p>
            <a:pPr lvl="2"/>
            <a:r>
              <a:rPr lang="en-IN" dirty="0"/>
              <a:t>Teaching quality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EA6749-9659-2E53-3A33-04B66D3C7413}"/>
              </a:ext>
            </a:extLst>
          </p:cNvPr>
          <p:cNvSpPr txBox="1">
            <a:spLocks/>
          </p:cNvSpPr>
          <p:nvPr/>
        </p:nvSpPr>
        <p:spPr>
          <a:xfrm>
            <a:off x="6279573" y="1371598"/>
            <a:ext cx="5781247" cy="28055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IN" dirty="0"/>
              <a:t>Luck </a:t>
            </a:r>
          </a:p>
          <a:p>
            <a:pPr lvl="2"/>
            <a:r>
              <a:rPr lang="en-IN" dirty="0"/>
              <a:t>Transition</a:t>
            </a:r>
          </a:p>
          <a:p>
            <a:pPr lvl="0"/>
            <a:r>
              <a:rPr lang="en-IN" dirty="0"/>
              <a:t>No single factor determines the final mark.</a:t>
            </a:r>
          </a:p>
        </p:txBody>
      </p:sp>
    </p:spTree>
    <p:extLst>
      <p:ext uri="{BB962C8B-B14F-4D97-AF65-F5344CB8AC3E}">
        <p14:creationId xmlns:p14="http://schemas.microsoft.com/office/powerpoint/2010/main" val="94748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5B6B-4D9E-E1DD-9E12-CB8B0614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4E9E-079E-96A7-2F49-5277438D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4D9A-DFB0-CF8F-2997-A9AC3E126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11929641" cy="5922817"/>
          </a:xfrm>
        </p:spPr>
        <p:txBody>
          <a:bodyPr/>
          <a:lstStyle/>
          <a:p>
            <a:pPr lvl="0"/>
            <a:r>
              <a:rPr lang="en-IN" dirty="0"/>
              <a:t>Instead, many small factors work together to produce the final outcome.</a:t>
            </a:r>
          </a:p>
          <a:p>
            <a:pPr lvl="0"/>
            <a:r>
              <a:rPr lang="en-IN" dirty="0"/>
              <a:t>As a result, observations naturally cluster around an </a:t>
            </a:r>
            <a:r>
              <a:rPr lang="en-US" dirty="0"/>
              <a:t>average</a:t>
            </a:r>
            <a:r>
              <a:rPr lang="en-IN" dirty="0"/>
              <a:t> value.</a:t>
            </a:r>
          </a:p>
          <a:p>
            <a:r>
              <a:rPr lang="en-IN" dirty="0"/>
              <a:t>This creates a characteristic shape known as the </a:t>
            </a:r>
            <a:r>
              <a:rPr lang="en-IN" b="1" dirty="0"/>
              <a:t>Bell Curve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80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95DF-CE64-02A9-0E3B-861E1021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22B8-99FA-A0F7-AAA6-CA75FA9A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Bell shape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A2A2-A7D0-C643-1413-4CF9AB807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11929641" cy="5777346"/>
          </a:xfrm>
        </p:spPr>
        <p:txBody>
          <a:bodyPr/>
          <a:lstStyle/>
          <a:p>
            <a:r>
              <a:rPr lang="en-US" dirty="0"/>
              <a:t>A mathematical model that describes how values naturally spread around an average when many small random factors act together.</a:t>
            </a:r>
          </a:p>
          <a:p>
            <a:pPr lvl="0"/>
            <a:r>
              <a:rPr lang="en-US" dirty="0"/>
              <a:t>In simple words:</a:t>
            </a:r>
            <a:endParaRPr lang="en-IN" dirty="0"/>
          </a:p>
          <a:p>
            <a:pPr lvl="1"/>
            <a:r>
              <a:rPr lang="en-US" dirty="0"/>
              <a:t>Most observations lie near the average. </a:t>
            </a:r>
            <a:endParaRPr lang="en-IN" dirty="0"/>
          </a:p>
          <a:p>
            <a:pPr lvl="1"/>
            <a:r>
              <a:rPr lang="en-US" dirty="0"/>
              <a:t>Fewer observations lie far from the average. </a:t>
            </a:r>
            <a:endParaRPr lang="en-IN" dirty="0"/>
          </a:p>
          <a:p>
            <a:pPr lvl="1"/>
            <a:r>
              <a:rPr lang="en-US" dirty="0"/>
              <a:t>Extreme observations are rare.</a:t>
            </a:r>
          </a:p>
          <a:p>
            <a:r>
              <a:rPr lang="en-US" dirty="0"/>
              <a:t>This produces the familiar </a:t>
            </a:r>
            <a:r>
              <a:rPr lang="en-US" b="1" dirty="0"/>
              <a:t>bell-shaped curve.</a:t>
            </a:r>
          </a:p>
          <a:p>
            <a:pPr marL="0" indent="0" algn="ctr">
              <a:buNone/>
            </a:pPr>
            <a:r>
              <a:rPr lang="en-US" b="1" dirty="0"/>
              <a:t>But why does this bell shape appear in so many </a:t>
            </a:r>
          </a:p>
          <a:p>
            <a:pPr marL="0" indent="0" algn="ctr">
              <a:buNone/>
            </a:pPr>
            <a:r>
              <a:rPr lang="en-US" b="1" dirty="0"/>
              <a:t>completely different situations?</a:t>
            </a:r>
            <a:endParaRPr lang="en-IN" dirty="0"/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89DDF9-45A2-C949-40E6-4CB26AE7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11" y="2067542"/>
            <a:ext cx="4023709" cy="2938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87289-35CA-0AE3-5B0E-56D306189F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77402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1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8FF9-5724-DA57-7C5B-76A735FB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1A2D-9FB8-486E-F809-17BF3450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the bell shape appear everywhere?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AEA5-0958-3A7E-34B7-F9950362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76635"/>
          </a:xfrm>
        </p:spPr>
        <p:txBody>
          <a:bodyPr/>
          <a:lstStyle/>
          <a:p>
            <a:r>
              <a:rPr lang="en-US" dirty="0"/>
              <a:t>The most important idea in statistics:</a:t>
            </a:r>
          </a:p>
          <a:p>
            <a:pPr marL="449262" lvl="1" indent="0" algn="ctr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When many independent random variables are added, their sum tends to follow a Normal Distribution — regardless of the original distribution</a:t>
            </a:r>
            <a:r>
              <a:rPr lang="en-US" dirty="0"/>
              <a:t>.</a:t>
            </a:r>
          </a:p>
          <a:p>
            <a:r>
              <a:rPr lang="en-US" dirty="0"/>
              <a:t>Because this pattern appears so frequently in nature, science, engineering, and data analysis, statisticians developed a mathematical model to describe.	</a:t>
            </a:r>
          </a:p>
        </p:txBody>
      </p:sp>
    </p:spTree>
    <p:extLst>
      <p:ext uri="{BB962C8B-B14F-4D97-AF65-F5344CB8AC3E}">
        <p14:creationId xmlns:p14="http://schemas.microsoft.com/office/powerpoint/2010/main" val="53825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EAC8-E0EE-7596-4F90-018C892D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5F5E-247B-DBCC-8DC3-808CCB3B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Binomial Distribution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C936B-1CB2-24E2-F2F3-671B62FAF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Binomial Distribution is used when:</a:t>
                </a:r>
              </a:p>
              <a:p>
                <a:pPr lvl="1"/>
                <a:r>
                  <a:rPr lang="en-US" dirty="0"/>
                  <a:t>Fixed number of trials (n)</a:t>
                </a:r>
              </a:p>
              <a:p>
                <a:pPr lvl="1"/>
                <a:r>
                  <a:rPr lang="en-US" dirty="0"/>
                  <a:t>Each trial has two outcomes (success/failure)</a:t>
                </a:r>
              </a:p>
              <a:p>
                <a:pPr lvl="1"/>
                <a:r>
                  <a:rPr lang="en-US" dirty="0"/>
                  <a:t>Probability of success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(constant)</a:t>
                </a:r>
              </a:p>
              <a:p>
                <a:pPr lvl="1"/>
                <a:r>
                  <a:rPr lang="en-US" dirty="0"/>
                  <a:t>Trials are independent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Tossing a coin</a:t>
                </a:r>
              </a:p>
              <a:p>
                <a:pPr lvl="1"/>
                <a:r>
                  <a:rPr lang="en-US" dirty="0"/>
                  <a:t>Pass/Fail result</a:t>
                </a:r>
              </a:p>
              <a:p>
                <a:pPr lvl="1"/>
                <a:r>
                  <a:rPr lang="en-US" dirty="0"/>
                  <a:t>Defective/Non-defective item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C936B-1CB2-24E2-F2F3-671B62FAF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1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63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07E26-29CA-8DFE-49F4-C997CCE1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C7D3-4664-8C18-A4EF-A5258940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Binomial Distribution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67EB1-941A-C30F-4F6D-8521A0C62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When:</a:t>
                </a:r>
              </a:p>
              <a:p>
                <a:pPr lvl="1"/>
                <a:r>
                  <a:rPr lang="en-US" dirty="0"/>
                  <a:t>Number of trials n is large</a:t>
                </a:r>
              </a:p>
              <a:p>
                <a:pPr lvl="1"/>
                <a:r>
                  <a:rPr lang="en-US" dirty="0"/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is not very close to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Then:</a:t>
                </a:r>
              </a:p>
              <a:p>
                <a:pPr lvl="1"/>
                <a:r>
                  <a:rPr lang="en-US" dirty="0"/>
                  <a:t>Many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s are added together</a:t>
                </a:r>
              </a:p>
              <a:p>
                <a:pPr lvl="1"/>
                <a:r>
                  <a:rPr lang="en-US" dirty="0"/>
                  <a:t>Each trial contributes a small random effect</a:t>
                </a:r>
              </a:p>
              <a:p>
                <a:pPr lvl="1"/>
                <a:r>
                  <a:rPr lang="en-US" dirty="0"/>
                  <a:t>No single trial dominates the result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67EB1-941A-C30F-4F6D-8521A0C62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FD42CA8-EB6E-5C21-16BF-B06BB23F4C9C}"/>
              </a:ext>
            </a:extLst>
          </p:cNvPr>
          <p:cNvSpPr txBox="1"/>
          <p:nvPr/>
        </p:nvSpPr>
        <p:spPr>
          <a:xfrm>
            <a:off x="2708563" y="5743348"/>
            <a:ext cx="6774874" cy="523220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IN" dirty="0"/>
              <a:t>Visit : </a:t>
            </a:r>
            <a:r>
              <a:rPr lang="en-IN" dirty="0">
                <a:hlinkClick r:id="rId3"/>
              </a:rPr>
              <a:t>https://www.geogebra.org/m/q5H4sxcE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80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8225-C8CB-BE88-E877-152CE389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ACB1-42B5-EED0-73F2-FA56DF3E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Poisson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5CB89-C753-6152-57C4-EE70F546F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Poisson Distribution is used when:</a:t>
                </a:r>
              </a:p>
              <a:p>
                <a:pPr lvl="1"/>
                <a:r>
                  <a:rPr lang="en-US" dirty="0"/>
                  <a:t>Counting number of events</a:t>
                </a:r>
              </a:p>
              <a:p>
                <a:pPr lvl="1"/>
                <a:r>
                  <a:rPr lang="en-US" dirty="0"/>
                  <a:t>In a fixed time or space</a:t>
                </a:r>
              </a:p>
              <a:p>
                <a:pPr lvl="1"/>
                <a:r>
                  <a:rPr lang="en-US" dirty="0"/>
                  <a:t>Events occur randomly &amp; independently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Calls per minute</a:t>
                </a:r>
              </a:p>
              <a:p>
                <a:pPr lvl="1"/>
                <a:r>
                  <a:rPr lang="en-US" dirty="0"/>
                  <a:t>Defects per meter</a:t>
                </a:r>
              </a:p>
              <a:p>
                <a:pPr lvl="1"/>
                <a:r>
                  <a:rPr lang="en-US" dirty="0"/>
                  <a:t>Packets arriving per second</a:t>
                </a:r>
              </a:p>
              <a:p>
                <a:r>
                  <a:rPr lang="en-US" dirty="0"/>
                  <a:t>Parameter: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average number of events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5CB89-C753-6152-57C4-EE70F546F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1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73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0EB5-1200-B24E-B210-79E8CEEA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5BD0-1A77-28B1-4E88-E8FE8320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Poisson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C45637-ECC9-9B11-C05D-18D2485598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When: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Average number of events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increases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Then: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Events are no longer rare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Random fluctuations balance out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Distribution becomes: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Less skewed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More symmetric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Smooth and bell-shaped and 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Shape starts looking like Normal.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C45637-ECC9-9B11-C05D-18D2485598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1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97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DE71-C840-13ED-392A-37126BBE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4EE4-51AC-D082-460C-3503A98B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Poisson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5182D-2E99-6EA5-1A51-E4940F1CD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Central Limit Theorem idea: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Poisson counts many small random event chances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When events are frequent, their total behaves like a sum of many small random variables</a:t>
                </a:r>
              </a:p>
              <a:p>
                <a:pPr>
                  <a:lnSpc>
                    <a:spcPct val="135000"/>
                  </a:lnSpc>
                </a:pPr>
                <a:r>
                  <a:rPr lang="fr-FR" b="1" dirty="0">
                    <a:solidFill>
                      <a:schemeClr val="accent6">
                        <a:lumMod val="75000"/>
                      </a:schemeClr>
                    </a:solidFill>
                  </a:rPr>
                  <a:t>Large </a:t>
                </a:r>
                <a14:m>
                  <m:oMath xmlns:m="http://schemas.openxmlformats.org/officeDocument/2006/math">
                    <m:r>
                      <a:rPr lang="fr-FR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fr-FR" b="1" dirty="0">
                    <a:solidFill>
                      <a:schemeClr val="accent6">
                        <a:lumMod val="75000"/>
                      </a:schemeClr>
                    </a:solidFill>
                  </a:rPr>
                  <a:t> Poisson ≈ Normal Distribution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5182D-2E99-6EA5-1A51-E4940F1CD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A170320-3310-95F3-A2B8-C32477750859}"/>
              </a:ext>
            </a:extLst>
          </p:cNvPr>
          <p:cNvSpPr txBox="1"/>
          <p:nvPr/>
        </p:nvSpPr>
        <p:spPr>
          <a:xfrm>
            <a:off x="1774248" y="4943248"/>
            <a:ext cx="8643505" cy="523220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IN" dirty="0"/>
              <a:t>Visit : </a:t>
            </a:r>
            <a:r>
              <a:rPr lang="en-IN" dirty="0">
                <a:hlinkClick r:id="rId3"/>
              </a:rPr>
              <a:t>https://www.quantt.co.uk/tools/probability-visualizer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84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61AB-B81A-ECC0-AECD-718CFBD1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536D-C6E5-28AD-0CE3-DEC6F18D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sum of Exponentials becomes Normal?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334C-E651-514F-12EC-E31B26381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76635"/>
          </a:xfrm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US" dirty="0"/>
              <a:t>Exponential Distribution models: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Waiting time until the next event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between consecutive events</a:t>
            </a:r>
          </a:p>
          <a:p>
            <a:pPr>
              <a:lnSpc>
                <a:spcPct val="135000"/>
              </a:lnSpc>
            </a:pPr>
            <a:r>
              <a:rPr lang="en-US" dirty="0"/>
              <a:t>Examples: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until next arrival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until failure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until packet drop</a:t>
            </a:r>
          </a:p>
          <a:p>
            <a:pPr>
              <a:lnSpc>
                <a:spcPct val="135000"/>
              </a:lnSpc>
            </a:pPr>
            <a:r>
              <a:rPr lang="en-US" dirty="0"/>
              <a:t>Property: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Right-skewed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Memoryless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43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12926-1F35-DE09-069A-FE4E793B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8115-F197-DDB5-CC3F-8DD5CDD5C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sum of Exponentials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85E4A-0E8D-3C83-CB6F-3135DADF9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Exponential describes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one waiting</a:t>
                </a:r>
                <a:r>
                  <a:rPr lang="en-US" dirty="0"/>
                  <a:t> time only.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It is always skewed.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When many independent waiting times are added, then 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small variations cancel out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Extremes become rare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Balance appears 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By Central Limit Theorem: </a:t>
                </a:r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361950" lvl="1" indent="0" algn="ctr">
                  <a:lnSpc>
                    <a:spcPct val="135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  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  Normal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Single wait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Exponential 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Many waits added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Normal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85E4A-0E8D-3C83-CB6F-3135DADF9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3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786C3B-F652-994B-A1E6-335802B68BDC}"/>
              </a:ext>
            </a:extLst>
          </p:cNvPr>
          <p:cNvSpPr txBox="1"/>
          <p:nvPr/>
        </p:nvSpPr>
        <p:spPr>
          <a:xfrm>
            <a:off x="6186494" y="5885189"/>
            <a:ext cx="5874326" cy="523220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Visit : </a:t>
            </a:r>
            <a:r>
              <a:rPr lang="en-IN" sz="2400" dirty="0">
                <a:hlinkClick r:id="rId3"/>
              </a:rPr>
              <a:t>https://www.geogebra.org/m/rGXMGrV4</a:t>
            </a:r>
            <a:r>
              <a:rPr lang="en-IN" sz="24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189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1A59-1D81-B862-AA0B-65C45A40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E946-76BC-39CB-6DA9-5C332DF6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Galton Board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D86CA3-E394-674D-B5DC-A1C0AEB00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46" y="711201"/>
            <a:ext cx="5872162" cy="58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5325EF-7166-F8EB-EF2E-5059F87AB281}"/>
              </a:ext>
            </a:extLst>
          </p:cNvPr>
          <p:cNvSpPr txBox="1"/>
          <p:nvPr/>
        </p:nvSpPr>
        <p:spPr>
          <a:xfrm>
            <a:off x="6382940" y="3244334"/>
            <a:ext cx="5683828" cy="1477328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IN" sz="1800" dirty="0"/>
              <a:t>Also Visit : </a:t>
            </a:r>
          </a:p>
          <a:p>
            <a:pPr algn="ctr"/>
            <a:endParaRPr lang="en-IN" sz="1800" dirty="0"/>
          </a:p>
          <a:p>
            <a:pPr algn="ctr"/>
            <a:r>
              <a:rPr lang="en-IN" sz="1800" dirty="0">
                <a:hlinkClick r:id="rId3"/>
              </a:rPr>
              <a:t>https://www.mathsisfun.com/data/quincunx.html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>
                <a:hlinkClick r:id="rId4"/>
              </a:rPr>
              <a:t>https://probabilityplayground.com/poisson</a:t>
            </a:r>
            <a:r>
              <a:rPr lang="en-IN" sz="1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2238054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IN" dirty="0"/>
                  <a:t>The Normal Distribution is a continuous probability distribution that describes how values are distributed around a central value when many small random factors act together.</a:t>
                </a:r>
              </a:p>
              <a:p>
                <a:pPr lvl="0"/>
                <a:r>
                  <a:rPr lang="en-IN" dirty="0"/>
                  <a:t>It is characterized by:</a:t>
                </a:r>
              </a:p>
              <a:p>
                <a:pPr lvl="1"/>
                <a:r>
                  <a:rPr lang="en-IN" dirty="0"/>
                  <a:t>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Standard Deviation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and has the bell-shaped curve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91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4DE9-433B-6BF3-646D-B4A43E09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A2CFF7-97E2-75DF-ACD3-25874F34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"Normal"?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458585-F778-8C43-2233-F5956C6BE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/>
            <a:r>
              <a:rPr lang="en-IN" dirty="0"/>
              <a:t>Normal Distribution </a:t>
            </a:r>
          </a:p>
          <a:p>
            <a:pPr lvl="1"/>
            <a:r>
              <a:rPr lang="en-IN" dirty="0"/>
              <a:t>introduced by mathematicians studying measurement errors. </a:t>
            </a:r>
          </a:p>
          <a:p>
            <a:pPr lvl="1"/>
            <a:r>
              <a:rPr lang="en-IN" dirty="0"/>
              <a:t>found repeatedly in nature and experiments. </a:t>
            </a:r>
          </a:p>
          <a:p>
            <a:pPr lvl="1"/>
            <a:r>
              <a:rPr lang="en-IN" dirty="0"/>
              <a:t>became so common that it was called the "Normal"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88599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C649E-D897-CB0F-CEFB-90DF4139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FE42B7-1E40-C86C-9E74-D52A75FB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240847-F6D2-53A7-1261-D984109953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A continuous random variable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is said to follow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Normal Distribution</a:t>
                </a:r>
                <a:r>
                  <a:rPr lang="en-US" dirty="0"/>
                  <a:t> with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μ</a:t>
                </a:r>
                <a:r>
                  <a:rPr lang="en-US" dirty="0"/>
                  <a:t>  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, written as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𝛔</m:t>
                            </m:r>
                          </m:e>
                          <m:sup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if its probability density function is given by,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>
                                <m:fPr>
                                  <m:ctrlP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𝛍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𝛔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  <a:p>
                <a:pPr marL="0" indent="0" algn="r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∞&lt;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&lt;∞,−∞&lt;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&lt;∞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&amp;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IN" dirty="0"/>
              </a:p>
              <a:p>
                <a:pPr lvl="0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(mean)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(variance) are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parameters</a:t>
                </a:r>
                <a:r>
                  <a:rPr lang="en-US" dirty="0"/>
                  <a:t> of the distribution.</a:t>
                </a:r>
              </a:p>
              <a:p>
                <a:r>
                  <a:rPr lang="en-US" dirty="0"/>
                  <a:t>The curve representing the normal distribution is called the normal curve.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240847-F6D2-53A7-1261-D98410995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11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41" y="754261"/>
                <a:ext cx="11988032" cy="1156426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/>
                  <a:t>Note that, the probability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lies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equal to the area under the normal curve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41" y="754261"/>
                <a:ext cx="11988032" cy="1156426"/>
              </a:xfrm>
              <a:blipFill>
                <a:blip r:embed="rId2"/>
                <a:stretch>
                  <a:fillRect l="-915" r="-1017" b="-148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0ABCE67-29A0-E8C0-F627-FC4147E8DCB0}"/>
              </a:ext>
            </a:extLst>
          </p:cNvPr>
          <p:cNvGrpSpPr/>
          <p:nvPr/>
        </p:nvGrpSpPr>
        <p:grpSpPr>
          <a:xfrm>
            <a:off x="4086861" y="2337715"/>
            <a:ext cx="4018278" cy="3617981"/>
            <a:chOff x="730828" y="1818170"/>
            <a:chExt cx="4018278" cy="361798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FA5791-ADB6-EED5-3CDE-FB8339140C75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 flipV="1">
              <a:off x="4042272" y="4167823"/>
              <a:ext cx="0" cy="6892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F3B2C8-3BA7-B162-077E-E9A9394DC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9325" y="4384371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41C4C3-D5ED-D7D9-C98A-D90961955AC9}"/>
                </a:ext>
              </a:extLst>
            </p:cNvPr>
            <p:cNvSpPr/>
            <p:nvPr/>
          </p:nvSpPr>
          <p:spPr>
            <a:xfrm>
              <a:off x="1299325" y="1818170"/>
              <a:ext cx="2742947" cy="3038881"/>
            </a:xfrm>
            <a:custGeom>
              <a:avLst/>
              <a:gdLst>
                <a:gd name="csX0" fmla="*/ 1429295 w 2742947"/>
                <a:gd name="csY0" fmla="*/ 1 h 3038881"/>
                <a:gd name="csX1" fmla="*/ 2669000 w 2742947"/>
                <a:gd name="csY1" fmla="*/ 2159551 h 3038881"/>
                <a:gd name="csX2" fmla="*/ 2736750 w 2742947"/>
                <a:gd name="csY2" fmla="*/ 2295887 h 3038881"/>
                <a:gd name="csX3" fmla="*/ 2742947 w 2742947"/>
                <a:gd name="csY3" fmla="*/ 2306902 h 3038881"/>
                <a:gd name="csX4" fmla="*/ 2742947 w 2742947"/>
                <a:gd name="csY4" fmla="*/ 3038881 h 3038881"/>
                <a:gd name="csX5" fmla="*/ 0 w 2742947"/>
                <a:gd name="csY5" fmla="*/ 3038881 h 3038881"/>
                <a:gd name="csX6" fmla="*/ 0 w 2742947"/>
                <a:gd name="csY6" fmla="*/ 2541983 h 3038881"/>
                <a:gd name="csX7" fmla="*/ 8093 w 2742947"/>
                <a:gd name="csY7" fmla="*/ 2531631 h 3038881"/>
                <a:gd name="csX8" fmla="*/ 221308 w 2742947"/>
                <a:gd name="csY8" fmla="*/ 2155212 h 3038881"/>
                <a:gd name="csX9" fmla="*/ 1429295 w 2742947"/>
                <a:gd name="csY9" fmla="*/ 1 h 3038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42947" h="3038881">
                  <a:moveTo>
                    <a:pt x="1429295" y="1"/>
                  </a:moveTo>
                  <a:cubicBezTo>
                    <a:pt x="1903715" y="725"/>
                    <a:pt x="2465194" y="1727062"/>
                    <a:pt x="2669000" y="2159551"/>
                  </a:cubicBezTo>
                  <a:cubicBezTo>
                    <a:pt x="2691291" y="2206855"/>
                    <a:pt x="2713827" y="2252354"/>
                    <a:pt x="2736750" y="2295887"/>
                  </a:cubicBezTo>
                  <a:lnTo>
                    <a:pt x="2742947" y="2306902"/>
                  </a:lnTo>
                  <a:lnTo>
                    <a:pt x="2742947" y="3038881"/>
                  </a:lnTo>
                  <a:lnTo>
                    <a:pt x="0" y="3038881"/>
                  </a:lnTo>
                  <a:lnTo>
                    <a:pt x="0" y="2541983"/>
                  </a:lnTo>
                  <a:lnTo>
                    <a:pt x="8093" y="2531631"/>
                  </a:lnTo>
                  <a:cubicBezTo>
                    <a:pt x="83416" y="2425583"/>
                    <a:pt x="153232" y="2298512"/>
                    <a:pt x="221308" y="2155212"/>
                  </a:cubicBezTo>
                  <a:cubicBezTo>
                    <a:pt x="428780" y="1718489"/>
                    <a:pt x="954875" y="-722"/>
                    <a:pt x="1429295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A104F19-5A09-F4B0-7638-55CC4FC04A4F}"/>
                </a:ext>
              </a:extLst>
            </p:cNvPr>
            <p:cNvGrpSpPr/>
            <p:nvPr/>
          </p:nvGrpSpPr>
          <p:grpSpPr>
            <a:xfrm>
              <a:off x="730828" y="1837304"/>
              <a:ext cx="4018278" cy="3038882"/>
              <a:chOff x="730828" y="1837304"/>
              <a:chExt cx="4018278" cy="3038882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AB4A8FF-FDB3-148F-3B24-45DF07FC5F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352" y="1843156"/>
                <a:ext cx="29615" cy="3033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B2D37F9-88D6-8B18-D37D-1E48AD874291}"/>
                  </a:ext>
                </a:extLst>
              </p:cNvPr>
              <p:cNvSpPr/>
              <p:nvPr/>
            </p:nvSpPr>
            <p:spPr>
              <a:xfrm>
                <a:off x="730828" y="1837304"/>
                <a:ext cx="4018278" cy="2880687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A9FE65F-FA87-E2A9-6189-7675EA9197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828" y="4876186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83CDD533-9880-1A65-59FB-6B0BC3005C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70672" y="486462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5E2EFB6D-0DCE-4948-1FF9-BFB3825F9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672" y="4864627"/>
                  <a:ext cx="657306" cy="4801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ontent Placeholder 2">
                  <a:extLst>
                    <a:ext uri="{FF2B5EF4-FFF2-40B4-BE49-F238E27FC236}">
                      <a16:creationId xmlns:a16="http://schemas.microsoft.com/office/drawing/2014/main" id="{88BFB2D2-40E1-3FD0-4567-C04D7E23383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417175" y="495602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60A6E0CF-2820-149F-310B-29D017E8C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175" y="4956020"/>
                  <a:ext cx="657306" cy="4801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C1F23B9D-0163-DBBD-7694-338E98B6F6A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61826" y="485501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1AA6B835-6246-9A38-9A7E-56A8D5712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826" y="4855013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3797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DC26-F321-74AE-AD16-291478F9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 we face with a Normal random variable?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834C4-F317-7866-D78C-703797A53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However, a practical problem remains: </a:t>
                </a:r>
              </a:p>
              <a:p>
                <a:pPr lvl="1"/>
                <a:r>
                  <a:rPr lang="en-US" dirty="0"/>
                  <a:t>A Normal random variable is written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l-G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dirty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l-GR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l-GR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dirty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Now imagine this:</a:t>
                </a:r>
              </a:p>
              <a:p>
                <a:pPr lvl="1"/>
                <a:r>
                  <a:rPr lang="en-IN" dirty="0"/>
                  <a:t>Heights of students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dirty="0">
                            <a:latin typeface="Cambria Math" panose="02040503050406030204" pitchFamily="18" charset="0"/>
                          </a:rPr>
                          <m:t>165, 102</m:t>
                        </m:r>
                      </m:e>
                    </m:d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Exam scores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dirty="0">
                            <a:latin typeface="Cambria Math" panose="02040503050406030204" pitchFamily="18" charset="0"/>
                          </a:rPr>
                          <m:t>60, 152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US" dirty="0"/>
                  <a:t>But different normal distributions have different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, so each has</a:t>
                </a:r>
              </a:p>
              <a:p>
                <a:pPr lvl="1"/>
                <a:r>
                  <a:rPr lang="en-US" dirty="0"/>
                  <a:t>Different curves</a:t>
                </a:r>
              </a:p>
              <a:p>
                <a:pPr lvl="1"/>
                <a:r>
                  <a:rPr lang="en-US" dirty="0"/>
                  <a:t>Different probability calculations</a:t>
                </a:r>
              </a:p>
              <a:p>
                <a:pPr lvl="1"/>
                <a:r>
                  <a:rPr lang="en-US" dirty="0"/>
                  <a:t>Infinite varieties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834C4-F317-7866-D78C-703797A53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69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1AFE-499F-072D-FCCB-25012DA6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79D9-7AF5-3A4E-2696-596E40FB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 we face with a Normal random variable?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A13C-052B-93F8-FB2F-111407E6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367480"/>
          </a:xfrm>
        </p:spPr>
        <p:txBody>
          <a:bodyPr/>
          <a:lstStyle/>
          <a:p>
            <a:pPr lvl="0"/>
            <a:r>
              <a:rPr lang="en-US" dirty="0"/>
              <a:t>If we compute probabilities separately for every Normal Distribution, we would need:</a:t>
            </a:r>
            <a:endParaRPr lang="en-IN" dirty="0"/>
          </a:p>
          <a:p>
            <a:pPr lvl="1"/>
            <a:r>
              <a:rPr lang="en-US" dirty="0"/>
              <a:t>Different calculations </a:t>
            </a:r>
            <a:endParaRPr lang="en-IN" dirty="0"/>
          </a:p>
          <a:p>
            <a:pPr lvl="1"/>
            <a:r>
              <a:rPr lang="en-US" dirty="0"/>
              <a:t>Different tables </a:t>
            </a:r>
            <a:endParaRPr lang="en-IN" dirty="0"/>
          </a:p>
          <a:p>
            <a:pPr lvl="1"/>
            <a:r>
              <a:rPr lang="en-US" dirty="0"/>
              <a:t>Repeated integrations </a:t>
            </a:r>
            <a:endParaRPr lang="en-IN" dirty="0"/>
          </a:p>
          <a:p>
            <a:r>
              <a:rPr lang="en-US" dirty="0"/>
              <a:t>which is impractical.</a:t>
            </a:r>
            <a:endParaRPr lang="en-IN" dirty="0"/>
          </a:p>
          <a:p>
            <a:pPr marL="0" indent="0" algn="ctr">
              <a:buNone/>
            </a:pPr>
            <a:r>
              <a:rPr lang="en-US" b="1" dirty="0"/>
              <a:t>	Can we somehow convert every Normal Distribution into a single common form?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86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CEA89-689D-2C1B-05BE-435F3183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CD87-4507-48D6-15C1-74B7E67F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 we face with a Normal random variable?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D02E7-CA39-E2A3-FFD8-3F18630C98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</p:spPr>
            <p:txBody>
              <a:bodyPr/>
              <a:lstStyle/>
              <a:p>
                <a:pPr lvl="0"/>
                <a:r>
                  <a:rPr lang="en-US" dirty="0"/>
                  <a:t>Note that</a:t>
                </a:r>
                <a:endParaRPr lang="en-IN" dirty="0"/>
              </a:p>
              <a:p>
                <a:pPr lvl="1"/>
                <a:r>
                  <a:rPr lang="en-US" dirty="0"/>
                  <a:t>Although their centers and spreads differ, all Normal Distributions have a similar bell-shaped appearance.</a:t>
                </a:r>
                <a:endParaRPr lang="en-IN" dirty="0"/>
              </a:p>
              <a:p>
                <a:pPr lvl="0"/>
                <a:r>
                  <a:rPr lang="en-US" dirty="0"/>
                  <a:t>They only differ in location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</m:d>
                  </m:oMath>
                </a14:m>
                <a:r>
                  <a:rPr lang="en-US" dirty="0"/>
                  <a:t> and scale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US" dirty="0"/>
                  <a:t>So, the natural question is:</a:t>
                </a:r>
                <a:endParaRPr lang="en-IN" dirty="0"/>
              </a:p>
              <a:p>
                <a:pPr marL="361950" lvl="1" indent="0">
                  <a:buNone/>
                </a:pPr>
                <a:r>
                  <a:rPr lang="en-US" b="1" dirty="0"/>
                  <a:t>Can we shift and rescale any normal variable so that all normals look identical?</a:t>
                </a:r>
                <a:endParaRPr lang="en-IN" b="1" dirty="0"/>
              </a:p>
              <a:p>
                <a:pPr lvl="1"/>
                <a:r>
                  <a:rPr lang="en-US" dirty="0"/>
                  <a:t>Yes. By subtracting the mean and dividing by the standard deviation, any Normal random variable can be transformed into a common variable called the Standard Normal Variable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D02E7-CA39-E2A3-FFD8-3F18630C9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  <a:blipFill>
                <a:blip r:embed="rId2"/>
                <a:stretch>
                  <a:fillRect l="-971" r="-1074" b="-12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22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1F4C8-EE87-B274-7EAC-0386303B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1DF0-0035-56D4-5738-28EDFC3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"Standardizing" actually mean?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07D02-71BB-2AFE-ADF6-1CAE838358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</p:spPr>
            <p:txBody>
              <a:bodyPr/>
              <a:lstStyle/>
              <a:p>
                <a:pPr lvl="0"/>
                <a:r>
                  <a:rPr lang="en-US" dirty="0"/>
                  <a:t>Standardization is a two-step transformation:</a:t>
                </a:r>
                <a:endParaRPr lang="en-IN" dirty="0"/>
              </a:p>
              <a:p>
                <a:pPr lvl="1"/>
                <a:r>
                  <a:rPr lang="en-IN" b="1" dirty="0"/>
                  <a:t>Step 1:</a:t>
                </a:r>
                <a:r>
                  <a:rPr lang="en-IN" dirty="0"/>
                  <a:t> Shift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𝛍</m:t>
                      </m:r>
                    </m:oMath>
                  </m:oMathPara>
                </a14:m>
                <a:endParaRPr lang="en-IN" dirty="0"/>
              </a:p>
              <a:p>
                <a:pPr lvl="2"/>
                <a:r>
                  <a:rPr lang="en-IN" dirty="0"/>
                  <a:t>Subtract the mean. </a:t>
                </a:r>
              </a:p>
              <a:p>
                <a:pPr lvl="2"/>
                <a:r>
                  <a:rPr lang="en-IN" dirty="0"/>
                  <a:t>This moves the centre from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to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1"/>
                <a:r>
                  <a:rPr lang="en-US" b="1" dirty="0"/>
                  <a:t>Step 2:</a:t>
                </a:r>
                <a:r>
                  <a:rPr lang="en-US" dirty="0"/>
                  <a:t> Scale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𝛍</m:t>
                          </m:r>
                        </m:num>
                        <m:den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𝛔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lvl="2"/>
                <a:r>
                  <a:rPr lang="en-US" dirty="0"/>
                  <a:t>Divide by the standard deviation.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07D02-71BB-2AFE-ADF6-1CAE83835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26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7B24-113E-923B-EEA1-D91BAFFF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80A6-8C3E-A1FF-3F8F-DE361148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"Standardizing" actually mean?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B7420C-EB28-B71D-26A1-DE92C28DBF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</p:spPr>
            <p:txBody>
              <a:bodyPr/>
              <a:lstStyle/>
              <a:p>
                <a:pPr lvl="1"/>
                <a:r>
                  <a:rPr lang="en-US" b="1" dirty="0"/>
                  <a:t>Step 2:</a:t>
                </a:r>
                <a:r>
                  <a:rPr lang="en-US" dirty="0"/>
                  <a:t> Scale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𝛍</m:t>
                          </m:r>
                        </m:num>
                        <m:den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𝛔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lvl="2"/>
                <a:r>
                  <a:rPr lang="en-US" dirty="0"/>
                  <a:t>Divide by the standard deviation. </a:t>
                </a:r>
              </a:p>
              <a:p>
                <a:pPr lvl="2"/>
                <a:r>
                  <a:rPr lang="en-US" dirty="0"/>
                  <a:t>This makes the standard deviation equal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So, we define:​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𝛍</m:t>
                          </m:r>
                        </m:num>
                        <m:den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𝛔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This new variable is called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Standard Normal Variable.</a:t>
                </a:r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B7420C-EB28-B71D-26A1-DE92C28DBF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3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73C66-B6B9-FE82-204D-E716B2BD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A037-2BBC-065C-A1D2-68D3A81F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What does “standardizing” actually mean?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3D4D4-8056-AEC9-F493-8FBE33B22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So, every normal random variable is transformed into the same standard normal distribution after standardization.</a:t>
                </a:r>
              </a:p>
              <a:p>
                <a:r>
                  <a:rPr lang="en-US" dirty="0"/>
                  <a:t>Real-life normal distributions differ in mean and spread.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-score standardization removes these differences by rescaling data, so all normal distributions map to the same standard normal form without changing their relative structure.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3D4D4-8056-AEC9-F493-8FBE33B22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D57E9BE-66D3-561F-6B1E-B9CF668FF694}"/>
              </a:ext>
            </a:extLst>
          </p:cNvPr>
          <p:cNvSpPr txBox="1"/>
          <p:nvPr/>
        </p:nvSpPr>
        <p:spPr>
          <a:xfrm>
            <a:off x="3559105" y="6085443"/>
            <a:ext cx="5073790" cy="369332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IN" sz="1800" dirty="0"/>
              <a:t>Visit : </a:t>
            </a:r>
            <a:r>
              <a:rPr lang="en-IN" sz="1800" dirty="0">
                <a:hlinkClick r:id="rId3"/>
              </a:rPr>
              <a:t>https://www.desmos.com/calculator/0x3rpqtgrx</a:t>
            </a:r>
            <a:r>
              <a:rPr lang="en-IN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658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64D8-3CA3-097D-E753-878AD3D0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EC24-683F-0659-D55F-E9E35567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Variable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2BC0D-4A3E-EF23-BB35-41DB11DC30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2060820" cy="4681680"/>
              </a:xfrm>
            </p:spPr>
            <p:txBody>
              <a:bodyPr/>
              <a:lstStyle/>
              <a:p>
                <a:r>
                  <a:rPr lang="en-US" dirty="0"/>
                  <a:t>A standard normal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is a normal random variable with: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Standard Normal Variable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That means:</a:t>
                </a:r>
              </a:p>
              <a:p>
                <a:pPr lvl="1"/>
                <a:r>
                  <a:rPr lang="en-US" dirty="0"/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IN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en-IN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2BC0D-4A3E-EF23-BB35-41DB11DC3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2060820" cy="4681680"/>
              </a:xfrm>
              <a:blipFill>
                <a:blip r:embed="rId2"/>
                <a:stretch>
                  <a:fillRect l="-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58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DAC9-08A5-C974-5648-86E6DC3D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43FEAB4-36EE-C050-DFBE-BFDB74758DD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</p:spPr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r>
                      <a:rPr lang="en-US" b="1" i="0" dirty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/>
                  <a:t>-score</a:t>
                </a:r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F43FEAB4-36EE-C050-DFBE-BFDB74758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F336F2E4-2F41-25EF-1708-7BCBD050A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</m:num>
                        <m:den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den>
                      </m:f>
                    </m:oMath>
                  </m:oMathPara>
                </a14:m>
                <a:endParaRPr lang="en-IN" b="1" dirty="0"/>
              </a:p>
              <a:p>
                <a:pPr lvl="0"/>
                <a:r>
                  <a:rPr lang="en-IN" dirty="0"/>
                  <a:t>tells us:</a:t>
                </a:r>
              </a:p>
              <a:p>
                <a:pPr marL="0" lvl="0" indent="0" algn="ctr">
                  <a:buNone/>
                </a:pP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How many standard deviations an observation lies above or below the mean</a:t>
                </a:r>
                <a:r>
                  <a:rPr lang="en-IN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  <a:p>
                <a:pPr lvl="0"/>
                <a:r>
                  <a:rPr lang="en-IN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→ exactly at the mean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 → one standard deviation above mean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=−2 </m:t>
                    </m:r>
                  </m:oMath>
                </a14:m>
                <a:r>
                  <a:rPr lang="en-IN" dirty="0"/>
                  <a:t>→ two standard deviations below mean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F336F2E4-2F41-25EF-1708-7BCBD050A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05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8E7B-7259-F1BF-0FE3-48ED4798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C10A3FBD-6250-9FDC-4167-A8CF52E713E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</p:spPr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/>
                  <a:t>-score</a:t>
                </a:r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C10A3FBD-6250-9FDC-4167-A8CF52E71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970605D9-B08B-1848-4951-B768995E9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00100"/>
                <a:ext cx="11929641" cy="56539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PDF of Standard Normal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  <a:r>
                  <a:rPr lang="en-IN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IN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1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IN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p>
                              <m:r>
                                <a:rPr lang="en-US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  <m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; −∞&lt;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970605D9-B08B-1848-4951-B768995E9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00100"/>
                <a:ext cx="11929641" cy="5653909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2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CB90-0EF8-899C-6122-A390FCB3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96E71FA4-34C2-4CA6-4D53-6DF7F5F74F7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Methods for Finding the Probability(area)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- Table</a:t>
                </a:r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96E71FA4-34C2-4CA6-4D53-6DF7F5F74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108BE8A5-254F-02E4-EC12-CCE4F3B11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863444"/>
                <a:ext cx="11929641" cy="5590565"/>
              </a:xfrm>
            </p:spPr>
            <p:txBody>
              <a:bodyPr/>
              <a:lstStyle/>
              <a:p>
                <a:r>
                  <a:rPr lang="en-US" dirty="0"/>
                  <a:t>The normal curve represents the probability density of a normal distribution.</a:t>
                </a:r>
              </a:p>
              <a:p>
                <a:r>
                  <a:rPr lang="en-US" dirty="0"/>
                  <a:t>The total area under the curve (from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lang="en-US" dirty="0"/>
                  <a:t>)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108BE8A5-254F-02E4-EC12-CCE4F3B11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863444"/>
                <a:ext cx="11929641" cy="5590565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3753D91-282A-8E02-E0B5-02BA5C929AEC}"/>
              </a:ext>
            </a:extLst>
          </p:cNvPr>
          <p:cNvGrpSpPr/>
          <p:nvPr/>
        </p:nvGrpSpPr>
        <p:grpSpPr>
          <a:xfrm>
            <a:off x="3519978" y="2353532"/>
            <a:ext cx="5152044" cy="3997407"/>
            <a:chOff x="-457638" y="1054669"/>
            <a:chExt cx="5152044" cy="3997407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3A4CA84-E9FE-C2BE-C1C9-69E3E4181D1A}"/>
                </a:ext>
              </a:extLst>
            </p:cNvPr>
            <p:cNvSpPr/>
            <p:nvPr/>
          </p:nvSpPr>
          <p:spPr>
            <a:xfrm>
              <a:off x="159329" y="1054669"/>
              <a:ext cx="4018278" cy="3038881"/>
            </a:xfrm>
            <a:custGeom>
              <a:avLst/>
              <a:gdLst>
                <a:gd name="connsiteX0" fmla="*/ 1991597 w 4018278"/>
                <a:gd name="connsiteY0" fmla="*/ 1 h 3038881"/>
                <a:gd name="connsiteX1" fmla="*/ 3235104 w 4018278"/>
                <a:gd name="connsiteY1" fmla="*/ 2159551 h 3038881"/>
                <a:gd name="connsiteX2" fmla="*/ 3891443 w 4018278"/>
                <a:gd name="connsiteY2" fmla="*/ 2865441 h 3038881"/>
                <a:gd name="connsiteX3" fmla="*/ 4018270 w 4018278"/>
                <a:gd name="connsiteY3" fmla="*/ 2880686 h 3038881"/>
                <a:gd name="connsiteX4" fmla="*/ 4018278 w 4018278"/>
                <a:gd name="connsiteY4" fmla="*/ 2880686 h 3038881"/>
                <a:gd name="connsiteX5" fmla="*/ 4018278 w 4018278"/>
                <a:gd name="connsiteY5" fmla="*/ 2880687 h 3038881"/>
                <a:gd name="connsiteX6" fmla="*/ 4018278 w 4018278"/>
                <a:gd name="connsiteY6" fmla="*/ 3038881 h 3038881"/>
                <a:gd name="connsiteX7" fmla="*/ 0 w 4018278"/>
                <a:gd name="connsiteY7" fmla="*/ 3038881 h 3038881"/>
                <a:gd name="connsiteX8" fmla="*/ 0 w 4018278"/>
                <a:gd name="connsiteY8" fmla="*/ 2877513 h 3038881"/>
                <a:gd name="connsiteX9" fmla="*/ 0 w 4018278"/>
                <a:gd name="connsiteY9" fmla="*/ 2877512 h 3038881"/>
                <a:gd name="connsiteX10" fmla="*/ 10 w 4018278"/>
                <a:gd name="connsiteY10" fmla="*/ 2877512 h 3038881"/>
                <a:gd name="connsiteX11" fmla="*/ 124742 w 4018278"/>
                <a:gd name="connsiteY11" fmla="*/ 2864506 h 3038881"/>
                <a:gd name="connsiteX12" fmla="*/ 779906 w 4018278"/>
                <a:gd name="connsiteY12" fmla="*/ 2155212 h 3038881"/>
                <a:gd name="connsiteX13" fmla="*/ 1991597 w 4018278"/>
                <a:gd name="connsiteY13" fmla="*/ 1 h 30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18278" h="3038881">
                  <a:moveTo>
                    <a:pt x="1991597" y="1"/>
                  </a:moveTo>
                  <a:cubicBezTo>
                    <a:pt x="2467472" y="725"/>
                    <a:pt x="3030673" y="1727062"/>
                    <a:pt x="3235104" y="2159551"/>
                  </a:cubicBezTo>
                  <a:cubicBezTo>
                    <a:pt x="3413980" y="2537979"/>
                    <a:pt x="3608593" y="2800947"/>
                    <a:pt x="3891443" y="2865441"/>
                  </a:cubicBezTo>
                  <a:lnTo>
                    <a:pt x="4018270" y="2880686"/>
                  </a:lnTo>
                  <a:lnTo>
                    <a:pt x="4018278" y="2880686"/>
                  </a:lnTo>
                  <a:lnTo>
                    <a:pt x="4018278" y="2880687"/>
                  </a:lnTo>
                  <a:lnTo>
                    <a:pt x="4018278" y="3038881"/>
                  </a:lnTo>
                  <a:lnTo>
                    <a:pt x="0" y="3038881"/>
                  </a:lnTo>
                  <a:lnTo>
                    <a:pt x="0" y="2877513"/>
                  </a:lnTo>
                  <a:lnTo>
                    <a:pt x="0" y="2877512"/>
                  </a:lnTo>
                  <a:lnTo>
                    <a:pt x="10" y="2877512"/>
                  </a:lnTo>
                  <a:lnTo>
                    <a:pt x="124742" y="2864506"/>
                  </a:lnTo>
                  <a:cubicBezTo>
                    <a:pt x="403311" y="2804069"/>
                    <a:pt x="597813" y="2537345"/>
                    <a:pt x="779906" y="2155212"/>
                  </a:cubicBezTo>
                  <a:cubicBezTo>
                    <a:pt x="988014" y="1718489"/>
                    <a:pt x="1515722" y="-722"/>
                    <a:pt x="1991597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D1C694-36E1-2499-BA6D-5A6789C0E690}"/>
                </a:ext>
              </a:extLst>
            </p:cNvPr>
            <p:cNvGrpSpPr/>
            <p:nvPr/>
          </p:nvGrpSpPr>
          <p:grpSpPr>
            <a:xfrm>
              <a:off x="159329" y="1078767"/>
              <a:ext cx="4018278" cy="3038882"/>
              <a:chOff x="730828" y="1837304"/>
              <a:chExt cx="4018278" cy="3038882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3718A3B-709F-21C1-D91C-7E5ABBC46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352" y="1843156"/>
                <a:ext cx="29615" cy="3033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28858CD-8249-23CB-5818-A207E72725C8}"/>
                  </a:ext>
                </a:extLst>
              </p:cNvPr>
              <p:cNvSpPr/>
              <p:nvPr/>
            </p:nvSpPr>
            <p:spPr>
              <a:xfrm>
                <a:off x="730828" y="1837304"/>
                <a:ext cx="4018278" cy="2880687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6FC177C-E9E4-773D-BE6C-084FCA6FC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828" y="4876186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ontent Placeholder 2">
                  <a:extLst>
                    <a:ext uri="{FF2B5EF4-FFF2-40B4-BE49-F238E27FC236}">
                      <a16:creationId xmlns:a16="http://schemas.microsoft.com/office/drawing/2014/main" id="{A9625C8B-285E-3708-06D5-D97A8C06295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457638" y="4093550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DAA2C7D4-E3B7-76F6-76DD-CEBE203F5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57638" y="4093550"/>
                  <a:ext cx="975541" cy="4801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11C8A02E-165A-D0A2-F445-38EE387D217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95015" y="4184146"/>
                  <a:ext cx="1146906" cy="86793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D42F7B6F-7816-683E-8110-144263157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5015" y="4184146"/>
                  <a:ext cx="1146906" cy="8679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7704B3D4-D0F0-B646-4A4F-EDBB71F102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18865" y="4093550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74362E96-5090-DD87-61D6-B6568AA04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865" y="4093550"/>
                  <a:ext cx="975541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D8B21557-E87C-D888-0FF1-93C514BA382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88523" y="2665289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IN" b="1" dirty="0">
                    <a:solidFill>
                      <a:srgbClr val="FFFF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87554963-55BC-5D8B-6929-EEE9FB658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8523" y="2665289"/>
                  <a:ext cx="975541" cy="4801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D11B417F-ABA4-7F4B-346B-9B1BF98802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07244" y="2665289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IN" b="1" dirty="0">
                    <a:solidFill>
                      <a:srgbClr val="FFFF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A0588D7C-D2A0-51D7-05FC-BBD20FE148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244" y="2665289"/>
                  <a:ext cx="975541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53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CE1573B-CA90-43EC-9D0F-B94CEE0772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Methods for Finding the Probability (area) from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Table  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CE1573B-CA90-43EC-9D0F-B94CEE077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DC58B61-D22E-5852-B63F-695C3EA72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863444"/>
                <a:ext cx="6955420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curve is symmetric about the mean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69875" lvl="0" indent="0">
                  <a:buNone/>
                </a:pPr>
                <a:r>
                  <a:rPr lang="en-US" dirty="0"/>
                  <a:t>(or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).</a:t>
                </a:r>
                <a:endParaRPr lang="en-IN" dirty="0"/>
              </a:p>
              <a:p>
                <a:pPr lvl="0"/>
                <a:r>
                  <a:rPr lang="en-US" dirty="0"/>
                  <a:t>The probability(area) to the right side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and is denoted by 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&lt;∞)=</m:t>
                      </m:r>
                      <m:r>
                        <a:rPr lang="en-IN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0"/>
                <a:r>
                  <a:rPr lang="en-US" dirty="0"/>
                  <a:t>The probability(area) to the left side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is also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and is denoted by 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</m:d>
                      <m: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DC58B61-D22E-5852-B63F-695C3EA72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863444"/>
                <a:ext cx="6955420" cy="5590565"/>
              </a:xfrm>
              <a:blipFill>
                <a:blip r:embed="rId3"/>
                <a:stretch>
                  <a:fillRect l="-16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341C97D-656B-2B01-0364-19938C6A4E10}"/>
              </a:ext>
            </a:extLst>
          </p:cNvPr>
          <p:cNvGrpSpPr/>
          <p:nvPr/>
        </p:nvGrpSpPr>
        <p:grpSpPr>
          <a:xfrm>
            <a:off x="7262807" y="971542"/>
            <a:ext cx="5152044" cy="3997407"/>
            <a:chOff x="-457638" y="1054669"/>
            <a:chExt cx="5152044" cy="399740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4D92AD-27AA-0519-CECF-EFA010FE7207}"/>
                </a:ext>
              </a:extLst>
            </p:cNvPr>
            <p:cNvSpPr/>
            <p:nvPr/>
          </p:nvSpPr>
          <p:spPr>
            <a:xfrm>
              <a:off x="159329" y="1054669"/>
              <a:ext cx="4018278" cy="3038881"/>
            </a:xfrm>
            <a:custGeom>
              <a:avLst/>
              <a:gdLst>
                <a:gd name="connsiteX0" fmla="*/ 1991597 w 4018278"/>
                <a:gd name="connsiteY0" fmla="*/ 1 h 3038881"/>
                <a:gd name="connsiteX1" fmla="*/ 3235104 w 4018278"/>
                <a:gd name="connsiteY1" fmla="*/ 2159551 h 3038881"/>
                <a:gd name="connsiteX2" fmla="*/ 3891443 w 4018278"/>
                <a:gd name="connsiteY2" fmla="*/ 2865441 h 3038881"/>
                <a:gd name="connsiteX3" fmla="*/ 4018270 w 4018278"/>
                <a:gd name="connsiteY3" fmla="*/ 2880686 h 3038881"/>
                <a:gd name="connsiteX4" fmla="*/ 4018278 w 4018278"/>
                <a:gd name="connsiteY4" fmla="*/ 2880686 h 3038881"/>
                <a:gd name="connsiteX5" fmla="*/ 4018278 w 4018278"/>
                <a:gd name="connsiteY5" fmla="*/ 2880687 h 3038881"/>
                <a:gd name="connsiteX6" fmla="*/ 4018278 w 4018278"/>
                <a:gd name="connsiteY6" fmla="*/ 3038881 h 3038881"/>
                <a:gd name="connsiteX7" fmla="*/ 0 w 4018278"/>
                <a:gd name="connsiteY7" fmla="*/ 3038881 h 3038881"/>
                <a:gd name="connsiteX8" fmla="*/ 0 w 4018278"/>
                <a:gd name="connsiteY8" fmla="*/ 2877513 h 3038881"/>
                <a:gd name="connsiteX9" fmla="*/ 0 w 4018278"/>
                <a:gd name="connsiteY9" fmla="*/ 2877512 h 3038881"/>
                <a:gd name="connsiteX10" fmla="*/ 10 w 4018278"/>
                <a:gd name="connsiteY10" fmla="*/ 2877512 h 3038881"/>
                <a:gd name="connsiteX11" fmla="*/ 124742 w 4018278"/>
                <a:gd name="connsiteY11" fmla="*/ 2864506 h 3038881"/>
                <a:gd name="connsiteX12" fmla="*/ 779906 w 4018278"/>
                <a:gd name="connsiteY12" fmla="*/ 2155212 h 3038881"/>
                <a:gd name="connsiteX13" fmla="*/ 1991597 w 4018278"/>
                <a:gd name="connsiteY13" fmla="*/ 1 h 30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18278" h="3038881">
                  <a:moveTo>
                    <a:pt x="1991597" y="1"/>
                  </a:moveTo>
                  <a:cubicBezTo>
                    <a:pt x="2467472" y="725"/>
                    <a:pt x="3030673" y="1727062"/>
                    <a:pt x="3235104" y="2159551"/>
                  </a:cubicBezTo>
                  <a:cubicBezTo>
                    <a:pt x="3413980" y="2537979"/>
                    <a:pt x="3608593" y="2800947"/>
                    <a:pt x="3891443" y="2865441"/>
                  </a:cubicBezTo>
                  <a:lnTo>
                    <a:pt x="4018270" y="2880686"/>
                  </a:lnTo>
                  <a:lnTo>
                    <a:pt x="4018278" y="2880686"/>
                  </a:lnTo>
                  <a:lnTo>
                    <a:pt x="4018278" y="2880687"/>
                  </a:lnTo>
                  <a:lnTo>
                    <a:pt x="4018278" y="3038881"/>
                  </a:lnTo>
                  <a:lnTo>
                    <a:pt x="0" y="3038881"/>
                  </a:lnTo>
                  <a:lnTo>
                    <a:pt x="0" y="2877513"/>
                  </a:lnTo>
                  <a:lnTo>
                    <a:pt x="0" y="2877512"/>
                  </a:lnTo>
                  <a:lnTo>
                    <a:pt x="10" y="2877512"/>
                  </a:lnTo>
                  <a:lnTo>
                    <a:pt x="124742" y="2864506"/>
                  </a:lnTo>
                  <a:cubicBezTo>
                    <a:pt x="403311" y="2804069"/>
                    <a:pt x="597813" y="2537345"/>
                    <a:pt x="779906" y="2155212"/>
                  </a:cubicBezTo>
                  <a:cubicBezTo>
                    <a:pt x="988014" y="1718489"/>
                    <a:pt x="1515722" y="-722"/>
                    <a:pt x="1991597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695637-BA27-7486-E69D-5C959555478F}"/>
                </a:ext>
              </a:extLst>
            </p:cNvPr>
            <p:cNvGrpSpPr/>
            <p:nvPr/>
          </p:nvGrpSpPr>
          <p:grpSpPr>
            <a:xfrm>
              <a:off x="159329" y="1078767"/>
              <a:ext cx="4018278" cy="3038882"/>
              <a:chOff x="730828" y="1837304"/>
              <a:chExt cx="4018278" cy="303888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8C8C58E-D9C5-26E3-7227-DD6B43811A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352" y="1843156"/>
                <a:ext cx="29615" cy="3033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356741F-0ABE-16EC-20A5-AC770B5B30DC}"/>
                  </a:ext>
                </a:extLst>
              </p:cNvPr>
              <p:cNvSpPr/>
              <p:nvPr/>
            </p:nvSpPr>
            <p:spPr>
              <a:xfrm>
                <a:off x="730828" y="1837304"/>
                <a:ext cx="4018278" cy="2880687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91230FA-B051-6B15-1A2E-8B659015D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828" y="4876186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A2E7109A-9F32-1DAC-A66E-B91125866C8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457638" y="4093550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DAA2C7D4-E3B7-76F6-76DD-CEBE203F5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57638" y="4093550"/>
                  <a:ext cx="975541" cy="4801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52D1D74C-A4FD-D57A-4D0B-498D5257692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95015" y="4184146"/>
                  <a:ext cx="1146906" cy="86793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D42F7B6F-7816-683E-8110-144263157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5015" y="4184146"/>
                  <a:ext cx="1146906" cy="8679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D1CCEFBF-A136-DEDC-93D0-5924D6B797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18865" y="4093550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74362E96-5090-DD87-61D6-B6568AA04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865" y="4093550"/>
                  <a:ext cx="975541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CE07585A-ADA2-1B26-8693-394E16163D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88523" y="2665289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IN" b="1" dirty="0">
                    <a:solidFill>
                      <a:srgbClr val="FFFF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87554963-55BC-5D8B-6929-EEE9FB658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8523" y="2665289"/>
                  <a:ext cx="975541" cy="4801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0604BB39-57E4-159F-21B1-D0979A6DC34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07244" y="2665289"/>
                  <a:ext cx="975541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IN" b="1" dirty="0">
                    <a:solidFill>
                      <a:srgbClr val="FFFF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A0588D7C-D2A0-51D7-05FC-BBD20FE148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244" y="2665289"/>
                  <a:ext cx="975541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0525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(1)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𝟎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𝟎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sz="2700" b="1" dirty="0"/>
              </a:p>
              <a:p>
                <a:pPr lvl="1"/>
                <a:r>
                  <a:rPr lang="en-US" sz="2700" b="1" dirty="0"/>
                  <a:t>Example: </a:t>
                </a:r>
                <a:r>
                  <a:rPr lang="en-US" sz="2700" dirty="0"/>
                  <a:t>To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b="0" i="1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2700" b="0" i="1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43</m:t>
                        </m:r>
                      </m:e>
                    </m:d>
                  </m:oMath>
                </a14:m>
                <a:r>
                  <a:rPr lang="en-IN" sz="2700" dirty="0"/>
                  <a:t>.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700" dirty="0"/>
                  <a:t>: Split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1.43</m:t>
                    </m:r>
                  </m:oMath>
                </a14:m>
                <a:r>
                  <a:rPr lang="en-US" sz="2700" dirty="0"/>
                  <a:t> as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1.4+0.03</m:t>
                    </m:r>
                  </m:oMath>
                </a14:m>
                <a:r>
                  <a:rPr lang="en-US" sz="2700" dirty="0"/>
                  <a:t> 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700" dirty="0"/>
                  <a:t>: Find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r>
                  <a:rPr lang="en-US" sz="2700" dirty="0"/>
                  <a:t> in first column and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0.03</m:t>
                    </m:r>
                  </m:oMath>
                </a14:m>
                <a:r>
                  <a:rPr lang="en-US" sz="2700" dirty="0"/>
                  <a:t> in first row in </a:t>
                </a:r>
                <a14:m>
                  <m:oMath xmlns:m="http://schemas.openxmlformats.org/officeDocument/2006/math">
                    <m:r>
                      <a:rPr lang="en-US" sz="2700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2700" b="1" dirty="0"/>
                  <a:t> – table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  <a:blipFill>
                <a:blip r:embed="rId2"/>
                <a:stretch>
                  <a:fillRect l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Method 4 ⇝ </a:t>
                </a:r>
                <a14:m>
                  <m:oMath xmlns:m="http://schemas.openxmlformats.org/officeDocument/2006/math">
                    <m:r>
                      <a:rPr lang="en-GB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GB" dirty="0"/>
                  <a:t> – Table 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10256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1" y="749838"/>
            <a:ext cx="9801540" cy="57992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9183" y="5821251"/>
            <a:ext cx="643943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10971" y="775238"/>
            <a:ext cx="822324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4" idx="3"/>
          </p:cNvCxnSpPr>
          <p:nvPr/>
        </p:nvCxnSpPr>
        <p:spPr>
          <a:xfrm flipV="1">
            <a:off x="873126" y="5975797"/>
            <a:ext cx="259974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V="1">
            <a:off x="1562074" y="3438911"/>
            <a:ext cx="4709160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15733" y="5808477"/>
            <a:ext cx="822325" cy="309093"/>
          </a:xfrm>
          <a:prstGeom prst="rect">
            <a:avLst/>
          </a:prstGeom>
          <a:noFill/>
          <a:ln w="38100">
            <a:solidFill>
              <a:srgbClr val="301B9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0A8D2-C1D9-81E0-C468-E7B4E9A5C77E}"/>
                  </a:ext>
                </a:extLst>
              </p:cNvPr>
              <p:cNvSpPr txBox="1"/>
              <p:nvPr/>
            </p:nvSpPr>
            <p:spPr>
              <a:xfrm>
                <a:off x="9767458" y="3467638"/>
                <a:ext cx="2424542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𝟒𝟑</m:t>
                      </m:r>
                    </m:oMath>
                  </m:oMathPara>
                </a14:m>
                <a:endParaRPr lang="en-IN" sz="28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𝟎𝟑</m:t>
                      </m:r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0A8D2-C1D9-81E0-C468-E7B4E9A5C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8" y="3467638"/>
                <a:ext cx="2424542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936AFE6-BCC3-9025-5737-33C2CA2FCC21}"/>
              </a:ext>
            </a:extLst>
          </p:cNvPr>
          <p:cNvGrpSpPr>
            <a:grpSpLocks noChangeAspect="1"/>
          </p:cNvGrpSpPr>
          <p:nvPr/>
        </p:nvGrpSpPr>
        <p:grpSpPr>
          <a:xfrm>
            <a:off x="9778651" y="940417"/>
            <a:ext cx="2413584" cy="1866770"/>
            <a:chOff x="870969" y="2864804"/>
            <a:chExt cx="4817704" cy="3726219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4E0074-7752-A43D-58CF-E64FB7BEF022}"/>
                </a:ext>
              </a:extLst>
            </p:cNvPr>
            <p:cNvSpPr/>
            <p:nvPr/>
          </p:nvSpPr>
          <p:spPr>
            <a:xfrm>
              <a:off x="3412590" y="2864804"/>
              <a:ext cx="1432300" cy="3038880"/>
            </a:xfrm>
            <a:custGeom>
              <a:avLst/>
              <a:gdLst>
                <a:gd name="csX0" fmla="*/ 16246 w 1432300"/>
                <a:gd name="csY0" fmla="*/ 0 h 3038880"/>
                <a:gd name="csX1" fmla="*/ 1259753 w 1432300"/>
                <a:gd name="csY1" fmla="*/ 2159550 h 3038880"/>
                <a:gd name="csX2" fmla="*/ 1397994 w 1432300"/>
                <a:gd name="csY2" fmla="*/ 2420425 h 3038880"/>
                <a:gd name="csX3" fmla="*/ 1432300 w 1432300"/>
                <a:gd name="csY3" fmla="*/ 2472624 h 3038880"/>
                <a:gd name="csX4" fmla="*/ 1432300 w 1432300"/>
                <a:gd name="csY4" fmla="*/ 3038880 h 3038880"/>
                <a:gd name="csX5" fmla="*/ 0 w 1432300"/>
                <a:gd name="csY5" fmla="*/ 3038880 h 3038880"/>
                <a:gd name="csX6" fmla="*/ 0 w 1432300"/>
                <a:gd name="csY6" fmla="*/ 1771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2300" h="3038880">
                  <a:moveTo>
                    <a:pt x="16246" y="0"/>
                  </a:moveTo>
                  <a:cubicBezTo>
                    <a:pt x="492121" y="724"/>
                    <a:pt x="1055322" y="1727061"/>
                    <a:pt x="1259753" y="2159550"/>
                  </a:cubicBezTo>
                  <a:cubicBezTo>
                    <a:pt x="1304472" y="2254157"/>
                    <a:pt x="1350175" y="2341548"/>
                    <a:pt x="1397994" y="2420425"/>
                  </a:cubicBezTo>
                  <a:lnTo>
                    <a:pt x="1432300" y="2472624"/>
                  </a:lnTo>
                  <a:lnTo>
                    <a:pt x="1432300" y="3038880"/>
                  </a:lnTo>
                  <a:lnTo>
                    <a:pt x="0" y="3038880"/>
                  </a:lnTo>
                  <a:lnTo>
                    <a:pt x="0" y="1771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200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18122C-4B0D-87E0-FAC1-7AEF76541802}"/>
                </a:ext>
              </a:extLst>
            </p:cNvPr>
            <p:cNvCxnSpPr>
              <a:cxnSpLocks/>
            </p:cNvCxnSpPr>
            <p:nvPr/>
          </p:nvCxnSpPr>
          <p:spPr>
            <a:xfrm>
              <a:off x="3384346" y="2881044"/>
              <a:ext cx="29615" cy="30330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EA3A632-8C51-9D5D-5E7A-BE6A728E1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4890" y="5382491"/>
              <a:ext cx="0" cy="5211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9C18CD3-FBF1-2277-4455-56C99C61E550}"/>
                </a:ext>
              </a:extLst>
            </p:cNvPr>
            <p:cNvSpPr/>
            <p:nvPr/>
          </p:nvSpPr>
          <p:spPr>
            <a:xfrm>
              <a:off x="1404822" y="2875192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8416234-0992-AAC0-E112-705660814270}"/>
                </a:ext>
              </a:extLst>
            </p:cNvPr>
            <p:cNvCxnSpPr>
              <a:cxnSpLocks/>
            </p:cNvCxnSpPr>
            <p:nvPr/>
          </p:nvCxnSpPr>
          <p:spPr>
            <a:xfrm>
              <a:off x="1404822" y="5914074"/>
              <a:ext cx="401827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1F6CD3CE-DE36-A98A-E431-24B52F6C07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579317" y="5735095"/>
                  <a:ext cx="531146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IN" sz="1200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sz="1200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sz="12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1F6CD3CE-DE36-A98A-E431-24B52F6C0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317" y="5735095"/>
                  <a:ext cx="531146" cy="8143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CE94D876-A454-E552-FDC2-CFD524D5224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7058" y="5776659"/>
                  <a:ext cx="371062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1200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CE94D876-A454-E552-FDC2-CFD524D52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058" y="5776659"/>
                  <a:ext cx="371062" cy="814364"/>
                </a:xfrm>
                <a:prstGeom prst="rect">
                  <a:avLst/>
                </a:prstGeom>
                <a:blipFill>
                  <a:blip r:embed="rId6"/>
                  <a:stretch>
                    <a:fillRect r="-26667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4">
                  <a:extLst>
                    <a:ext uri="{FF2B5EF4-FFF2-40B4-BE49-F238E27FC236}">
                      <a16:creationId xmlns:a16="http://schemas.microsoft.com/office/drawing/2014/main" id="{27EB0E37-62C3-0156-4525-235C2B86AA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11974" y="5755877"/>
                  <a:ext cx="476699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sz="1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1200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4">
                  <a:extLst>
                    <a:ext uri="{FF2B5EF4-FFF2-40B4-BE49-F238E27FC236}">
                      <a16:creationId xmlns:a16="http://schemas.microsoft.com/office/drawing/2014/main" id="{27EB0E37-62C3-0156-4525-235C2B86A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1974" y="5755877"/>
                  <a:ext cx="476699" cy="814364"/>
                </a:xfrm>
                <a:prstGeom prst="rect">
                  <a:avLst/>
                </a:prstGeom>
                <a:blipFill>
                  <a:blip r:embed="rId7"/>
                  <a:stretch>
                    <a:fillRect r="-7692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218F419-BA34-32C6-3FE3-0E59008B4F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0969" y="5755877"/>
                  <a:ext cx="782924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sz="1200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218F419-BA34-32C6-3FE3-0E59008B4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969" y="5755877"/>
                  <a:ext cx="782924" cy="814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414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DB97-7C73-AF46-05F2-FF5B8359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D80A21-7CA8-D9EB-7A89-668B1DA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289C56-C6A6-AF93-BE9A-62E07F0089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(1)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𝟎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𝟎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sz="2700" b="1" dirty="0"/>
              </a:p>
              <a:p>
                <a:pPr lvl="1"/>
                <a:r>
                  <a:rPr lang="en-US" sz="2700" b="1" dirty="0"/>
                  <a:t>Example:</a:t>
                </a:r>
                <a:r>
                  <a:rPr lang="en-US" sz="2700" dirty="0"/>
                  <a:t> To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b="0" i="1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2700" b="0" i="1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43</m:t>
                        </m:r>
                      </m:e>
                    </m:d>
                  </m:oMath>
                </a14:m>
                <a:r>
                  <a:rPr lang="en-IN" sz="2700" dirty="0"/>
                  <a:t>.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700" dirty="0"/>
                  <a:t>: Split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1.43</m:t>
                    </m:r>
                  </m:oMath>
                </a14:m>
                <a:r>
                  <a:rPr lang="en-US" sz="2700" dirty="0"/>
                  <a:t> as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1.4+0.03</m:t>
                    </m:r>
                  </m:oMath>
                </a14:m>
                <a:r>
                  <a:rPr lang="en-US" sz="2700" dirty="0"/>
                  <a:t> 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700" dirty="0"/>
                  <a:t>: Find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r>
                  <a:rPr lang="en-US" sz="2700" dirty="0"/>
                  <a:t> in first column and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0.03</m:t>
                    </m:r>
                  </m:oMath>
                </a14:m>
                <a:r>
                  <a:rPr lang="en-US" sz="2700" dirty="0"/>
                  <a:t> in first row in </a:t>
                </a:r>
                <a14:m>
                  <m:oMath xmlns:m="http://schemas.openxmlformats.org/officeDocument/2006/math">
                    <m:r>
                      <a:rPr lang="en-US" sz="2700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2700" b="1" dirty="0"/>
                  <a:t> – table</a:t>
                </a:r>
              </a:p>
              <a:p>
                <a:pPr lvl="2"/>
                <a:r>
                  <a:rPr lang="en-US" dirty="0"/>
                  <a:t>Step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: Intersection of that row and column is answer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≤1.43</m:t>
                        </m:r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	   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≤1.43</m:t>
                        </m:r>
                      </m:e>
                    </m:d>
                    <m:r>
                      <a:rPr lang="en-US" b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4236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289C56-C6A6-AF93-BE9A-62E07F008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  <a:blipFill>
                <a:blip r:embed="rId2"/>
                <a:stretch>
                  <a:fillRect l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65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71339"/>
                <a:ext cx="11880710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, </a:t>
                </a:r>
                <a:r>
                  <a:rPr lang="en-US" dirty="0"/>
                  <a:t>which can be represented as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US" dirty="0"/>
                  <a:t>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IN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– </m:t>
                    </m:r>
                  </m:oMath>
                </a14:m>
                <a:r>
                  <a:rPr lang="en-US" dirty="0"/>
                  <a:t>axis.</a:t>
                </a:r>
                <a:r>
                  <a:rPr lang="en-IN" dirty="0"/>
                  <a:t> </a:t>
                </a:r>
              </a:p>
              <a:p>
                <a:pPr lvl="1"/>
                <a:r>
                  <a:rPr lang="en-IN" dirty="0"/>
                  <a:t>That is,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≤1.43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−1.43≤</m:t>
                        </m:r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=0.4236</m:t>
                    </m:r>
                  </m:oMath>
                </a14:m>
                <a:endParaRPr lang="en-IN" b="1" dirty="0"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71339"/>
                <a:ext cx="11880710" cy="5590565"/>
              </a:xfrm>
              <a:blipFill>
                <a:blip r:embed="rId2"/>
                <a:stretch>
                  <a:fillRect l="-975" r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A9DD62D-8BAF-F33C-B339-2348CFFF144C}"/>
              </a:ext>
            </a:extLst>
          </p:cNvPr>
          <p:cNvGrpSpPr/>
          <p:nvPr/>
        </p:nvGrpSpPr>
        <p:grpSpPr>
          <a:xfrm>
            <a:off x="2250958" y="3460173"/>
            <a:ext cx="7690084" cy="3106882"/>
            <a:chOff x="1061972" y="1743764"/>
            <a:chExt cx="8550431" cy="358189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DCBEFA3-DDC9-B127-1D19-3F732001E283}"/>
                </a:ext>
              </a:extLst>
            </p:cNvPr>
            <p:cNvSpPr/>
            <p:nvPr/>
          </p:nvSpPr>
          <p:spPr>
            <a:xfrm>
              <a:off x="7594432" y="1790016"/>
              <a:ext cx="1390244" cy="2994610"/>
            </a:xfrm>
            <a:custGeom>
              <a:avLst/>
              <a:gdLst>
                <a:gd name="csX0" fmla="*/ 0 w 1390244"/>
                <a:gd name="csY0" fmla="*/ 0 h 2994610"/>
                <a:gd name="csX1" fmla="*/ 21639 w 1390244"/>
                <a:gd name="csY1" fmla="*/ 2427 h 2994610"/>
                <a:gd name="csX2" fmla="*/ 1220290 w 1390244"/>
                <a:gd name="csY2" fmla="*/ 2156946 h 2994610"/>
                <a:gd name="csX3" fmla="*/ 1358531 w 1390244"/>
                <a:gd name="csY3" fmla="*/ 2417821 h 2994610"/>
                <a:gd name="csX4" fmla="*/ 1390244 w 1390244"/>
                <a:gd name="csY4" fmla="*/ 2466075 h 2994610"/>
                <a:gd name="csX5" fmla="*/ 1390244 w 1390244"/>
                <a:gd name="csY5" fmla="*/ 2994610 h 2994610"/>
                <a:gd name="csX6" fmla="*/ 0 w 1390244"/>
                <a:gd name="csY6" fmla="*/ 2994610 h 2994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0244" h="2994610">
                  <a:moveTo>
                    <a:pt x="0" y="0"/>
                  </a:moveTo>
                  <a:lnTo>
                    <a:pt x="21639" y="2427"/>
                  </a:lnTo>
                  <a:cubicBezTo>
                    <a:pt x="487508" y="104753"/>
                    <a:pt x="1022247" y="1737973"/>
                    <a:pt x="1220290" y="2156946"/>
                  </a:cubicBezTo>
                  <a:cubicBezTo>
                    <a:pt x="1265009" y="2251553"/>
                    <a:pt x="1310712" y="2338944"/>
                    <a:pt x="1358531" y="2417821"/>
                  </a:cubicBezTo>
                  <a:lnTo>
                    <a:pt x="1390244" y="2466075"/>
                  </a:lnTo>
                  <a:lnTo>
                    <a:pt x="1390244" y="2994610"/>
                  </a:lnTo>
                  <a:lnTo>
                    <a:pt x="0" y="299461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3C2BA7-C84D-9759-EB32-472C5B4D8008}"/>
                </a:ext>
              </a:extLst>
            </p:cNvPr>
            <p:cNvSpPr/>
            <p:nvPr/>
          </p:nvSpPr>
          <p:spPr>
            <a:xfrm>
              <a:off x="1638760" y="1761262"/>
              <a:ext cx="1398163" cy="3035068"/>
            </a:xfrm>
            <a:custGeom>
              <a:avLst/>
              <a:gdLst>
                <a:gd name="csX0" fmla="*/ 1371560 w 1371560"/>
                <a:gd name="csY0" fmla="*/ 0 h 3035068"/>
                <a:gd name="csX1" fmla="*/ 1371560 w 1371560"/>
                <a:gd name="csY1" fmla="*/ 3035068 h 3035068"/>
                <a:gd name="csX2" fmla="*/ 0 w 1371560"/>
                <a:gd name="csY2" fmla="*/ 3035068 h 3035068"/>
                <a:gd name="csX3" fmla="*/ 0 w 1371560"/>
                <a:gd name="csY3" fmla="*/ 2498713 h 3035068"/>
                <a:gd name="csX4" fmla="*/ 54810 w 1371560"/>
                <a:gd name="csY4" fmla="*/ 2414940 h 3035068"/>
                <a:gd name="csX5" fmla="*/ 194826 w 1371560"/>
                <a:gd name="csY5" fmla="*/ 2151399 h 3035068"/>
                <a:gd name="csX6" fmla="*/ 1361764 w 1371560"/>
                <a:gd name="csY6" fmla="*/ 1068 h 3035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71560" h="3035068">
                  <a:moveTo>
                    <a:pt x="1371560" y="0"/>
                  </a:moveTo>
                  <a:lnTo>
                    <a:pt x="1371560" y="3035068"/>
                  </a:lnTo>
                  <a:lnTo>
                    <a:pt x="0" y="3035068"/>
                  </a:lnTo>
                  <a:lnTo>
                    <a:pt x="0" y="2498713"/>
                  </a:lnTo>
                  <a:lnTo>
                    <a:pt x="54810" y="2414940"/>
                  </a:lnTo>
                  <a:cubicBezTo>
                    <a:pt x="103004" y="2335253"/>
                    <a:pt x="149303" y="2246932"/>
                    <a:pt x="194826" y="2151399"/>
                  </a:cubicBezTo>
                  <a:cubicBezTo>
                    <a:pt x="396431" y="1728324"/>
                    <a:pt x="897973" y="101663"/>
                    <a:pt x="1361764" y="1068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23DC778-7A5D-A7CC-10E1-F9A7EEBFD713}"/>
                </a:ext>
              </a:extLst>
            </p:cNvPr>
            <p:cNvCxnSpPr>
              <a:cxnSpLocks/>
            </p:cNvCxnSpPr>
            <p:nvPr/>
          </p:nvCxnSpPr>
          <p:spPr>
            <a:xfrm>
              <a:off x="3041496" y="174961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599092-7679-FC5F-99BC-88D74D507F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0469" y="4290831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888837D-962F-4A96-7592-B0F97D2BA03D}"/>
                </a:ext>
              </a:extLst>
            </p:cNvPr>
            <p:cNvSpPr/>
            <p:nvPr/>
          </p:nvSpPr>
          <p:spPr>
            <a:xfrm>
              <a:off x="1061972" y="174376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894CDC7-281B-C7A1-2332-6D26D5F88BE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972" y="478264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3E1B459D-4368-53ED-F393-CD97A24C684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2305" y="4765149"/>
                  <a:ext cx="894506" cy="48013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95786456-C6B7-20E9-537F-9797F0BA3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305" y="4765149"/>
                  <a:ext cx="894506" cy="4801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8D3D20C7-B24E-E2D2-2987-68570A63B42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42458" y="480014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Content Placeholder 2">
                  <a:extLst>
                    <a:ext uri="{FF2B5EF4-FFF2-40B4-BE49-F238E27FC236}">
                      <a16:creationId xmlns:a16="http://schemas.microsoft.com/office/drawing/2014/main" id="{ED3A8D5F-08E0-2A7E-8006-52E9E07F9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458" y="4800144"/>
                  <a:ext cx="657306" cy="4801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17644A-B2EF-4D08-5720-D41F2FF12678}"/>
                </a:ext>
              </a:extLst>
            </p:cNvPr>
            <p:cNvCxnSpPr>
              <a:cxnSpLocks/>
            </p:cNvCxnSpPr>
            <p:nvPr/>
          </p:nvCxnSpPr>
          <p:spPr>
            <a:xfrm>
              <a:off x="7573649" y="1763301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68ABD8-8321-25BB-54CE-0BC48A0018BA}"/>
                </a:ext>
              </a:extLst>
            </p:cNvPr>
            <p:cNvSpPr/>
            <p:nvPr/>
          </p:nvSpPr>
          <p:spPr>
            <a:xfrm>
              <a:off x="5594125" y="1757449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F72723-1372-4763-F2D4-F0E2F7CEBFFC}"/>
                </a:ext>
              </a:extLst>
            </p:cNvPr>
            <p:cNvCxnSpPr>
              <a:cxnSpLocks/>
            </p:cNvCxnSpPr>
            <p:nvPr/>
          </p:nvCxnSpPr>
          <p:spPr>
            <a:xfrm>
              <a:off x="5594125" y="4796331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B2E22FF4-501A-A1CF-5EF3-E89CC7A054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681066" y="4771085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F617D7C7-2B68-EE09-1E65-1591785E4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1066" y="4771085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82B6CFD3-AA45-2648-F7C4-5C7BE517E7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74611" y="4845529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Content Placeholder 2">
                  <a:extLst>
                    <a:ext uri="{FF2B5EF4-FFF2-40B4-BE49-F238E27FC236}">
                      <a16:creationId xmlns:a16="http://schemas.microsoft.com/office/drawing/2014/main" id="{A2747ECF-C8C0-0FFC-C1FB-CA82B9E04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611" y="4845529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832BEA0-65F0-7212-CA52-54AA49B90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4676" y="422672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Equals 42">
              <a:extLst>
                <a:ext uri="{FF2B5EF4-FFF2-40B4-BE49-F238E27FC236}">
                  <a16:creationId xmlns:a16="http://schemas.microsoft.com/office/drawing/2014/main" id="{8DDACA18-FF10-727A-76B7-5A147DA9E9DE}"/>
                </a:ext>
              </a:extLst>
            </p:cNvPr>
            <p:cNvSpPr/>
            <p:nvPr/>
          </p:nvSpPr>
          <p:spPr>
            <a:xfrm>
              <a:off x="4893335" y="3184107"/>
              <a:ext cx="936000" cy="449469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0495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89710"/>
                <a:ext cx="12060820" cy="283683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(2)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=−∞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89710"/>
                <a:ext cx="12060820" cy="2836837"/>
              </a:xfrm>
              <a:blipFill>
                <a:blip r:embed="rId2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C385CCC2-34BB-6035-95F0-03B7CBF0BD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049" y="2037927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dirty="0"/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−∞≤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C385CCC2-34BB-6035-95F0-03B7CBF0B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49" y="2037927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 l="-1522" b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25F7E7B9-8372-7E3B-8B65-35C2795BB1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050" y="2739431"/>
                <a:ext cx="12114311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dirty="0"/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−∞≤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can be found by using </a:t>
                </a:r>
                <a:r>
                  <a:rPr lang="en-US" b="1" dirty="0">
                    <a:solidFill>
                      <a:srgbClr val="FF0000"/>
                    </a:solidFill>
                  </a:rPr>
                  <a:t>case – (1)</a:t>
                </a:r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25F7E7B9-8372-7E3B-8B65-35C2795BB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50" y="2739431"/>
                <a:ext cx="12114311" cy="814364"/>
              </a:xfrm>
              <a:prstGeom prst="rect">
                <a:avLst/>
              </a:prstGeom>
              <a:blipFill>
                <a:blip r:embed="rId4"/>
                <a:stretch>
                  <a:fillRect l="-1057" b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03A2698-64E4-E244-1845-0B65211BAD82}"/>
              </a:ext>
            </a:extLst>
          </p:cNvPr>
          <p:cNvGrpSpPr/>
          <p:nvPr/>
        </p:nvGrpSpPr>
        <p:grpSpPr>
          <a:xfrm>
            <a:off x="131180" y="3797633"/>
            <a:ext cx="11844000" cy="2765016"/>
            <a:chOff x="-202347" y="1863491"/>
            <a:chExt cx="12394347" cy="27650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9CE502F-FAAC-172D-3231-E71AE8CB5825}"/>
                </a:ext>
              </a:extLst>
            </p:cNvPr>
            <p:cNvSpPr/>
            <p:nvPr/>
          </p:nvSpPr>
          <p:spPr>
            <a:xfrm flipH="1">
              <a:off x="10403932" y="1863491"/>
              <a:ext cx="800200" cy="2238861"/>
            </a:xfrm>
            <a:custGeom>
              <a:avLst/>
              <a:gdLst>
                <a:gd name="csX0" fmla="*/ 787223 w 800200"/>
                <a:gd name="csY0" fmla="*/ 0 h 2238861"/>
                <a:gd name="csX1" fmla="*/ 42456 w 800200"/>
                <a:gd name="csY1" fmla="*/ 943895 h 2238861"/>
                <a:gd name="csX2" fmla="*/ 0 w 800200"/>
                <a:gd name="csY2" fmla="*/ 1034731 h 2238861"/>
                <a:gd name="csX3" fmla="*/ 0 w 800200"/>
                <a:gd name="csY3" fmla="*/ 2238861 h 2238861"/>
                <a:gd name="csX4" fmla="*/ 800200 w 800200"/>
                <a:gd name="csY4" fmla="*/ 2238861 h 2238861"/>
                <a:gd name="csX5" fmla="*/ 800200 w 800200"/>
                <a:gd name="csY5" fmla="*/ 2410 h 2238861"/>
                <a:gd name="csX6" fmla="*/ 787223 w 800200"/>
                <a:gd name="csY6" fmla="*/ 0 h 2238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00200" h="2238861">
                  <a:moveTo>
                    <a:pt x="787223" y="0"/>
                  </a:moveTo>
                  <a:cubicBezTo>
                    <a:pt x="530348" y="-333"/>
                    <a:pt x="255986" y="494312"/>
                    <a:pt x="42456" y="943895"/>
                  </a:cubicBezTo>
                  <a:lnTo>
                    <a:pt x="0" y="1034731"/>
                  </a:lnTo>
                  <a:lnTo>
                    <a:pt x="0" y="2238861"/>
                  </a:lnTo>
                  <a:lnTo>
                    <a:pt x="800200" y="2238861"/>
                  </a:lnTo>
                  <a:lnTo>
                    <a:pt x="800200" y="2410"/>
                  </a:lnTo>
                  <a:lnTo>
                    <a:pt x="787223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E054393-B604-A3C5-7357-18AB5C9782EA}"/>
                </a:ext>
              </a:extLst>
            </p:cNvPr>
            <p:cNvSpPr/>
            <p:nvPr/>
          </p:nvSpPr>
          <p:spPr>
            <a:xfrm flipH="1">
              <a:off x="334050" y="1888422"/>
              <a:ext cx="2537609" cy="2238861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C724E1A-64C8-0C0B-9865-1B2967F90D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43381" y="3511876"/>
              <a:ext cx="12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019A0E-934C-0398-27C7-C5FF10D4E53E}"/>
                </a:ext>
              </a:extLst>
            </p:cNvPr>
            <p:cNvSpPr/>
            <p:nvPr/>
          </p:nvSpPr>
          <p:spPr>
            <a:xfrm flipH="1">
              <a:off x="4579169" y="1913401"/>
              <a:ext cx="1736107" cy="2222362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A959270-F64E-4D7D-97B5-7A43E5563EE7}"/>
                </a:ext>
              </a:extLst>
            </p:cNvPr>
            <p:cNvCxnSpPr>
              <a:cxnSpLocks/>
            </p:cNvCxnSpPr>
            <p:nvPr/>
          </p:nvCxnSpPr>
          <p:spPr>
            <a:xfrm>
              <a:off x="2070176" y="1892714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7D6DEC-406D-7E58-8284-A5BC748F10C1}"/>
                </a:ext>
              </a:extLst>
            </p:cNvPr>
            <p:cNvSpPr/>
            <p:nvPr/>
          </p:nvSpPr>
          <p:spPr>
            <a:xfrm>
              <a:off x="334064" y="1888422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AB5B3F-57C8-7BCF-FD44-07BC69513EC6}"/>
                </a:ext>
              </a:extLst>
            </p:cNvPr>
            <p:cNvCxnSpPr>
              <a:cxnSpLocks/>
            </p:cNvCxnSpPr>
            <p:nvPr/>
          </p:nvCxnSpPr>
          <p:spPr>
            <a:xfrm>
              <a:off x="334064" y="4117248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2C80D7D7-B4B3-1221-0881-C251521C3CF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73388" y="4064454"/>
                  <a:ext cx="603815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D75BAAD5-0B31-0CDF-3B4F-F593D682E4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3388" y="4064454"/>
                  <a:ext cx="603815" cy="49476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8CEA3570-3B17-EC31-EBB0-6C80D6B00E9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68268" y="4135763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DEA5089-6C46-F9C7-EB25-949958985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8268" y="4135763"/>
                  <a:ext cx="603815" cy="4862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ontent Placeholder 2">
                  <a:extLst>
                    <a:ext uri="{FF2B5EF4-FFF2-40B4-BE49-F238E27FC236}">
                      <a16:creationId xmlns:a16="http://schemas.microsoft.com/office/drawing/2014/main" id="{CD072CC6-D5E7-6A56-43F9-A9C8582D98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02347" y="4127283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4FB41EDD-C85F-24AE-0B59-70240B2AF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02347" y="4127283"/>
                  <a:ext cx="747890" cy="4947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ontent Placeholder 2">
                  <a:extLst>
                    <a:ext uri="{FF2B5EF4-FFF2-40B4-BE49-F238E27FC236}">
                      <a16:creationId xmlns:a16="http://schemas.microsoft.com/office/drawing/2014/main" id="{694759A6-668B-1C80-9B50-E6D15E1484F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3075" y="2828908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75CCA65F-BFF5-6761-9614-3795B2B90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3075" y="2828908"/>
                  <a:ext cx="576480" cy="35214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BE343F-5E4C-F4AE-5758-57F0038FC5F9}"/>
                </a:ext>
              </a:extLst>
            </p:cNvPr>
            <p:cNvCxnSpPr>
              <a:cxnSpLocks/>
            </p:cNvCxnSpPr>
            <p:nvPr/>
          </p:nvCxnSpPr>
          <p:spPr>
            <a:xfrm>
              <a:off x="10403941" y="189271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52BCA7F-73B2-9655-E4EE-E16EF6AC49C2}"/>
                </a:ext>
              </a:extLst>
            </p:cNvPr>
            <p:cNvSpPr/>
            <p:nvPr/>
          </p:nvSpPr>
          <p:spPr>
            <a:xfrm>
              <a:off x="8667829" y="188842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CCD1E17-D30F-A5AE-13B2-97ADCD4726A4}"/>
                </a:ext>
              </a:extLst>
            </p:cNvPr>
            <p:cNvCxnSpPr>
              <a:cxnSpLocks/>
            </p:cNvCxnSpPr>
            <p:nvPr/>
          </p:nvCxnSpPr>
          <p:spPr>
            <a:xfrm>
              <a:off x="8667829" y="411724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8B7828C7-8B29-B05A-B0B6-D9B946BA15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946682" y="4102352"/>
                  <a:ext cx="603807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8B7828C7-8B29-B05A-B0B6-D9B946BA1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6682" y="4102352"/>
                  <a:ext cx="603807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ontent Placeholder 2">
                  <a:extLst>
                    <a:ext uri="{FF2B5EF4-FFF2-40B4-BE49-F238E27FC236}">
                      <a16:creationId xmlns:a16="http://schemas.microsoft.com/office/drawing/2014/main" id="{328BCAAB-B3F0-4E10-1D4A-4FB628D7CD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141674" y="4130081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EDC32B4-26AF-C964-F4F2-1D8B5739C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1674" y="4130081"/>
                  <a:ext cx="576480" cy="352145"/>
                </a:xfrm>
                <a:prstGeom prst="rect">
                  <a:avLst/>
                </a:prstGeom>
                <a:blipFill>
                  <a:blip r:embed="rId10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0AD1522-89FB-BECD-DC4F-7734A78C2AAE}"/>
                </a:ext>
              </a:extLst>
            </p:cNvPr>
            <p:cNvCxnSpPr>
              <a:cxnSpLocks/>
            </p:cNvCxnSpPr>
            <p:nvPr/>
          </p:nvCxnSpPr>
          <p:spPr>
            <a:xfrm>
              <a:off x="6315282" y="1892714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1EE6B51-46A7-4584-D56B-438A859DF287}"/>
                </a:ext>
              </a:extLst>
            </p:cNvPr>
            <p:cNvSpPr/>
            <p:nvPr/>
          </p:nvSpPr>
          <p:spPr>
            <a:xfrm>
              <a:off x="4579170" y="188842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B6574B3-FB3E-76B9-BDF1-EE2BC3EC229C}"/>
                </a:ext>
              </a:extLst>
            </p:cNvPr>
            <p:cNvCxnSpPr>
              <a:cxnSpLocks/>
            </p:cNvCxnSpPr>
            <p:nvPr/>
          </p:nvCxnSpPr>
          <p:spPr>
            <a:xfrm>
              <a:off x="4579170" y="411724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AC592BAB-2A9D-82D1-5834-B713E11E698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016905" y="414222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97BB4CB7-D6D0-E799-9AD9-82E40D2BC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905" y="4142227"/>
                  <a:ext cx="603815" cy="4862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ontent Placeholder 2">
                  <a:extLst>
                    <a:ext uri="{FF2B5EF4-FFF2-40B4-BE49-F238E27FC236}">
                      <a16:creationId xmlns:a16="http://schemas.microsoft.com/office/drawing/2014/main" id="{5A16D7C8-DDCC-55C1-5148-C3361030B17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25983" y="4111555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CBE5B886-2CA3-2CBA-DB76-9A843C291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983" y="4111555"/>
                  <a:ext cx="747890" cy="494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2BBA3C2-6CB2-CB2A-E127-2850E76DEB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572570" y="3501366"/>
              <a:ext cx="12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Content Placeholder 2">
                  <a:extLst>
                    <a:ext uri="{FF2B5EF4-FFF2-40B4-BE49-F238E27FC236}">
                      <a16:creationId xmlns:a16="http://schemas.microsoft.com/office/drawing/2014/main" id="{16008CF2-D6EA-A96B-68A2-B4FF26EF50D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12653" y="2784516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CEFC0030-D59E-DA21-5CB6-CEB76036D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653" y="2784516"/>
                  <a:ext cx="576480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7544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686E-1668-427E-B19A-0DECBEF9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3C401-F6FA-1CFB-7CA2-903B0C31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83311C-E3E0-2510-3FB7-F78A73586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7486"/>
                <a:ext cx="11350776" cy="1891831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83311C-E3E0-2510-3FB7-F78A73586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7486"/>
                <a:ext cx="11350776" cy="1891831"/>
              </a:xfrm>
              <a:blipFill>
                <a:blip r:embed="rId2"/>
                <a:stretch>
                  <a:fillRect l="-1020" r="-1074" b="-11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51B8E79-B0C0-2E4C-6632-C1C85FCACEC1}"/>
              </a:ext>
            </a:extLst>
          </p:cNvPr>
          <p:cNvGrpSpPr/>
          <p:nvPr/>
        </p:nvGrpSpPr>
        <p:grpSpPr>
          <a:xfrm>
            <a:off x="986203" y="2847110"/>
            <a:ext cx="10219594" cy="3137056"/>
            <a:chOff x="986203" y="2857500"/>
            <a:chExt cx="10219594" cy="313705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720CA11-ABF8-99D3-34E8-F53A0B562655}"/>
                </a:ext>
              </a:extLst>
            </p:cNvPr>
            <p:cNvSpPr/>
            <p:nvPr/>
          </p:nvSpPr>
          <p:spPr>
            <a:xfrm>
              <a:off x="2564574" y="2872226"/>
              <a:ext cx="2873366" cy="2529411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B4E6D6D-B8E2-A14E-76B9-E73CCB79DA15}"/>
                </a:ext>
              </a:extLst>
            </p:cNvPr>
            <p:cNvCxnSpPr>
              <a:cxnSpLocks/>
            </p:cNvCxnSpPr>
            <p:nvPr/>
          </p:nvCxnSpPr>
          <p:spPr>
            <a:xfrm>
              <a:off x="3444150" y="2877097"/>
              <a:ext cx="28962" cy="25245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36F797D-09F8-93ED-9BF8-B9A7114717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22958" y="4745297"/>
              <a:ext cx="12832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505ADD5-8392-5C70-0996-8A03C4B1B874}"/>
                </a:ext>
              </a:extLst>
            </p:cNvPr>
            <p:cNvSpPr/>
            <p:nvPr/>
          </p:nvSpPr>
          <p:spPr>
            <a:xfrm>
              <a:off x="1508282" y="2872226"/>
              <a:ext cx="3929658" cy="239774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AE2FF3-0DD4-BCE0-507D-C714ED172835}"/>
                </a:ext>
              </a:extLst>
            </p:cNvPr>
            <p:cNvCxnSpPr>
              <a:cxnSpLocks/>
            </p:cNvCxnSpPr>
            <p:nvPr/>
          </p:nvCxnSpPr>
          <p:spPr>
            <a:xfrm>
              <a:off x="1508282" y="5401639"/>
              <a:ext cx="39296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D7832E6-1AFE-5778-2B73-F0F0AE44C576}"/>
                </a:ext>
              </a:extLst>
            </p:cNvPr>
            <p:cNvSpPr/>
            <p:nvPr/>
          </p:nvSpPr>
          <p:spPr>
            <a:xfrm flipH="1">
              <a:off x="7063370" y="2857500"/>
              <a:ext cx="2873366" cy="2529411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9D8D569-E44C-1507-01AA-A664D3AF2EFA}"/>
                </a:ext>
              </a:extLst>
            </p:cNvPr>
            <p:cNvCxnSpPr>
              <a:cxnSpLocks/>
            </p:cNvCxnSpPr>
            <p:nvPr/>
          </p:nvCxnSpPr>
          <p:spPr>
            <a:xfrm>
              <a:off x="8999237" y="2877095"/>
              <a:ext cx="28962" cy="25245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6D38F3-0225-5093-5F74-0C3B39B964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295120" y="4745297"/>
              <a:ext cx="12832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213316C-09DA-2EB7-D9E8-5455804A30C9}"/>
                </a:ext>
              </a:extLst>
            </p:cNvPr>
            <p:cNvSpPr/>
            <p:nvPr/>
          </p:nvSpPr>
          <p:spPr>
            <a:xfrm>
              <a:off x="7063370" y="2872224"/>
              <a:ext cx="3929658" cy="239774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7889B13-58ED-4CA4-68AC-0610FCF47180}"/>
                </a:ext>
              </a:extLst>
            </p:cNvPr>
            <p:cNvCxnSpPr>
              <a:cxnSpLocks/>
            </p:cNvCxnSpPr>
            <p:nvPr/>
          </p:nvCxnSpPr>
          <p:spPr>
            <a:xfrm>
              <a:off x="7063370" y="5401637"/>
              <a:ext cx="39296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4">
                  <a:extLst>
                    <a:ext uri="{FF2B5EF4-FFF2-40B4-BE49-F238E27FC236}">
                      <a16:creationId xmlns:a16="http://schemas.microsoft.com/office/drawing/2014/main" id="{964072CA-AF60-59B8-2026-1B05EF92BE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94476" y="5269964"/>
                  <a:ext cx="725756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4">
                  <a:extLst>
                    <a:ext uri="{FF2B5EF4-FFF2-40B4-BE49-F238E27FC236}">
                      <a16:creationId xmlns:a16="http://schemas.microsoft.com/office/drawing/2014/main" id="{11F2D954-43EA-0945-3FD3-DD16B3C4A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476" y="5269964"/>
                  <a:ext cx="725756" cy="67783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915607FE-92E0-5175-7A40-EF3EA45CD38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90331" y="5287262"/>
                  <a:ext cx="362879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7A6B6597-0DC4-BAD8-9F66-09B427CEC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0331" y="5287262"/>
                  <a:ext cx="362879" cy="6778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4">
                  <a:extLst>
                    <a:ext uri="{FF2B5EF4-FFF2-40B4-BE49-F238E27FC236}">
                      <a16:creationId xmlns:a16="http://schemas.microsoft.com/office/drawing/2014/main" id="{836CA6B7-E070-7454-784B-B8CD5E70C95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75885" y="5269964"/>
                  <a:ext cx="466186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513CEF40-AC9C-5628-F4BA-F7FB55907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5885" y="5269964"/>
                  <a:ext cx="466186" cy="6778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4">
                  <a:extLst>
                    <a:ext uri="{FF2B5EF4-FFF2-40B4-BE49-F238E27FC236}">
                      <a16:creationId xmlns:a16="http://schemas.microsoft.com/office/drawing/2014/main" id="{A7B3FC37-CB3C-DF39-219B-64F71589702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86203" y="5269964"/>
                  <a:ext cx="765657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4">
                  <a:extLst>
                    <a:ext uri="{FF2B5EF4-FFF2-40B4-BE49-F238E27FC236}">
                      <a16:creationId xmlns:a16="http://schemas.microsoft.com/office/drawing/2014/main" id="{474CFB49-13E2-3F87-FBE7-54648753F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03" y="5269964"/>
                  <a:ext cx="765657" cy="6778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4">
                  <a:extLst>
                    <a:ext uri="{FF2B5EF4-FFF2-40B4-BE49-F238E27FC236}">
                      <a16:creationId xmlns:a16="http://schemas.microsoft.com/office/drawing/2014/main" id="{B69D3B83-ABBC-2A01-BC80-AEF74759F0E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843894" y="5316720"/>
                  <a:ext cx="362879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4">
                  <a:extLst>
                    <a:ext uri="{FF2B5EF4-FFF2-40B4-BE49-F238E27FC236}">
                      <a16:creationId xmlns:a16="http://schemas.microsoft.com/office/drawing/2014/main" id="{82043C6F-1B73-61FE-1120-B15BE98CC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3894" y="5316720"/>
                  <a:ext cx="362879" cy="6778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4">
                  <a:extLst>
                    <a:ext uri="{FF2B5EF4-FFF2-40B4-BE49-F238E27FC236}">
                      <a16:creationId xmlns:a16="http://schemas.microsoft.com/office/drawing/2014/main" id="{24A6B0E8-AA69-52C6-2271-31FF41F7E6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739611" y="5299422"/>
                  <a:ext cx="466186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4">
                  <a:extLst>
                    <a:ext uri="{FF2B5EF4-FFF2-40B4-BE49-F238E27FC236}">
                      <a16:creationId xmlns:a16="http://schemas.microsoft.com/office/drawing/2014/main" id="{33967913-4AB3-9A7C-19D9-A7CDE2A5D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9611" y="5299422"/>
                  <a:ext cx="466186" cy="67783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ontent Placeholder 4">
                  <a:extLst>
                    <a:ext uri="{FF2B5EF4-FFF2-40B4-BE49-F238E27FC236}">
                      <a16:creationId xmlns:a16="http://schemas.microsoft.com/office/drawing/2014/main" id="{62E4B7E2-8846-A2B1-8DD8-71EA35D0C0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69879" y="5287262"/>
                  <a:ext cx="765657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A971FD6A-A912-B358-1471-4413908F7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9879" y="5287262"/>
                  <a:ext cx="765657" cy="67783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ontent Placeholder 4">
                  <a:extLst>
                    <a:ext uri="{FF2B5EF4-FFF2-40B4-BE49-F238E27FC236}">
                      <a16:creationId xmlns:a16="http://schemas.microsoft.com/office/drawing/2014/main" id="{6D148621-600A-B43D-0835-F80355286B4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682229" y="5269964"/>
                  <a:ext cx="592088" cy="677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Content Placeholder 4">
                  <a:extLst>
                    <a:ext uri="{FF2B5EF4-FFF2-40B4-BE49-F238E27FC236}">
                      <a16:creationId xmlns:a16="http://schemas.microsoft.com/office/drawing/2014/main" id="{B0D7E6F5-4F45-A9DA-B554-D537D8E06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2229" y="5269964"/>
                  <a:ext cx="592088" cy="6778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Equals 44">
              <a:extLst>
                <a:ext uri="{FF2B5EF4-FFF2-40B4-BE49-F238E27FC236}">
                  <a16:creationId xmlns:a16="http://schemas.microsoft.com/office/drawing/2014/main" id="{02927245-F32A-D872-6A2C-5BE849037820}"/>
                </a:ext>
              </a:extLst>
            </p:cNvPr>
            <p:cNvSpPr/>
            <p:nvPr/>
          </p:nvSpPr>
          <p:spPr>
            <a:xfrm>
              <a:off x="5821326" y="4136931"/>
              <a:ext cx="936000" cy="449469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13003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≥−1.43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  <a:blipFill>
                <a:blip r:embed="rId2"/>
                <a:stretch>
                  <a:fillRect l="-1026" r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1912" y="4956419"/>
                <a:ext cx="3751118" cy="8771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600" dirty="0">
                    <a:solidFill>
                      <a:srgbClr val="00206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6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IN" sz="2600" dirty="0">
                    <a:solidFill>
                      <a:srgbClr val="002060"/>
                    </a:solidFill>
                  </a:rPr>
                  <a:t>–Table </a:t>
                </a:r>
                <a:endParaRPr lang="en-IN" sz="25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5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  <m:r>
                        <a:rPr lang="en-IN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=0.4236</m:t>
                      </m:r>
                    </m:oMath>
                  </m:oMathPara>
                </a14:m>
                <a:endParaRPr lang="en-IN" sz="25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12" y="4956419"/>
                <a:ext cx="3751118" cy="877163"/>
              </a:xfrm>
              <a:prstGeom prst="rect">
                <a:avLst/>
              </a:prstGeom>
              <a:blipFill>
                <a:blip r:embed="rId3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294747" y="3536476"/>
                <a:ext cx="59627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47" y="3536476"/>
                <a:ext cx="59627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366639" y="4173350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639" y="4173350"/>
                <a:ext cx="6096000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BC8777-B621-A45D-1D50-38B44A01B263}"/>
                  </a:ext>
                </a:extLst>
              </p:cNvPr>
              <p:cNvSpPr/>
              <p:nvPr/>
            </p:nvSpPr>
            <p:spPr>
              <a:xfrm>
                <a:off x="4739722" y="2610773"/>
                <a:ext cx="253638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BC8777-B621-A45D-1D50-38B44A01B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722" y="2610773"/>
                <a:ext cx="253638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2682DE5-A4A0-E5E1-E624-170CBB1EDB3C}"/>
                  </a:ext>
                </a:extLst>
              </p:cNvPr>
              <p:cNvSpPr/>
              <p:nvPr/>
            </p:nvSpPr>
            <p:spPr>
              <a:xfrm>
                <a:off x="2028684" y="5025668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=0.9236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2682DE5-A4A0-E5E1-E624-170CBB1EDB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684" y="5025668"/>
                <a:ext cx="60960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38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3" grpId="0"/>
      <p:bldP spid="7" grpId="0"/>
      <p:bldP spid="8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366DD-FFCB-47FE-53A5-E7CC9ABA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38585-9F19-DFBF-1C10-7528D56D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DD74D6D-1DF7-CC40-A0E5-992413FBFC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(3)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=−∞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−</m:t>
                            </m:r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DD74D6D-1DF7-CC40-A0E5-992413FBF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  <a:blipFill>
                <a:blip r:embed="rId2"/>
                <a:stretch>
                  <a:fillRect l="-1074" b="-5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71F4463-E75F-BC9C-7B5E-3003085CA2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017145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dirty="0"/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≤−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−∞≤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71F4463-E75F-BC9C-7B5E-3003085CA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017145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 l="-1522" b="-3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EF86E0DE-7C3E-3BC5-B3BE-95F524E89D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0752" y="2648041"/>
                <a:ext cx="8760659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=0.5−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EF86E0DE-7C3E-3BC5-B3BE-95F524E8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752" y="2648041"/>
                <a:ext cx="8760659" cy="814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FFFB1EB-70E6-D7F0-CBD4-E9483F663A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5347" y="3123628"/>
                <a:ext cx="5305121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i="0" dirty="0"/>
                        <m:t>can be </m:t>
                      </m:r>
                      <m:r>
                        <m:rPr>
                          <m:nor/>
                        </m:rPr>
                        <a:rPr lang="en-IN" b="0" i="0" dirty="0" smtClean="0"/>
                        <m:t>solve</m:t>
                      </m:r>
                      <m:r>
                        <m:rPr>
                          <m:nor/>
                        </m:rPr>
                        <a:rPr lang="en-US" i="0" dirty="0"/>
                        <m:t>d by using </m:t>
                      </m:r>
                      <m:r>
                        <m:rPr>
                          <m:nor/>
                        </m:rPr>
                        <a:rPr lang="en-US" b="0" i="0" dirty="0">
                          <a:solidFill>
                            <a:srgbClr val="FF0000"/>
                          </a:solidFill>
                        </a:rPr>
                        <m:t>case – (1)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FFFB1EB-70E6-D7F0-CBD4-E9483F663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347" y="3123628"/>
                <a:ext cx="5305121" cy="8143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CE1DF-0AAC-8820-D424-7768B950207A}"/>
              </a:ext>
            </a:extLst>
          </p:cNvPr>
          <p:cNvGrpSpPr/>
          <p:nvPr/>
        </p:nvGrpSpPr>
        <p:grpSpPr>
          <a:xfrm>
            <a:off x="0" y="3937992"/>
            <a:ext cx="12096000" cy="2664000"/>
            <a:chOff x="-101174" y="3706710"/>
            <a:chExt cx="12394347" cy="274008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5249292-F90A-AE73-0663-BE7BB082FE41}"/>
                </a:ext>
              </a:extLst>
            </p:cNvPr>
            <p:cNvSpPr/>
            <p:nvPr/>
          </p:nvSpPr>
          <p:spPr>
            <a:xfrm flipH="1">
              <a:off x="9547431" y="3727644"/>
              <a:ext cx="956483" cy="2222362"/>
            </a:xfrm>
            <a:custGeom>
              <a:avLst/>
              <a:gdLst>
                <a:gd name="csX0" fmla="*/ 0 w 956483"/>
                <a:gd name="csY0" fmla="*/ 0 h 2222362"/>
                <a:gd name="csX1" fmla="*/ 0 w 956483"/>
                <a:gd name="csY1" fmla="*/ 2222362 h 2222362"/>
                <a:gd name="csX2" fmla="*/ 956483 w 956483"/>
                <a:gd name="csY2" fmla="*/ 2222362 h 2222362"/>
                <a:gd name="csX3" fmla="*/ 956483 w 956483"/>
                <a:gd name="csY3" fmla="*/ 1374964 h 2222362"/>
                <a:gd name="csX4" fmla="*/ 934719 w 956483"/>
                <a:gd name="csY4" fmla="*/ 1328942 h 2222362"/>
                <a:gd name="csX5" fmla="*/ 23587 w 956483"/>
                <a:gd name="csY5" fmla="*/ 2246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56483" h="2222362">
                  <a:moveTo>
                    <a:pt x="0" y="0"/>
                  </a:moveTo>
                  <a:lnTo>
                    <a:pt x="0" y="2222362"/>
                  </a:lnTo>
                  <a:lnTo>
                    <a:pt x="956483" y="2222362"/>
                  </a:lnTo>
                  <a:lnTo>
                    <a:pt x="956483" y="1374964"/>
                  </a:lnTo>
                  <a:lnTo>
                    <a:pt x="934719" y="1328942"/>
                  </a:lnTo>
                  <a:cubicBezTo>
                    <a:pt x="717038" y="865434"/>
                    <a:pt x="350669" y="63224"/>
                    <a:pt x="23587" y="2246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E891D89-2688-3DC7-E05F-12406F940EF5}"/>
                </a:ext>
              </a:extLst>
            </p:cNvPr>
            <p:cNvSpPr/>
            <p:nvPr/>
          </p:nvSpPr>
          <p:spPr>
            <a:xfrm flipH="1">
              <a:off x="434037" y="5001141"/>
              <a:ext cx="830374" cy="952911"/>
            </a:xfrm>
            <a:custGeom>
              <a:avLst/>
              <a:gdLst>
                <a:gd name="csX0" fmla="*/ 0 w 824532"/>
                <a:gd name="csY0" fmla="*/ 0 h 952911"/>
                <a:gd name="csX1" fmla="*/ 0 w 824532"/>
                <a:gd name="csY1" fmla="*/ 952911 h 952911"/>
                <a:gd name="csX2" fmla="*/ 824532 w 824532"/>
                <a:gd name="csY2" fmla="*/ 952911 h 952911"/>
                <a:gd name="csX3" fmla="*/ 824532 w 824532"/>
                <a:gd name="csY3" fmla="*/ 836363 h 952911"/>
                <a:gd name="csX4" fmla="*/ 824525 w 824532"/>
                <a:gd name="csY4" fmla="*/ 836363 h 952911"/>
                <a:gd name="csX5" fmla="*/ 714988 w 824532"/>
                <a:gd name="csY5" fmla="*/ 825131 h 952911"/>
                <a:gd name="csX6" fmla="*/ 148127 w 824532"/>
                <a:gd name="csY6" fmla="*/ 305075 h 952911"/>
                <a:gd name="csX7" fmla="*/ 18671 w 824532"/>
                <a:gd name="csY7" fmla="*/ 39973 h 952911"/>
                <a:gd name="csX8" fmla="*/ 0 w 824532"/>
                <a:gd name="csY8" fmla="*/ 0 h 952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24532" h="952911">
                  <a:moveTo>
                    <a:pt x="0" y="0"/>
                  </a:moveTo>
                  <a:lnTo>
                    <a:pt x="0" y="952911"/>
                  </a:lnTo>
                  <a:lnTo>
                    <a:pt x="824532" y="952911"/>
                  </a:lnTo>
                  <a:lnTo>
                    <a:pt x="824532" y="836363"/>
                  </a:lnTo>
                  <a:lnTo>
                    <a:pt x="824525" y="836363"/>
                  </a:lnTo>
                  <a:lnTo>
                    <a:pt x="714988" y="825131"/>
                  </a:lnTo>
                  <a:cubicBezTo>
                    <a:pt x="470699" y="777616"/>
                    <a:pt x="302617" y="583877"/>
                    <a:pt x="148127" y="305075"/>
                  </a:cubicBezTo>
                  <a:cubicBezTo>
                    <a:pt x="115022" y="245332"/>
                    <a:pt x="71023" y="152076"/>
                    <a:pt x="18671" y="39973"/>
                  </a:cubicBez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4B26190-C10C-D7C1-C6C5-3E751A62AF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9755" y="4992661"/>
              <a:ext cx="9312" cy="95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7B9A14-AEE9-8B9F-D21F-A97C362FD09B}"/>
                </a:ext>
              </a:extLst>
            </p:cNvPr>
            <p:cNvSpPr/>
            <p:nvPr/>
          </p:nvSpPr>
          <p:spPr>
            <a:xfrm flipH="1">
              <a:off x="4679143" y="3731690"/>
              <a:ext cx="1737306" cy="2222362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70FC3A-A255-B1EA-6F18-2FE572CA5709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371100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7EF39F7-5A16-1BB9-ACB7-9AFB4D1FA536}"/>
                </a:ext>
              </a:extLst>
            </p:cNvPr>
            <p:cNvSpPr/>
            <p:nvPr/>
          </p:nvSpPr>
          <p:spPr>
            <a:xfrm>
              <a:off x="435237" y="370671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B73FF9-97CD-845C-3D00-827B3883C741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593553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13E86290-7B05-5A90-E1E2-BCA9EE18EC9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7260" y="5906011"/>
                  <a:ext cx="747887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37DFC882-5102-B881-80DF-6EEAD4534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260" y="5906011"/>
                  <a:ext cx="747887" cy="49476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054C28B6-3B4C-0AEB-0B51-719EA377A82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5954052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0639395A-07B7-1412-6D00-1E748A44A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5954052"/>
                  <a:ext cx="603815" cy="4862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75A9D7C0-9A41-9E84-C495-5F346A67E91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01174" y="5945572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35B76541-7D6C-2C2B-8551-4473F9B66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174" y="5945572"/>
                  <a:ext cx="747890" cy="494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EC3F6A18-7F0D-DF91-3A38-3BD8F742B1C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23217" y="4647195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BD48B324-BAD8-9E32-880A-A25C94524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17" y="4647195"/>
                  <a:ext cx="576480" cy="35214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BD9CE2D-AC20-2A11-CC92-185908E02103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114" y="3711002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B9AAF67-B68B-22A4-EB7D-56F265FE5BD1}"/>
                </a:ext>
              </a:extLst>
            </p:cNvPr>
            <p:cNvSpPr/>
            <p:nvPr/>
          </p:nvSpPr>
          <p:spPr>
            <a:xfrm>
              <a:off x="8769002" y="370671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4A231D2-61E5-DFD3-504A-8C28F5661984}"/>
                </a:ext>
              </a:extLst>
            </p:cNvPr>
            <p:cNvCxnSpPr>
              <a:cxnSpLocks/>
            </p:cNvCxnSpPr>
            <p:nvPr/>
          </p:nvCxnSpPr>
          <p:spPr>
            <a:xfrm>
              <a:off x="8769002" y="593553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7BDD353-90FB-6D9B-6E53-1ED743CF2C2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044985" y="5883012"/>
                  <a:ext cx="77157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6" name="Content Placeholder 2">
                  <a:extLst>
                    <a:ext uri="{FF2B5EF4-FFF2-40B4-BE49-F238E27FC236}">
                      <a16:creationId xmlns:a16="http://schemas.microsoft.com/office/drawing/2014/main" id="{0756180E-ABE7-FA44-7137-A37F3236BD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4985" y="5883012"/>
                  <a:ext cx="771570" cy="4801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73B3813F-E79F-89F3-BBA7-23C8B7B8679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42847" y="594837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871D438A-35B9-B45A-F54C-6BCC22520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2847" y="5948370"/>
                  <a:ext cx="576480" cy="35214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9D74EB-D78E-C298-0C19-3C5CEF0FC61A}"/>
                </a:ext>
              </a:extLst>
            </p:cNvPr>
            <p:cNvCxnSpPr>
              <a:cxnSpLocks/>
            </p:cNvCxnSpPr>
            <p:nvPr/>
          </p:nvCxnSpPr>
          <p:spPr>
            <a:xfrm>
              <a:off x="6416455" y="371100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9C26167-3F53-ADEC-8747-FBAEC0E422B2}"/>
                </a:ext>
              </a:extLst>
            </p:cNvPr>
            <p:cNvSpPr/>
            <p:nvPr/>
          </p:nvSpPr>
          <p:spPr>
            <a:xfrm>
              <a:off x="4680343" y="370671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E69267-C635-AA37-5EA5-BE08DD61D5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343" y="593553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82E9528E-84FA-5AD2-8532-5645F2CC2E5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18078" y="5960516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87417C97-E590-ADCD-BD0F-41F7D376A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78" y="5960516"/>
                  <a:ext cx="603815" cy="48628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73A6D2F7-A0F3-3FE2-C327-873DD37E74A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27156" y="5929844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7779336-E76F-81EF-BD5D-F18FCB1D14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156" y="5929844"/>
                  <a:ext cx="747890" cy="49476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F9B99C29-D189-A8EB-8DE4-CABA7AC149A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85386" y="4647195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7AF7E5B7-3CE7-78C1-5E25-F42D751DC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386" y="4647195"/>
                  <a:ext cx="576480" cy="48013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24C2FB-4510-BA18-CEAC-90732830957B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 flipV="1">
              <a:off x="9537519" y="5196397"/>
              <a:ext cx="0" cy="7536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7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  <p:bldP spid="17" grpId="0" uiExpand="1" build="p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A628-EC3A-07E8-1A45-027B7A18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53E6DF-E423-82B3-3F2E-5868C2F5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DB6204-DA27-5253-51E8-B2127C9B5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7376"/>
                <a:ext cx="11517029" cy="2051618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DB6204-DA27-5253-51E8-B2127C9B5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7376"/>
                <a:ext cx="11517029" cy="2051618"/>
              </a:xfrm>
              <a:blipFill>
                <a:blip r:embed="rId2"/>
                <a:stretch>
                  <a:fillRect l="-1006" r="-1059" b="-32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EE968C0-BF28-66FF-2419-355532C995BC}"/>
              </a:ext>
            </a:extLst>
          </p:cNvPr>
          <p:cNvGrpSpPr/>
          <p:nvPr/>
        </p:nvGrpSpPr>
        <p:grpSpPr>
          <a:xfrm>
            <a:off x="543791" y="2818994"/>
            <a:ext cx="10450061" cy="3751225"/>
            <a:chOff x="429535" y="1897728"/>
            <a:chExt cx="10450061" cy="375122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BE8C24-C26E-9E13-1F57-8A3040D7D7ED}"/>
                </a:ext>
              </a:extLst>
            </p:cNvPr>
            <p:cNvSpPr/>
            <p:nvPr/>
          </p:nvSpPr>
          <p:spPr>
            <a:xfrm flipH="1">
              <a:off x="6642379" y="2473097"/>
              <a:ext cx="1481465" cy="2453122"/>
            </a:xfrm>
            <a:custGeom>
              <a:avLst/>
              <a:gdLst>
                <a:gd name="csX0" fmla="*/ 0 w 1483573"/>
                <a:gd name="csY0" fmla="*/ 0 h 2453122"/>
                <a:gd name="csX1" fmla="*/ 14039 w 1483573"/>
                <a:gd name="csY1" fmla="*/ 0 h 2453122"/>
                <a:gd name="csX2" fmla="*/ 94266 w 1483573"/>
                <a:gd name="csY2" fmla="*/ 153221 h 2453122"/>
                <a:gd name="csX3" fmla="*/ 700399 w 1483573"/>
                <a:gd name="csY3" fmla="*/ 1573792 h 2453122"/>
                <a:gd name="csX4" fmla="*/ 1356738 w 1483573"/>
                <a:gd name="csY4" fmla="*/ 2279682 h 2453122"/>
                <a:gd name="csX5" fmla="*/ 1483565 w 1483573"/>
                <a:gd name="csY5" fmla="*/ 2294927 h 2453122"/>
                <a:gd name="csX6" fmla="*/ 1483573 w 1483573"/>
                <a:gd name="csY6" fmla="*/ 2294927 h 2453122"/>
                <a:gd name="csX7" fmla="*/ 1483573 w 1483573"/>
                <a:gd name="csY7" fmla="*/ 2294928 h 2453122"/>
                <a:gd name="csX8" fmla="*/ 1483573 w 1483573"/>
                <a:gd name="csY8" fmla="*/ 2453122 h 2453122"/>
                <a:gd name="csX9" fmla="*/ 0 w 1483573"/>
                <a:gd name="csY9" fmla="*/ 2453122 h 2453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83573" h="2453122">
                  <a:moveTo>
                    <a:pt x="0" y="0"/>
                  </a:moveTo>
                  <a:lnTo>
                    <a:pt x="14039" y="0"/>
                  </a:lnTo>
                  <a:lnTo>
                    <a:pt x="94266" y="153221"/>
                  </a:lnTo>
                  <a:cubicBezTo>
                    <a:pt x="356897" y="677860"/>
                    <a:pt x="585407" y="1330517"/>
                    <a:pt x="700399" y="1573792"/>
                  </a:cubicBezTo>
                  <a:cubicBezTo>
                    <a:pt x="879275" y="1952220"/>
                    <a:pt x="1073888" y="2215188"/>
                    <a:pt x="1356738" y="2279682"/>
                  </a:cubicBezTo>
                  <a:lnTo>
                    <a:pt x="1483565" y="2294927"/>
                  </a:lnTo>
                  <a:lnTo>
                    <a:pt x="1483573" y="2294927"/>
                  </a:lnTo>
                  <a:lnTo>
                    <a:pt x="1483573" y="2294928"/>
                  </a:lnTo>
                  <a:lnTo>
                    <a:pt x="1483573" y="2453122"/>
                  </a:lnTo>
                  <a:lnTo>
                    <a:pt x="0" y="2453122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CCCEB6C-C495-E42C-C227-844DFDC14D49}"/>
                </a:ext>
              </a:extLst>
            </p:cNvPr>
            <p:cNvSpPr/>
            <p:nvPr/>
          </p:nvSpPr>
          <p:spPr>
            <a:xfrm>
              <a:off x="3496722" y="2451538"/>
              <a:ext cx="1483573" cy="2485072"/>
            </a:xfrm>
            <a:custGeom>
              <a:avLst/>
              <a:gdLst>
                <a:gd name="csX0" fmla="*/ 0 w 1483573"/>
                <a:gd name="csY0" fmla="*/ 0 h 2453122"/>
                <a:gd name="csX1" fmla="*/ 14039 w 1483573"/>
                <a:gd name="csY1" fmla="*/ 0 h 2453122"/>
                <a:gd name="csX2" fmla="*/ 94266 w 1483573"/>
                <a:gd name="csY2" fmla="*/ 153221 h 2453122"/>
                <a:gd name="csX3" fmla="*/ 700399 w 1483573"/>
                <a:gd name="csY3" fmla="*/ 1573792 h 2453122"/>
                <a:gd name="csX4" fmla="*/ 1356738 w 1483573"/>
                <a:gd name="csY4" fmla="*/ 2279682 h 2453122"/>
                <a:gd name="csX5" fmla="*/ 1483565 w 1483573"/>
                <a:gd name="csY5" fmla="*/ 2294927 h 2453122"/>
                <a:gd name="csX6" fmla="*/ 1483573 w 1483573"/>
                <a:gd name="csY6" fmla="*/ 2294927 h 2453122"/>
                <a:gd name="csX7" fmla="*/ 1483573 w 1483573"/>
                <a:gd name="csY7" fmla="*/ 2294928 h 2453122"/>
                <a:gd name="csX8" fmla="*/ 1483573 w 1483573"/>
                <a:gd name="csY8" fmla="*/ 2453122 h 2453122"/>
                <a:gd name="csX9" fmla="*/ 0 w 1483573"/>
                <a:gd name="csY9" fmla="*/ 2453122 h 2453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83573" h="2453122">
                  <a:moveTo>
                    <a:pt x="0" y="0"/>
                  </a:moveTo>
                  <a:lnTo>
                    <a:pt x="14039" y="0"/>
                  </a:lnTo>
                  <a:lnTo>
                    <a:pt x="94266" y="153221"/>
                  </a:lnTo>
                  <a:cubicBezTo>
                    <a:pt x="356897" y="677860"/>
                    <a:pt x="585407" y="1330517"/>
                    <a:pt x="700399" y="1573792"/>
                  </a:cubicBezTo>
                  <a:cubicBezTo>
                    <a:pt x="879275" y="1952220"/>
                    <a:pt x="1073888" y="2215188"/>
                    <a:pt x="1356738" y="2279682"/>
                  </a:cubicBezTo>
                  <a:lnTo>
                    <a:pt x="1483565" y="2294927"/>
                  </a:lnTo>
                  <a:lnTo>
                    <a:pt x="1483573" y="2294927"/>
                  </a:lnTo>
                  <a:lnTo>
                    <a:pt x="1483573" y="2294928"/>
                  </a:lnTo>
                  <a:lnTo>
                    <a:pt x="1483573" y="2453122"/>
                  </a:lnTo>
                  <a:lnTo>
                    <a:pt x="0" y="2453122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925865-0B82-FCAA-8B09-C05A5EEB3D6D}"/>
                </a:ext>
              </a:extLst>
            </p:cNvPr>
            <p:cNvCxnSpPr>
              <a:cxnSpLocks/>
            </p:cNvCxnSpPr>
            <p:nvPr/>
          </p:nvCxnSpPr>
          <p:spPr>
            <a:xfrm>
              <a:off x="2942912" y="1903582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A3CBE6D-B1D8-7A3E-0A3C-BA10E8E904E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81255" y="3703699"/>
              <a:ext cx="241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860C611-115B-0C59-B396-23BC7F943B8E}"/>
                </a:ext>
              </a:extLst>
            </p:cNvPr>
            <p:cNvSpPr/>
            <p:nvPr/>
          </p:nvSpPr>
          <p:spPr>
            <a:xfrm>
              <a:off x="963388" y="1897730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8E740F-6F36-A7B6-754A-98F7B6494CA0}"/>
                </a:ext>
              </a:extLst>
            </p:cNvPr>
            <p:cNvCxnSpPr>
              <a:cxnSpLocks/>
            </p:cNvCxnSpPr>
            <p:nvPr/>
          </p:nvCxnSpPr>
          <p:spPr>
            <a:xfrm>
              <a:off x="963388" y="4936612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C1EDC7-BFEB-A889-C8BD-6D7DA717BB5E}"/>
                </a:ext>
              </a:extLst>
            </p:cNvPr>
            <p:cNvCxnSpPr>
              <a:cxnSpLocks/>
            </p:cNvCxnSpPr>
            <p:nvPr/>
          </p:nvCxnSpPr>
          <p:spPr>
            <a:xfrm>
              <a:off x="8623275" y="1903580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520BB5D-F1B9-C7D0-234B-C7108C474438}"/>
                </a:ext>
              </a:extLst>
            </p:cNvPr>
            <p:cNvSpPr/>
            <p:nvPr/>
          </p:nvSpPr>
          <p:spPr>
            <a:xfrm>
              <a:off x="6643751" y="1897728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F22578E-4172-C563-FDE5-7A61A164F2AF}"/>
                </a:ext>
              </a:extLst>
            </p:cNvPr>
            <p:cNvCxnSpPr>
              <a:cxnSpLocks/>
            </p:cNvCxnSpPr>
            <p:nvPr/>
          </p:nvCxnSpPr>
          <p:spPr>
            <a:xfrm>
              <a:off x="6643751" y="4936610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4">
                  <a:extLst>
                    <a:ext uri="{FF2B5EF4-FFF2-40B4-BE49-F238E27FC236}">
                      <a16:creationId xmlns:a16="http://schemas.microsoft.com/office/drawing/2014/main" id="{D12BDBE5-5593-42AF-51E9-F35092F283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59990" y="4778415"/>
                  <a:ext cx="742123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4">
                  <a:extLst>
                    <a:ext uri="{FF2B5EF4-FFF2-40B4-BE49-F238E27FC236}">
                      <a16:creationId xmlns:a16="http://schemas.microsoft.com/office/drawing/2014/main" id="{865B4CBE-1F4B-AF92-28C3-77D207B9E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9990" y="4778415"/>
                  <a:ext cx="742123" cy="8143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4">
                  <a:extLst>
                    <a:ext uri="{FF2B5EF4-FFF2-40B4-BE49-F238E27FC236}">
                      <a16:creationId xmlns:a16="http://schemas.microsoft.com/office/drawing/2014/main" id="{A1D655C1-50FF-BE0C-09F1-6C64FA68384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85624" y="4799197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86DBE396-3270-A87F-8C00-6311A1AD69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5624" y="4799197"/>
                  <a:ext cx="371062" cy="8143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A6D2BCDF-5E51-2E4D-4A12-1F2AC045706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13701" y="4778415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4">
                  <a:extLst>
                    <a:ext uri="{FF2B5EF4-FFF2-40B4-BE49-F238E27FC236}">
                      <a16:creationId xmlns:a16="http://schemas.microsoft.com/office/drawing/2014/main" id="{32BF3511-AB4F-FBA1-82A4-BD8731A48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701" y="4778415"/>
                  <a:ext cx="476699" cy="8143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4">
                  <a:extLst>
                    <a:ext uri="{FF2B5EF4-FFF2-40B4-BE49-F238E27FC236}">
                      <a16:creationId xmlns:a16="http://schemas.microsoft.com/office/drawing/2014/main" id="{DCC06AC7-D1EA-0950-26FA-F9795EA0975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9535" y="4778415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4">
                  <a:extLst>
                    <a:ext uri="{FF2B5EF4-FFF2-40B4-BE49-F238E27FC236}">
                      <a16:creationId xmlns:a16="http://schemas.microsoft.com/office/drawing/2014/main" id="{316327FC-06F5-CA6D-844F-2F1360EF8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535" y="4778415"/>
                  <a:ext cx="782924" cy="8143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4">
                  <a:extLst>
                    <a:ext uri="{FF2B5EF4-FFF2-40B4-BE49-F238E27FC236}">
                      <a16:creationId xmlns:a16="http://schemas.microsoft.com/office/drawing/2014/main" id="{B831ADFB-68B3-9D16-7C3E-738FA717DA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64429" y="4834589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68F4A5AB-A28E-A46A-A0C7-3E15DD712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4429" y="4834589"/>
                  <a:ext cx="371062" cy="8143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4">
                  <a:extLst>
                    <a:ext uri="{FF2B5EF4-FFF2-40B4-BE49-F238E27FC236}">
                      <a16:creationId xmlns:a16="http://schemas.microsoft.com/office/drawing/2014/main" id="{33D7E932-331A-22A7-4684-755575C5B28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402897" y="4813807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9FD95245-D7F2-E69B-54F7-573330571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2897" y="4813807"/>
                  <a:ext cx="476699" cy="814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4">
                  <a:extLst>
                    <a:ext uri="{FF2B5EF4-FFF2-40B4-BE49-F238E27FC236}">
                      <a16:creationId xmlns:a16="http://schemas.microsoft.com/office/drawing/2014/main" id="{065CA043-3024-4E8C-1AB5-423ED911E2D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39131" y="4799197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4">
                  <a:extLst>
                    <a:ext uri="{FF2B5EF4-FFF2-40B4-BE49-F238E27FC236}">
                      <a16:creationId xmlns:a16="http://schemas.microsoft.com/office/drawing/2014/main" id="{2AA66603-9A0D-ACF7-8DAC-54B473A74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9131" y="4799197"/>
                  <a:ext cx="782924" cy="81436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ontent Placeholder 4">
                  <a:extLst>
                    <a:ext uri="{FF2B5EF4-FFF2-40B4-BE49-F238E27FC236}">
                      <a16:creationId xmlns:a16="http://schemas.microsoft.com/office/drawing/2014/main" id="{650ADC8E-6B9D-F157-736F-A373DB4BC20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90740" y="4762155"/>
                  <a:ext cx="898721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4">
                  <a:extLst>
                    <a:ext uri="{FF2B5EF4-FFF2-40B4-BE49-F238E27FC236}">
                      <a16:creationId xmlns:a16="http://schemas.microsoft.com/office/drawing/2014/main" id="{98D23E44-4E53-08A0-00EB-A88389BEB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0740" y="4762155"/>
                  <a:ext cx="898721" cy="8143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9B0B34-BB5C-84A7-8EBF-FC7C90624E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23845" y="2451538"/>
              <a:ext cx="7853" cy="24673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Equals 44">
              <a:extLst>
                <a:ext uri="{FF2B5EF4-FFF2-40B4-BE49-F238E27FC236}">
                  <a16:creationId xmlns:a16="http://schemas.microsoft.com/office/drawing/2014/main" id="{4DE0CCF3-6DF1-7761-C18F-B85EEFA06D7F}"/>
                </a:ext>
              </a:extLst>
            </p:cNvPr>
            <p:cNvSpPr/>
            <p:nvPr/>
          </p:nvSpPr>
          <p:spPr>
            <a:xfrm>
              <a:off x="5343337" y="3478963"/>
              <a:ext cx="936000" cy="449469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8214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9B9F-83C8-4AA9-6DC3-EB0FCBF7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FF88C8-5FEA-3A04-50B8-8724F43A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9F2D68-5828-579A-B767-23F82EE84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≥1.43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9F2D68-5828-579A-B767-23F82EE84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  <a:blipFill>
                <a:blip r:embed="rId2"/>
                <a:stretch>
                  <a:fillRect l="-1026" r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DC7F97-2003-C1D9-F02F-FF78CB832968}"/>
                  </a:ext>
                </a:extLst>
              </p:cNvPr>
              <p:cNvSpPr txBox="1"/>
              <p:nvPr/>
            </p:nvSpPr>
            <p:spPr>
              <a:xfrm>
                <a:off x="8329609" y="5040607"/>
                <a:ext cx="3751118" cy="8771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600" dirty="0">
                    <a:solidFill>
                      <a:srgbClr val="00206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6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IN" sz="2600" dirty="0">
                    <a:solidFill>
                      <a:srgbClr val="002060"/>
                    </a:solidFill>
                  </a:rPr>
                  <a:t>–Table </a:t>
                </a:r>
                <a:endParaRPr lang="en-IN" sz="25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5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  <m:r>
                        <a:rPr lang="en-IN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=0.4236</m:t>
                      </m:r>
                    </m:oMath>
                  </m:oMathPara>
                </a14:m>
                <a:endParaRPr lang="en-IN" sz="25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DC7F97-2003-C1D9-F02F-FF78CB83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609" y="5040607"/>
                <a:ext cx="3751118" cy="877163"/>
              </a:xfrm>
              <a:prstGeom prst="rect">
                <a:avLst/>
              </a:prstGeom>
              <a:blipFill>
                <a:blip r:embed="rId3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94EDBB5-9AA5-89FC-39FE-4E66D519B72D}"/>
                  </a:ext>
                </a:extLst>
              </p:cNvPr>
              <p:cNvSpPr/>
              <p:nvPr/>
            </p:nvSpPr>
            <p:spPr>
              <a:xfrm>
                <a:off x="4109168" y="3580181"/>
                <a:ext cx="623042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−1.43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94EDBB5-9AA5-89FC-39FE-4E66D519B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68" y="3580181"/>
                <a:ext cx="6230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5D6A4E-AE8D-3A09-3BA9-D4E6B22C7858}"/>
                  </a:ext>
                </a:extLst>
              </p:cNvPr>
              <p:cNvSpPr/>
              <p:nvPr/>
            </p:nvSpPr>
            <p:spPr>
              <a:xfrm>
                <a:off x="4109168" y="5040607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5D6A4E-AE8D-3A09-3BA9-D4E6B22C7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68" y="5040607"/>
                <a:ext cx="6096000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DBDE8C-D184-EE9D-890F-F5F3FCB2C57E}"/>
                  </a:ext>
                </a:extLst>
              </p:cNvPr>
              <p:cNvSpPr/>
              <p:nvPr/>
            </p:nvSpPr>
            <p:spPr>
              <a:xfrm>
                <a:off x="4507200" y="2653425"/>
                <a:ext cx="253638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≤−1.43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DBDE8C-D184-EE9D-890F-F5F3FCB2C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200" y="2653425"/>
                <a:ext cx="253638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D9489E-9FBE-E5FF-15D6-77DA6F2CBB11}"/>
                  </a:ext>
                </a:extLst>
              </p:cNvPr>
              <p:cNvSpPr/>
              <p:nvPr/>
            </p:nvSpPr>
            <p:spPr>
              <a:xfrm>
                <a:off x="1794629" y="5779271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0764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D9489E-9FBE-E5FF-15D6-77DA6F2CB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29" y="5779271"/>
                <a:ext cx="60960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004EB7-1460-B5C7-7BDE-01C85526CC05}"/>
                  </a:ext>
                </a:extLst>
              </p:cNvPr>
              <p:cNvSpPr/>
              <p:nvPr/>
            </p:nvSpPr>
            <p:spPr>
              <a:xfrm>
                <a:off x="4109168" y="4373000"/>
                <a:ext cx="59627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004EB7-1460-B5C7-7BDE-01C85526C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68" y="4373000"/>
                <a:ext cx="596272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12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9516-7D6A-1BBB-792F-67567B3E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D566C3-08EA-B178-445F-282DC4C1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B5C6CA-B352-11C0-C87E-6459DA396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(4)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𝟐</m:t>
                        </m:r>
                      </m:sub>
                    </m:sSub>
                    <m:r>
                      <a:rPr lang="en-IN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B5C6CA-B352-11C0-C87E-6459DA396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  <a:blipFill>
                <a:blip r:embed="rId2"/>
                <a:stretch>
                  <a:fillRect l="-1074" b="-5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402FF041-DD91-E6F7-8318-8D2FC59264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7434" y="2087033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402FF041-DD91-E6F7-8318-8D2FC5926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434" y="2087033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13A8D93-DD34-E6AE-34D7-0FAE16186B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775092"/>
                <a:ext cx="11813986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Note that,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&amp;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can be found</m:t>
                      </m:r>
                      <m:r>
                        <m:rPr>
                          <m:nor/>
                        </m:rPr>
                        <a:rPr lang="en-US" i="0" dirty="0"/>
                        <m:t> by using </m:t>
                      </m:r>
                      <m:r>
                        <m:rPr>
                          <m:nor/>
                        </m:rPr>
                        <a:rPr lang="en-US" b="0" i="0" dirty="0">
                          <a:solidFill>
                            <a:srgbClr val="FF0000"/>
                          </a:solidFill>
                        </a:rPr>
                        <m:t>case – (1)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13A8D93-DD34-E6AE-34D7-0FAE1618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775092"/>
                <a:ext cx="11813986" cy="814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178CB39-28A8-9FEF-BC79-2B0AD387CF82}"/>
              </a:ext>
            </a:extLst>
          </p:cNvPr>
          <p:cNvGrpSpPr/>
          <p:nvPr/>
        </p:nvGrpSpPr>
        <p:grpSpPr>
          <a:xfrm>
            <a:off x="167032" y="3825191"/>
            <a:ext cx="11857936" cy="2740086"/>
            <a:chOff x="435237" y="3160173"/>
            <a:chExt cx="11857936" cy="274008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EE38C28-188D-2AFD-5BD8-90394B4BC072}"/>
                </a:ext>
              </a:extLst>
            </p:cNvPr>
            <p:cNvSpPr/>
            <p:nvPr/>
          </p:nvSpPr>
          <p:spPr>
            <a:xfrm>
              <a:off x="10535827" y="3193659"/>
              <a:ext cx="533776" cy="2222362"/>
            </a:xfrm>
            <a:custGeom>
              <a:avLst/>
              <a:gdLst>
                <a:gd name="csX0" fmla="*/ 0 w 533776"/>
                <a:gd name="csY0" fmla="*/ 0 h 2222362"/>
                <a:gd name="csX1" fmla="*/ 24125 w 533776"/>
                <a:gd name="csY1" fmla="*/ 2246 h 2222362"/>
                <a:gd name="csX2" fmla="*/ 494042 w 533776"/>
                <a:gd name="csY2" fmla="*/ 454189 h 2222362"/>
                <a:gd name="csX3" fmla="*/ 533776 w 533776"/>
                <a:gd name="csY3" fmla="*/ 518892 h 2222362"/>
                <a:gd name="csX4" fmla="*/ 533776 w 533776"/>
                <a:gd name="csY4" fmla="*/ 2222362 h 2222362"/>
                <a:gd name="csX5" fmla="*/ 0 w 533776"/>
                <a:gd name="csY5" fmla="*/ 2222362 h 2222362"/>
                <a:gd name="csX6" fmla="*/ 0 w 533776"/>
                <a:gd name="csY6" fmla="*/ 0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33776" h="2222362">
                  <a:moveTo>
                    <a:pt x="0" y="0"/>
                  </a:moveTo>
                  <a:lnTo>
                    <a:pt x="24125" y="2246"/>
                  </a:lnTo>
                  <a:cubicBezTo>
                    <a:pt x="178505" y="30390"/>
                    <a:pt x="341444" y="216429"/>
                    <a:pt x="494042" y="454189"/>
                  </a:cubicBezTo>
                  <a:lnTo>
                    <a:pt x="533776" y="518892"/>
                  </a:lnTo>
                  <a:lnTo>
                    <a:pt x="533776" y="2222362"/>
                  </a:lnTo>
                  <a:lnTo>
                    <a:pt x="0" y="2222362"/>
                  </a:ln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07EE07E-E21D-F627-118E-0B5B8D1222A0}"/>
                </a:ext>
              </a:extLst>
            </p:cNvPr>
            <p:cNvSpPr/>
            <p:nvPr/>
          </p:nvSpPr>
          <p:spPr>
            <a:xfrm>
              <a:off x="2640605" y="3513249"/>
              <a:ext cx="637772" cy="1872144"/>
            </a:xfrm>
            <a:custGeom>
              <a:avLst/>
              <a:gdLst>
                <a:gd name="csX0" fmla="*/ 0 w 637772"/>
                <a:gd name="csY0" fmla="*/ 0 h 1872144"/>
                <a:gd name="csX1" fmla="*/ 36301 w 637772"/>
                <a:gd name="csY1" fmla="*/ 52914 h 1872144"/>
                <a:gd name="csX2" fmla="*/ 602410 w 637772"/>
                <a:gd name="csY2" fmla="*/ 1153937 h 1872144"/>
                <a:gd name="csX3" fmla="*/ 637772 w 637772"/>
                <a:gd name="csY3" fmla="*/ 1221533 h 1872144"/>
                <a:gd name="csX4" fmla="*/ 637772 w 637772"/>
                <a:gd name="csY4" fmla="*/ 1872144 h 1872144"/>
                <a:gd name="csX5" fmla="*/ 0 w 637772"/>
                <a:gd name="csY5" fmla="*/ 1872144 h 1872144"/>
                <a:gd name="csX6" fmla="*/ 0 w 637772"/>
                <a:gd name="csY6" fmla="*/ 0 h 18721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7772" h="1872144">
                  <a:moveTo>
                    <a:pt x="0" y="0"/>
                  </a:moveTo>
                  <a:lnTo>
                    <a:pt x="36301" y="52914"/>
                  </a:lnTo>
                  <a:cubicBezTo>
                    <a:pt x="269922" y="413589"/>
                    <a:pt x="481589" y="912571"/>
                    <a:pt x="602410" y="1153937"/>
                  </a:cubicBezTo>
                  <a:lnTo>
                    <a:pt x="637772" y="1221533"/>
                  </a:lnTo>
                  <a:lnTo>
                    <a:pt x="637772" y="1872144"/>
                  </a:lnTo>
                  <a:lnTo>
                    <a:pt x="0" y="1872144"/>
                  </a:ln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4FCFBDB-09C7-D45E-5064-91BA9FB17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0603" y="3529263"/>
              <a:ext cx="7703" cy="18697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1563A2-76ED-5C6F-9462-E8D8443D1FC7}"/>
                </a:ext>
              </a:extLst>
            </p:cNvPr>
            <p:cNvSpPr/>
            <p:nvPr/>
          </p:nvSpPr>
          <p:spPr>
            <a:xfrm>
              <a:off x="6438391" y="3193659"/>
              <a:ext cx="1775433" cy="2222362"/>
            </a:xfrm>
            <a:custGeom>
              <a:avLst/>
              <a:gdLst>
                <a:gd name="csX0" fmla="*/ 0 w 1775433"/>
                <a:gd name="csY0" fmla="*/ 0 h 2222362"/>
                <a:gd name="csX1" fmla="*/ 24125 w 1775433"/>
                <a:gd name="csY1" fmla="*/ 2246 h 2222362"/>
                <a:gd name="csX2" fmla="*/ 1083354 w 1775433"/>
                <a:gd name="csY2" fmla="*/ 1582448 h 2222362"/>
                <a:gd name="csX3" fmla="*/ 1110084 w 1775433"/>
                <a:gd name="csY3" fmla="*/ 1626956 h 2222362"/>
                <a:gd name="csX4" fmla="*/ 1110084 w 1775433"/>
                <a:gd name="csY4" fmla="*/ 2178597 h 2222362"/>
                <a:gd name="csX5" fmla="*/ 1775433 w 1775433"/>
                <a:gd name="csY5" fmla="*/ 2178597 h 2222362"/>
                <a:gd name="csX6" fmla="*/ 1775433 w 1775433"/>
                <a:gd name="csY6" fmla="*/ 2222362 h 2222362"/>
                <a:gd name="csX7" fmla="*/ 0 w 1775433"/>
                <a:gd name="csY7" fmla="*/ 2222362 h 2222362"/>
                <a:gd name="csX8" fmla="*/ 0 w 1775433"/>
                <a:gd name="csY8" fmla="*/ 0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75433" h="2222362">
                  <a:moveTo>
                    <a:pt x="0" y="0"/>
                  </a:moveTo>
                  <a:lnTo>
                    <a:pt x="24125" y="2246"/>
                  </a:lnTo>
                  <a:cubicBezTo>
                    <a:pt x="435806" y="77295"/>
                    <a:pt x="908347" y="1275158"/>
                    <a:pt x="1083354" y="1582448"/>
                  </a:cubicBezTo>
                  <a:lnTo>
                    <a:pt x="1110084" y="1626956"/>
                  </a:lnTo>
                  <a:lnTo>
                    <a:pt x="1110084" y="2178597"/>
                  </a:lnTo>
                  <a:lnTo>
                    <a:pt x="1775433" y="2178597"/>
                  </a:lnTo>
                  <a:lnTo>
                    <a:pt x="1775433" y="2222362"/>
                  </a:lnTo>
                  <a:lnTo>
                    <a:pt x="0" y="2222362"/>
                  </a:ln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D8A8119-5570-166C-8EE1-80AE2DAFB7A3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6C517F-37E7-4009-A565-BD06606F34A8}"/>
                </a:ext>
              </a:extLst>
            </p:cNvPr>
            <p:cNvSpPr/>
            <p:nvPr/>
          </p:nvSpPr>
          <p:spPr>
            <a:xfrm>
              <a:off x="435237" y="3160174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42782A-087A-6A8B-11FA-F798EAA9AA61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5389000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6B919675-98B8-0E90-3E78-F342D7AB9FD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90329" y="5366788"/>
                  <a:ext cx="603815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4CFE7B8E-9961-67C3-85CB-CDEC46738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0329" y="5366788"/>
                  <a:ext cx="603815" cy="49476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5A601ABA-DC88-254E-522A-03E4C966E3F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5407515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44651248-995A-435A-EAE8-C80677C9E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5407515"/>
                  <a:ext cx="603815" cy="4862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ontent Placeholder 2">
                  <a:extLst>
                    <a:ext uri="{FF2B5EF4-FFF2-40B4-BE49-F238E27FC236}">
                      <a16:creationId xmlns:a16="http://schemas.microsoft.com/office/drawing/2014/main" id="{3D9B5E60-A289-DFE0-4B9B-55856B7CB80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41244" y="410066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7BC66059-F2D4-6C4B-6799-6B630BE6A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244" y="4100660"/>
                  <a:ext cx="576480" cy="35214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17E10B-5224-F3FA-0321-088A258D5FDF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114" y="316446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7014-E8D0-6061-93AF-86A3ED5BB73C}"/>
                </a:ext>
              </a:extLst>
            </p:cNvPr>
            <p:cNvSpPr/>
            <p:nvPr/>
          </p:nvSpPr>
          <p:spPr>
            <a:xfrm>
              <a:off x="8769002" y="316017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3922B76-700B-6458-CBA1-0046A0158FF0}"/>
                </a:ext>
              </a:extLst>
            </p:cNvPr>
            <p:cNvCxnSpPr>
              <a:cxnSpLocks/>
            </p:cNvCxnSpPr>
            <p:nvPr/>
          </p:nvCxnSpPr>
          <p:spPr>
            <a:xfrm>
              <a:off x="8769002" y="538899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C1374DBF-0C1F-DC78-0ED5-23434D5187E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27304" y="5378195"/>
                  <a:ext cx="603807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AC3C4EE2-35DF-E1F8-FBCB-5766834ED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7304" y="5378195"/>
                  <a:ext cx="603807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C0FC5C03-2331-427E-2BF7-A0DEFD83353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21827" y="5401833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70734C3C-F10B-3019-DDB6-01AFA56B5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1827" y="5401833"/>
                  <a:ext cx="576480" cy="352145"/>
                </a:xfrm>
                <a:prstGeom prst="rect">
                  <a:avLst/>
                </a:prstGeom>
                <a:blipFill>
                  <a:blip r:embed="rId9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82F179C-4A96-2366-DDD7-29FDF2C34B0A}"/>
                </a:ext>
              </a:extLst>
            </p:cNvPr>
            <p:cNvCxnSpPr>
              <a:cxnSpLocks/>
            </p:cNvCxnSpPr>
            <p:nvPr/>
          </p:nvCxnSpPr>
          <p:spPr>
            <a:xfrm>
              <a:off x="6416455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87A1D40-E859-EE76-A646-BA3786B8FE48}"/>
                </a:ext>
              </a:extLst>
            </p:cNvPr>
            <p:cNvSpPr/>
            <p:nvPr/>
          </p:nvSpPr>
          <p:spPr>
            <a:xfrm>
              <a:off x="4680343" y="316017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93B6E2-C704-3ECE-DBE5-D8EFE3DFCCCA}"/>
                </a:ext>
              </a:extLst>
            </p:cNvPr>
            <p:cNvCxnSpPr>
              <a:cxnSpLocks/>
            </p:cNvCxnSpPr>
            <p:nvPr/>
          </p:nvCxnSpPr>
          <p:spPr>
            <a:xfrm>
              <a:off x="4680343" y="538899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B4F23B7C-64B9-6807-BAA2-3E49DE100CD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18078" y="5413979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6" name="Content Placeholder 2">
                  <a:extLst>
                    <a:ext uri="{FF2B5EF4-FFF2-40B4-BE49-F238E27FC236}">
                      <a16:creationId xmlns:a16="http://schemas.microsoft.com/office/drawing/2014/main" id="{CE9BF87F-FF4F-A9C1-F9D6-B9C7E051F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78" y="5413979"/>
                  <a:ext cx="603815" cy="4862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29A47B6-5131-D148-1703-03C643642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9603" y="3688406"/>
              <a:ext cx="0" cy="16949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57AD02F6-DAA9-ADB1-B797-A3900800F9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03173" y="4100660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22C98906-E896-15BB-8737-301FFE0C7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3173" y="4100660"/>
                  <a:ext cx="576480" cy="4801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08CB514-7391-179D-A4A8-BD1889A7D491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flipH="1" flipV="1">
              <a:off x="3272536" y="4744067"/>
              <a:ext cx="2899" cy="6699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49E59D09-8317-CA69-3FB3-6EE7018F7ED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007272" y="5374104"/>
                  <a:ext cx="603815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5" name="Content Placeholder 2">
                  <a:extLst>
                    <a:ext uri="{FF2B5EF4-FFF2-40B4-BE49-F238E27FC236}">
                      <a16:creationId xmlns:a16="http://schemas.microsoft.com/office/drawing/2014/main" id="{530DD462-53DF-1110-3017-7676C118A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272" y="5374104"/>
                  <a:ext cx="603815" cy="49476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3FEF476-2348-2EF7-76E4-405819E1D4FF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 flipV="1">
              <a:off x="7548475" y="4782110"/>
              <a:ext cx="5892" cy="5901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891872D8-4D38-172C-1AD2-840DB81694F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55669" y="5369572"/>
                  <a:ext cx="603807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4" name="Content Placeholder 2">
                  <a:extLst>
                    <a:ext uri="{FF2B5EF4-FFF2-40B4-BE49-F238E27FC236}">
                      <a16:creationId xmlns:a16="http://schemas.microsoft.com/office/drawing/2014/main" id="{8C3DB034-6517-C77C-1DCF-51421F8CC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5669" y="5369572"/>
                  <a:ext cx="603807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65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C26C-C4FB-E2A7-1335-EE1542AB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9B9C45-48F6-E4D2-30DA-6C3F9D59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4">
                <a:extLst>
                  <a:ext uri="{FF2B5EF4-FFF2-40B4-BE49-F238E27FC236}">
                    <a16:creationId xmlns:a16="http://schemas.microsoft.com/office/drawing/2014/main" id="{F2B2639B-4F65-9482-B617-FBB42E3C0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7367"/>
                <a:ext cx="11929641" cy="2661634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</a:t>
                </a:r>
              </a:p>
              <a:p>
                <a:pPr marL="269875" lvl="0" indent="0">
                  <a:buNone/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Also,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</p:txBody>
          </p:sp>
        </mc:Choice>
        <mc:Fallback xmlns="">
          <p:sp>
            <p:nvSpPr>
              <p:cNvPr id="47" name="Content Placeholder 4">
                <a:extLst>
                  <a:ext uri="{FF2B5EF4-FFF2-40B4-BE49-F238E27FC236}">
                    <a16:creationId xmlns:a16="http://schemas.microsoft.com/office/drawing/2014/main" id="{F2B2639B-4F65-9482-B617-FBB42E3C0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7367"/>
                <a:ext cx="11929641" cy="2661634"/>
              </a:xfrm>
              <a:blipFill>
                <a:blip r:embed="rId2"/>
                <a:stretch>
                  <a:fillRect l="-971" r="-1074" b="-3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B54AB7C-2404-A103-DE73-3553D10FED33}"/>
              </a:ext>
            </a:extLst>
          </p:cNvPr>
          <p:cNvGrpSpPr/>
          <p:nvPr/>
        </p:nvGrpSpPr>
        <p:grpSpPr>
          <a:xfrm>
            <a:off x="1330529" y="3429000"/>
            <a:ext cx="9530942" cy="3200400"/>
            <a:chOff x="1119858" y="2093695"/>
            <a:chExt cx="9657993" cy="330655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3C92014-ECF1-9201-D5EE-1FF94B8BF014}"/>
                </a:ext>
              </a:extLst>
            </p:cNvPr>
            <p:cNvGrpSpPr/>
            <p:nvPr/>
          </p:nvGrpSpPr>
          <p:grpSpPr>
            <a:xfrm>
              <a:off x="1119858" y="2093695"/>
              <a:ext cx="9657993" cy="3306551"/>
              <a:chOff x="630349" y="1927250"/>
              <a:chExt cx="10717790" cy="3715833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D755C89-FF46-3DC7-71CB-75CA92CFE2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45886" y="2321829"/>
                <a:ext cx="0" cy="26665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664046E-E3BE-F11E-7441-116125F1F509}"/>
                  </a:ext>
                </a:extLst>
              </p:cNvPr>
              <p:cNvSpPr/>
              <p:nvPr/>
            </p:nvSpPr>
            <p:spPr>
              <a:xfrm>
                <a:off x="1756731" y="2431473"/>
                <a:ext cx="1047924" cy="2556918"/>
              </a:xfrm>
              <a:custGeom>
                <a:avLst/>
                <a:gdLst>
                  <a:gd name="csX0" fmla="*/ 1016677 w 1047924"/>
                  <a:gd name="csY0" fmla="*/ 0 h 2556918"/>
                  <a:gd name="csX1" fmla="*/ 1047924 w 1047924"/>
                  <a:gd name="csY1" fmla="*/ 0 h 2556918"/>
                  <a:gd name="csX2" fmla="*/ 1047924 w 1047924"/>
                  <a:gd name="csY2" fmla="*/ 2556918 h 2556918"/>
                  <a:gd name="csX3" fmla="*/ 0 w 1047924"/>
                  <a:gd name="csY3" fmla="*/ 2556918 h 2556918"/>
                  <a:gd name="csX4" fmla="*/ 0 w 1047924"/>
                  <a:gd name="csY4" fmla="*/ 2152003 h 2556918"/>
                  <a:gd name="csX5" fmla="*/ 3400 w 1047924"/>
                  <a:gd name="csY5" fmla="*/ 2148532 h 2556918"/>
                  <a:gd name="csX6" fmla="*/ 294803 w 1047924"/>
                  <a:gd name="csY6" fmla="*/ 1673249 h 2556918"/>
                  <a:gd name="csX7" fmla="*/ 968855 w 1047924"/>
                  <a:gd name="csY7" fmla="*/ 84491 h 25569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047924" h="2556918">
                    <a:moveTo>
                      <a:pt x="1016677" y="0"/>
                    </a:moveTo>
                    <a:lnTo>
                      <a:pt x="1047924" y="0"/>
                    </a:lnTo>
                    <a:lnTo>
                      <a:pt x="1047924" y="2556918"/>
                    </a:lnTo>
                    <a:lnTo>
                      <a:pt x="0" y="2556918"/>
                    </a:lnTo>
                    <a:lnTo>
                      <a:pt x="0" y="2152003"/>
                    </a:lnTo>
                    <a:lnTo>
                      <a:pt x="3400" y="2148532"/>
                    </a:lnTo>
                    <a:cubicBezTo>
                      <a:pt x="109608" y="2026530"/>
                      <a:pt x="203757" y="1864316"/>
                      <a:pt x="294803" y="1673249"/>
                    </a:cubicBezTo>
                    <a:cubicBezTo>
                      <a:pt x="424871" y="1400297"/>
                      <a:pt x="679782" y="626374"/>
                      <a:pt x="968855" y="84491"/>
                    </a:cubicBezTo>
                    <a:close/>
                  </a:path>
                </a:pathLst>
              </a:custGeom>
              <a:pattFill prst="trellis">
                <a:fgClr>
                  <a:srgbClr val="009788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CD457A4C-8D09-620F-69B1-33824E58F7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0711" y="2348016"/>
                <a:ext cx="0" cy="262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6F7DC74-AEDA-0862-2C2A-AD3A469B4388}"/>
                  </a:ext>
                </a:extLst>
              </p:cNvPr>
              <p:cNvSpPr/>
              <p:nvPr/>
            </p:nvSpPr>
            <p:spPr>
              <a:xfrm flipH="1">
                <a:off x="9454575" y="2431473"/>
                <a:ext cx="1047924" cy="2556918"/>
              </a:xfrm>
              <a:custGeom>
                <a:avLst/>
                <a:gdLst>
                  <a:gd name="csX0" fmla="*/ 1016677 w 1047924"/>
                  <a:gd name="csY0" fmla="*/ 0 h 2556918"/>
                  <a:gd name="csX1" fmla="*/ 1047924 w 1047924"/>
                  <a:gd name="csY1" fmla="*/ 0 h 2556918"/>
                  <a:gd name="csX2" fmla="*/ 1047924 w 1047924"/>
                  <a:gd name="csY2" fmla="*/ 2556918 h 2556918"/>
                  <a:gd name="csX3" fmla="*/ 0 w 1047924"/>
                  <a:gd name="csY3" fmla="*/ 2556918 h 2556918"/>
                  <a:gd name="csX4" fmla="*/ 0 w 1047924"/>
                  <a:gd name="csY4" fmla="*/ 2152003 h 2556918"/>
                  <a:gd name="csX5" fmla="*/ 3400 w 1047924"/>
                  <a:gd name="csY5" fmla="*/ 2148532 h 2556918"/>
                  <a:gd name="csX6" fmla="*/ 294803 w 1047924"/>
                  <a:gd name="csY6" fmla="*/ 1673249 h 2556918"/>
                  <a:gd name="csX7" fmla="*/ 968855 w 1047924"/>
                  <a:gd name="csY7" fmla="*/ 84491 h 25569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047924" h="2556918">
                    <a:moveTo>
                      <a:pt x="1016677" y="0"/>
                    </a:moveTo>
                    <a:lnTo>
                      <a:pt x="1047924" y="0"/>
                    </a:lnTo>
                    <a:lnTo>
                      <a:pt x="1047924" y="2556918"/>
                    </a:lnTo>
                    <a:lnTo>
                      <a:pt x="0" y="2556918"/>
                    </a:lnTo>
                    <a:lnTo>
                      <a:pt x="0" y="2152003"/>
                    </a:lnTo>
                    <a:lnTo>
                      <a:pt x="3400" y="2148532"/>
                    </a:lnTo>
                    <a:cubicBezTo>
                      <a:pt x="109608" y="2026530"/>
                      <a:pt x="203757" y="1864316"/>
                      <a:pt x="294803" y="1673249"/>
                    </a:cubicBezTo>
                    <a:cubicBezTo>
                      <a:pt x="424871" y="1400297"/>
                      <a:pt x="679782" y="626374"/>
                      <a:pt x="968855" y="84491"/>
                    </a:cubicBezTo>
                    <a:close/>
                  </a:path>
                </a:pathLst>
              </a:custGeom>
              <a:pattFill prst="trellis">
                <a:fgClr>
                  <a:srgbClr val="009788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71D6D740-BF78-7591-0DE9-10CD1A1301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0046" y="1933104"/>
                <a:ext cx="29615" cy="3033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01DE651A-458B-1E2C-9B21-B2E2527F7C95}"/>
                  </a:ext>
                </a:extLst>
              </p:cNvPr>
              <p:cNvSpPr/>
              <p:nvPr/>
            </p:nvSpPr>
            <p:spPr>
              <a:xfrm>
                <a:off x="1290522" y="1927252"/>
                <a:ext cx="4018278" cy="2880687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95E790F-2635-4AEE-A1AF-3F642EA3F8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522" y="4966134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E27BD96-4411-80DE-2C04-9DE2BB9B1A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0409" y="1933102"/>
                <a:ext cx="29615" cy="303303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D5FA14E0-3C43-CE42-3C35-E385A1A60861}"/>
                  </a:ext>
                </a:extLst>
              </p:cNvPr>
              <p:cNvSpPr/>
              <p:nvPr/>
            </p:nvSpPr>
            <p:spPr>
              <a:xfrm>
                <a:off x="6970885" y="1927250"/>
                <a:ext cx="4018278" cy="2880687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FEDC232-0377-8F85-E3ED-B7D71434D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70885" y="4966132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Content Placeholder 4">
                    <a:extLst>
                      <a:ext uri="{FF2B5EF4-FFF2-40B4-BE49-F238E27FC236}">
                        <a16:creationId xmlns:a16="http://schemas.microsoft.com/office/drawing/2014/main" id="{6AF7CA1A-D19C-0706-01BF-737B9D9DF03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284834" y="4773075"/>
                    <a:ext cx="742123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chemeClr val="accent6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Content Placeholder 4">
                    <a:extLst>
                      <a:ext uri="{FF2B5EF4-FFF2-40B4-BE49-F238E27FC236}">
                        <a16:creationId xmlns:a16="http://schemas.microsoft.com/office/drawing/2014/main" id="{9FE3BA06-C3DB-5D46-50DA-310D8DDE32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4834" y="4773075"/>
                    <a:ext cx="742123" cy="8143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90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Content Placeholder 4">
                    <a:extLst>
                      <a:ext uri="{FF2B5EF4-FFF2-40B4-BE49-F238E27FC236}">
                        <a16:creationId xmlns:a16="http://schemas.microsoft.com/office/drawing/2014/main" id="{ADC4D222-3AEC-A444-F431-DE12D5169C9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112758" y="4828719"/>
                    <a:ext cx="371062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Content Placeholder 4">
                    <a:extLst>
                      <a:ext uri="{FF2B5EF4-FFF2-40B4-BE49-F238E27FC236}">
                        <a16:creationId xmlns:a16="http://schemas.microsoft.com/office/drawing/2014/main" id="{6D969086-BD64-F595-00F5-0A5C11F9DA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2758" y="4828719"/>
                    <a:ext cx="371062" cy="81436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Content Placeholder 4">
                    <a:extLst>
                      <a:ext uri="{FF2B5EF4-FFF2-40B4-BE49-F238E27FC236}">
                        <a16:creationId xmlns:a16="http://schemas.microsoft.com/office/drawing/2014/main" id="{79F07C9B-6D14-0D21-4643-95A4416593D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103495" y="4807937"/>
                    <a:ext cx="476699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Content Placeholder 4">
                    <a:extLst>
                      <a:ext uri="{FF2B5EF4-FFF2-40B4-BE49-F238E27FC236}">
                        <a16:creationId xmlns:a16="http://schemas.microsoft.com/office/drawing/2014/main" id="{DA2C737F-5555-B07D-D076-2707912217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3495" y="4807937"/>
                    <a:ext cx="476699" cy="81436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Content Placeholder 4">
                    <a:extLst>
                      <a:ext uri="{FF2B5EF4-FFF2-40B4-BE49-F238E27FC236}">
                        <a16:creationId xmlns:a16="http://schemas.microsoft.com/office/drawing/2014/main" id="{878952D4-54C0-3801-F27C-271E55BE9C7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30349" y="4807937"/>
                    <a:ext cx="782924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Content Placeholder 4">
                    <a:extLst>
                      <a:ext uri="{FF2B5EF4-FFF2-40B4-BE49-F238E27FC236}">
                        <a16:creationId xmlns:a16="http://schemas.microsoft.com/office/drawing/2014/main" id="{F687B946-9A95-588C-B0DE-62951E8C66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49" y="4807937"/>
                    <a:ext cx="782924" cy="81436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Content Placeholder 4">
                    <a:extLst>
                      <a:ext uri="{FF2B5EF4-FFF2-40B4-BE49-F238E27FC236}">
                        <a16:creationId xmlns:a16="http://schemas.microsoft.com/office/drawing/2014/main" id="{DC2B41A8-6D44-C1B3-8A8C-C9BA8D70C90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750400" y="4795988"/>
                    <a:ext cx="371062" cy="814365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Content Placeholder 4">
                    <a:extLst>
                      <a:ext uri="{FF2B5EF4-FFF2-40B4-BE49-F238E27FC236}">
                        <a16:creationId xmlns:a16="http://schemas.microsoft.com/office/drawing/2014/main" id="{AB8F0EB5-5D4B-9AAE-290E-D6F24C49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50400" y="4795988"/>
                    <a:ext cx="371062" cy="8143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Content Placeholder 4">
                    <a:extLst>
                      <a:ext uri="{FF2B5EF4-FFF2-40B4-BE49-F238E27FC236}">
                        <a16:creationId xmlns:a16="http://schemas.microsoft.com/office/drawing/2014/main" id="{D9EE8B2C-16A5-5CDE-F82C-EF15B4EF79A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0871440" y="4773075"/>
                    <a:ext cx="476699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Content Placeholder 4">
                    <a:extLst>
                      <a:ext uri="{FF2B5EF4-FFF2-40B4-BE49-F238E27FC236}">
                        <a16:creationId xmlns:a16="http://schemas.microsoft.com/office/drawing/2014/main" id="{23B9220A-A3A4-FF88-BEA3-5C5256D789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1440" y="4773075"/>
                    <a:ext cx="476699" cy="81436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Content Placeholder 4">
                    <a:extLst>
                      <a:ext uri="{FF2B5EF4-FFF2-40B4-BE49-F238E27FC236}">
                        <a16:creationId xmlns:a16="http://schemas.microsoft.com/office/drawing/2014/main" id="{ECD63119-61EB-CCF9-8919-46ED4444670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469868" y="4795988"/>
                    <a:ext cx="782924" cy="814365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Content Placeholder 4">
                    <a:extLst>
                      <a:ext uri="{FF2B5EF4-FFF2-40B4-BE49-F238E27FC236}">
                        <a16:creationId xmlns:a16="http://schemas.microsoft.com/office/drawing/2014/main" id="{E1228193-1F7B-CAE1-DFCF-4570AA384C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9868" y="4795988"/>
                    <a:ext cx="782924" cy="8143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Content Placeholder 4">
                    <a:extLst>
                      <a:ext uri="{FF2B5EF4-FFF2-40B4-BE49-F238E27FC236}">
                        <a16:creationId xmlns:a16="http://schemas.microsoft.com/office/drawing/2014/main" id="{44903AF3-B7E5-F5C3-AB26-27D1F355DE9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9228713" y="4752741"/>
                    <a:ext cx="605440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chemeClr val="accent6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Content Placeholder 4">
                    <a:extLst>
                      <a:ext uri="{FF2B5EF4-FFF2-40B4-BE49-F238E27FC236}">
                        <a16:creationId xmlns:a16="http://schemas.microsoft.com/office/drawing/2014/main" id="{D4AE3612-7F30-6BF1-13BB-83AD2CC3AF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8713" y="4752741"/>
                    <a:ext cx="605440" cy="81436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DACEFCB0-0660-7180-CE95-6CF78240A599}"/>
                  </a:ext>
                </a:extLst>
              </p:cNvPr>
              <p:cNvCxnSpPr>
                <a:cxnSpLocks/>
                <a:stCxn id="82" idx="3"/>
              </p:cNvCxnSpPr>
              <p:nvPr/>
            </p:nvCxnSpPr>
            <p:spPr>
              <a:xfrm flipV="1">
                <a:off x="1756731" y="4561609"/>
                <a:ext cx="0" cy="42678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Content Placeholder 4">
                    <a:extLst>
                      <a:ext uri="{FF2B5EF4-FFF2-40B4-BE49-F238E27FC236}">
                        <a16:creationId xmlns:a16="http://schemas.microsoft.com/office/drawing/2014/main" id="{3891C4D8-DA7C-D38E-0444-23388F0183E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325506" y="4773075"/>
                    <a:ext cx="742123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chemeClr val="accent6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Content Placeholder 4">
                    <a:extLst>
                      <a:ext uri="{FF2B5EF4-FFF2-40B4-BE49-F238E27FC236}">
                        <a16:creationId xmlns:a16="http://schemas.microsoft.com/office/drawing/2014/main" id="{AB453811-4CD7-2DAA-570F-56EE632CE1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5506" y="4773075"/>
                    <a:ext cx="742123" cy="81436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C8270333-F49D-062A-2C30-D698F7B980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150" y="4539350"/>
                <a:ext cx="0" cy="42678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Content Placeholder 4">
                    <a:extLst>
                      <a:ext uri="{FF2B5EF4-FFF2-40B4-BE49-F238E27FC236}">
                        <a16:creationId xmlns:a16="http://schemas.microsoft.com/office/drawing/2014/main" id="{B2426B38-2244-A7CB-F793-D13A059769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0258405" y="4752741"/>
                    <a:ext cx="605440" cy="814364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14375" indent="-352425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chemeClr val="accent6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Content Placeholder 4">
                    <a:extLst>
                      <a:ext uri="{FF2B5EF4-FFF2-40B4-BE49-F238E27FC236}">
                        <a16:creationId xmlns:a16="http://schemas.microsoft.com/office/drawing/2014/main" id="{6C57C498-E078-892C-27BE-D8F7ACCD26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8405" y="4752741"/>
                    <a:ext cx="605440" cy="81436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Equals 79">
              <a:extLst>
                <a:ext uri="{FF2B5EF4-FFF2-40B4-BE49-F238E27FC236}">
                  <a16:creationId xmlns:a16="http://schemas.microsoft.com/office/drawing/2014/main" id="{2AB19AB2-E582-E76E-59D8-EAD6F48F7675}"/>
                </a:ext>
              </a:extLst>
            </p:cNvPr>
            <p:cNvSpPr/>
            <p:nvPr/>
          </p:nvSpPr>
          <p:spPr>
            <a:xfrm>
              <a:off x="5580252" y="3455287"/>
              <a:ext cx="936000" cy="449469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81469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E7BC-A4FA-7482-3212-AD85BF21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0EB5FB-CE8D-8166-9ADC-247E2D16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CC53FA2-0B48-8A98-C61B-5B50300651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9896047" cy="333804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  <a:p>
                <a:pPr lvl="1"/>
                <a:r>
                  <a:rPr lang="en-US" b="1" dirty="0"/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1.43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CC53FA2-0B48-8A98-C61B-5B503006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9896047" cy="3338045"/>
              </a:xfrm>
              <a:blipFill>
                <a:blip r:embed="rId2"/>
                <a:stretch>
                  <a:fillRect l="-1171" r="-1232" b="-18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7258FA-DB5F-487D-63E7-1E3A61E4DF39}"/>
                  </a:ext>
                </a:extLst>
              </p:cNvPr>
              <p:cNvSpPr/>
              <p:nvPr/>
            </p:nvSpPr>
            <p:spPr>
              <a:xfrm>
                <a:off x="5304123" y="4860397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0.4772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7258FA-DB5F-487D-63E7-1E3A61E4D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123" y="4860397"/>
                <a:ext cx="6096000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960F9F-66E7-D913-BF20-C6185255659E}"/>
                  </a:ext>
                </a:extLst>
              </p:cNvPr>
              <p:cNvSpPr/>
              <p:nvPr/>
            </p:nvSpPr>
            <p:spPr>
              <a:xfrm>
                <a:off x="5653381" y="3279219"/>
                <a:ext cx="344905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1.43≤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960F9F-66E7-D913-BF20-C618525565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381" y="3279219"/>
                <a:ext cx="3449056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9E3B91D-401F-CE36-D943-521A8A11A529}"/>
                  </a:ext>
                </a:extLst>
              </p:cNvPr>
              <p:cNvSpPr/>
              <p:nvPr/>
            </p:nvSpPr>
            <p:spPr>
              <a:xfrm>
                <a:off x="2334956" y="5599061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0536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9E3B91D-401F-CE36-D943-521A8A11A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956" y="5599061"/>
                <a:ext cx="6096000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1641E8-74D3-0646-92F6-C2BDCE0AF011}"/>
                  </a:ext>
                </a:extLst>
              </p:cNvPr>
              <p:cNvSpPr/>
              <p:nvPr/>
            </p:nvSpPr>
            <p:spPr>
              <a:xfrm>
                <a:off x="5304123" y="4188141"/>
                <a:ext cx="56661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1641E8-74D3-0646-92F6-C2BDCE0AF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123" y="4188141"/>
                <a:ext cx="56661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01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A463-B608-2759-F8A9-32EF5BA9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5C56A-52DD-59E8-BDB4-126D31D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640E0D-F83A-6410-97F3-9E6C759BE9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960"/>
                <a:ext cx="12337911" cy="139630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(5)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𝟐</m:t>
                        </m:r>
                      </m:sub>
                    </m:sSub>
                    <m:r>
                      <a:rPr lang="en-IN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sSub>
                          <m:sSubPr>
                            <m:ctrlP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640E0D-F83A-6410-97F3-9E6C759BE9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960"/>
                <a:ext cx="12337911" cy="1396308"/>
              </a:xfrm>
              <a:blipFill>
                <a:blip r:embed="rId2"/>
                <a:stretch>
                  <a:fillRect l="-1038" b="-5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80F385-A928-8E61-96F4-C45F126ECB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94293" y="2039048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IN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80F385-A928-8E61-96F4-C45F126EC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293" y="2039048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2932BEF-67C9-8936-BA60-A2B205DE6F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706741"/>
                <a:ext cx="11813986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Note that,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&amp;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i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can be found</m:t>
                      </m:r>
                      <m:r>
                        <m:rPr>
                          <m:nor/>
                        </m:rPr>
                        <a:rPr lang="en-US" i="0" dirty="0"/>
                        <m:t> by using </m:t>
                      </m:r>
                      <m:r>
                        <m:rPr>
                          <m:nor/>
                        </m:rPr>
                        <a:rPr lang="en-IN" b="0" i="0" dirty="0" smtClean="0">
                          <a:solidFill>
                            <a:srgbClr val="FF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</a:rPr>
                        <m:t>ase – </m:t>
                      </m:r>
                      <m:r>
                        <m:rPr>
                          <m:nor/>
                        </m:rPr>
                        <a:rPr lang="en-IN" b="0" i="0" dirty="0" smtClean="0">
                          <a:solidFill>
                            <a:srgbClr val="FF0000"/>
                          </a:solidFill>
                        </a:rPr>
                        <m:t>(1)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2932BEF-67C9-8936-BA60-A2B205DE6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706741"/>
                <a:ext cx="11813986" cy="814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A95B713-9D11-AF3A-D75A-955B2332FC6F}"/>
              </a:ext>
            </a:extLst>
          </p:cNvPr>
          <p:cNvGrpSpPr/>
          <p:nvPr/>
        </p:nvGrpSpPr>
        <p:grpSpPr>
          <a:xfrm>
            <a:off x="141058" y="3800410"/>
            <a:ext cx="11909883" cy="2759053"/>
            <a:chOff x="167032" y="3160174"/>
            <a:chExt cx="11909883" cy="275905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DFD305B-5B8F-3DF6-D7D2-F75B7B8F2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9330" y="4918832"/>
              <a:ext cx="0" cy="4951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B6B924B-45F5-1B50-4222-77FE1CA6EEF0}"/>
                </a:ext>
              </a:extLst>
            </p:cNvPr>
            <p:cNvSpPr/>
            <p:nvPr/>
          </p:nvSpPr>
          <p:spPr>
            <a:xfrm>
              <a:off x="10301536" y="3214426"/>
              <a:ext cx="1189499" cy="2218521"/>
            </a:xfrm>
            <a:custGeom>
              <a:avLst/>
              <a:gdLst>
                <a:gd name="csX0" fmla="*/ 10117 w 1189499"/>
                <a:gd name="csY0" fmla="*/ 0 h 2224533"/>
                <a:gd name="csX1" fmla="*/ 1093225 w 1189499"/>
                <a:gd name="csY1" fmla="*/ 1580842 h 2224533"/>
                <a:gd name="csX2" fmla="*/ 1152417 w 1189499"/>
                <a:gd name="csY2" fmla="*/ 1680644 h 2224533"/>
                <a:gd name="csX3" fmla="*/ 1189499 w 1189499"/>
                <a:gd name="csY3" fmla="*/ 1735868 h 2224533"/>
                <a:gd name="csX4" fmla="*/ 1189499 w 1189499"/>
                <a:gd name="csY4" fmla="*/ 2224533 h 2224533"/>
                <a:gd name="csX5" fmla="*/ 0 w 1189499"/>
                <a:gd name="csY5" fmla="*/ 2224533 h 2224533"/>
                <a:gd name="csX6" fmla="*/ 0 w 1189499"/>
                <a:gd name="csY6" fmla="*/ 1827 h 2224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89499" h="2224533">
                  <a:moveTo>
                    <a:pt x="10117" y="0"/>
                  </a:moveTo>
                  <a:cubicBezTo>
                    <a:pt x="424610" y="530"/>
                    <a:pt x="915164" y="1264250"/>
                    <a:pt x="1093225" y="1580842"/>
                  </a:cubicBezTo>
                  <a:cubicBezTo>
                    <a:pt x="1112701" y="1615470"/>
                    <a:pt x="1132390" y="1648776"/>
                    <a:pt x="1152417" y="1680644"/>
                  </a:cubicBezTo>
                  <a:lnTo>
                    <a:pt x="1189499" y="1735868"/>
                  </a:lnTo>
                  <a:lnTo>
                    <a:pt x="1189499" y="2224533"/>
                  </a:lnTo>
                  <a:lnTo>
                    <a:pt x="0" y="2224533"/>
                  </a:lnTo>
                  <a:lnTo>
                    <a:pt x="0" y="1827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3177C7A-44CC-C65E-2597-021E990E46C9}"/>
                </a:ext>
              </a:extLst>
            </p:cNvPr>
            <p:cNvSpPr/>
            <p:nvPr/>
          </p:nvSpPr>
          <p:spPr>
            <a:xfrm>
              <a:off x="1191908" y="3189445"/>
              <a:ext cx="1922815" cy="2224534"/>
            </a:xfrm>
            <a:custGeom>
              <a:avLst/>
              <a:gdLst>
                <a:gd name="csX0" fmla="*/ 703269 w 1892051"/>
                <a:gd name="csY0" fmla="*/ 1 h 2224534"/>
                <a:gd name="csX1" fmla="*/ 1786377 w 1892051"/>
                <a:gd name="csY1" fmla="*/ 1580843 h 2224534"/>
                <a:gd name="csX2" fmla="*/ 1845569 w 1892051"/>
                <a:gd name="csY2" fmla="*/ 1680645 h 2224534"/>
                <a:gd name="csX3" fmla="*/ 1892051 w 1892051"/>
                <a:gd name="csY3" fmla="*/ 1749867 h 2224534"/>
                <a:gd name="csX4" fmla="*/ 1892051 w 1892051"/>
                <a:gd name="csY4" fmla="*/ 2224534 h 2224534"/>
                <a:gd name="csX5" fmla="*/ 0 w 1892051"/>
                <a:gd name="csY5" fmla="*/ 2224534 h 2224534"/>
                <a:gd name="csX6" fmla="*/ 0 w 1892051"/>
                <a:gd name="csY6" fmla="*/ 843177 h 2224534"/>
                <a:gd name="csX7" fmla="*/ 88111 w 1892051"/>
                <a:gd name="csY7" fmla="*/ 668751 h 2224534"/>
                <a:gd name="csX8" fmla="*/ 703269 w 1892051"/>
                <a:gd name="csY8" fmla="*/ 1 h 2224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2051" h="2224534">
                  <a:moveTo>
                    <a:pt x="703269" y="1"/>
                  </a:moveTo>
                  <a:cubicBezTo>
                    <a:pt x="1117762" y="531"/>
                    <a:pt x="1608316" y="1264251"/>
                    <a:pt x="1786377" y="1580843"/>
                  </a:cubicBezTo>
                  <a:cubicBezTo>
                    <a:pt x="1805853" y="1615471"/>
                    <a:pt x="1825542" y="1648777"/>
                    <a:pt x="1845569" y="1680645"/>
                  </a:cubicBezTo>
                  <a:lnTo>
                    <a:pt x="1892051" y="1749867"/>
                  </a:lnTo>
                  <a:lnTo>
                    <a:pt x="1892051" y="2224534"/>
                  </a:lnTo>
                  <a:lnTo>
                    <a:pt x="0" y="2224534"/>
                  </a:lnTo>
                  <a:lnTo>
                    <a:pt x="0" y="843177"/>
                  </a:lnTo>
                  <a:lnTo>
                    <a:pt x="88111" y="668751"/>
                  </a:lnTo>
                  <a:cubicBezTo>
                    <a:pt x="277490" y="314230"/>
                    <a:pt x="496023" y="-264"/>
                    <a:pt x="703269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E807F7-21A5-F7A6-A78B-892C1B6CB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588" y="3962400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E3DDB2-F9FB-3BC4-7C0C-B13893866EDD}"/>
                </a:ext>
              </a:extLst>
            </p:cNvPr>
            <p:cNvCxnSpPr>
              <a:cxnSpLocks/>
            </p:cNvCxnSpPr>
            <p:nvPr/>
          </p:nvCxnSpPr>
          <p:spPr>
            <a:xfrm>
              <a:off x="1903144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769FA5-ABE6-00A1-A19D-CB27EF9B64FD}"/>
                </a:ext>
              </a:extLst>
            </p:cNvPr>
            <p:cNvSpPr/>
            <p:nvPr/>
          </p:nvSpPr>
          <p:spPr>
            <a:xfrm>
              <a:off x="167032" y="3160174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C8B00CD-F3F9-950C-0B43-6786471AB87A}"/>
                </a:ext>
              </a:extLst>
            </p:cNvPr>
            <p:cNvCxnSpPr>
              <a:cxnSpLocks/>
            </p:cNvCxnSpPr>
            <p:nvPr/>
          </p:nvCxnSpPr>
          <p:spPr>
            <a:xfrm>
              <a:off x="167032" y="5389000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6EB5BEFB-8589-DD6E-5CF4-01BF38895B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9904" y="5357147"/>
                  <a:ext cx="849398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7030752D-2184-C094-2DDB-0E2C2550A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904" y="5357147"/>
                  <a:ext cx="849398" cy="49476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ontent Placeholder 2">
                  <a:extLst>
                    <a:ext uri="{FF2B5EF4-FFF2-40B4-BE49-F238E27FC236}">
                      <a16:creationId xmlns:a16="http://schemas.microsoft.com/office/drawing/2014/main" id="{F486A80D-0106-B0DF-5822-EB809CABB4E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F61803BE-C231-9D22-F077-F2E1075A2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1C4CB431-0FD3-51BE-39EC-FCBCABF7192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53877" y="410066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6076CE40-706F-8AF3-B734-731DBE523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3877" y="4100660"/>
                  <a:ext cx="576480" cy="35214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CA445711-ED28-84D5-F613-C994733A3CA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51B815C-CD67-91F1-BC5F-3BAE886E7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7F0519AC-E595-80EA-D8CA-8C578B25673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92923" y="5363565"/>
                  <a:ext cx="603815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5F74D567-3F64-348D-C7F1-6488610F9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923" y="5363565"/>
                  <a:ext cx="603815" cy="49476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4BB286-212B-273C-9B74-6FB0A5F17682}"/>
                </a:ext>
              </a:extLst>
            </p:cNvPr>
            <p:cNvSpPr/>
            <p:nvPr/>
          </p:nvSpPr>
          <p:spPr>
            <a:xfrm>
              <a:off x="5397444" y="3218544"/>
              <a:ext cx="698556" cy="2220415"/>
            </a:xfrm>
            <a:custGeom>
              <a:avLst/>
              <a:gdLst>
                <a:gd name="csX0" fmla="*/ 680472 w 680472"/>
                <a:gd name="csY0" fmla="*/ 0 h 2220415"/>
                <a:gd name="csX1" fmla="*/ 680472 w 680472"/>
                <a:gd name="csY1" fmla="*/ 2220415 h 2220415"/>
                <a:gd name="csX2" fmla="*/ 0 w 680472"/>
                <a:gd name="csY2" fmla="*/ 2220415 h 2220415"/>
                <a:gd name="csX3" fmla="*/ 0 w 680472"/>
                <a:gd name="csY3" fmla="*/ 839058 h 2220415"/>
                <a:gd name="csX4" fmla="*/ 88111 w 680472"/>
                <a:gd name="csY4" fmla="*/ 664632 h 2220415"/>
                <a:gd name="csX5" fmla="*/ 625102 w 680472"/>
                <a:gd name="csY5" fmla="*/ 10001 h 222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0472" h="2220415">
                  <a:moveTo>
                    <a:pt x="680472" y="0"/>
                  </a:moveTo>
                  <a:lnTo>
                    <a:pt x="680472" y="2220415"/>
                  </a:lnTo>
                  <a:lnTo>
                    <a:pt x="0" y="2220415"/>
                  </a:lnTo>
                  <a:lnTo>
                    <a:pt x="0" y="839058"/>
                  </a:lnTo>
                  <a:lnTo>
                    <a:pt x="88111" y="664632"/>
                  </a:lnTo>
                  <a:cubicBezTo>
                    <a:pt x="253818" y="354426"/>
                    <a:pt x="441846" y="74866"/>
                    <a:pt x="625102" y="1000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6CAA50-DA68-CCC7-09D1-04AA224372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7444" y="3987379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7F9445-2EA4-8E37-E265-8AFD2E0582F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63430A-930C-59BF-779A-3540C69F74C9}"/>
                </a:ext>
              </a:extLst>
            </p:cNvPr>
            <p:cNvSpPr/>
            <p:nvPr/>
          </p:nvSpPr>
          <p:spPr>
            <a:xfrm>
              <a:off x="4359888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877048-6AC4-2809-1E24-D6B6D8357FC6}"/>
                </a:ext>
              </a:extLst>
            </p:cNvPr>
            <p:cNvCxnSpPr>
              <a:cxnSpLocks/>
            </p:cNvCxnSpPr>
            <p:nvPr/>
          </p:nvCxnSpPr>
          <p:spPr>
            <a:xfrm>
              <a:off x="4359888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DAD0C9D9-C68D-8243-9B03-9E285C9D7DB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22760" y="5382126"/>
                  <a:ext cx="849398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6" name="Content Placeholder 2">
                  <a:extLst>
                    <a:ext uri="{FF2B5EF4-FFF2-40B4-BE49-F238E27FC236}">
                      <a16:creationId xmlns:a16="http://schemas.microsoft.com/office/drawing/2014/main" id="{459DC432-B829-9B3E-6E1F-2A040FC68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2760" y="5382126"/>
                  <a:ext cx="849398" cy="49476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CB11A676-8C63-6C81-6990-CBB9D857584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7" name="Content Placeholder 2">
                  <a:extLst>
                    <a:ext uri="{FF2B5EF4-FFF2-40B4-BE49-F238E27FC236}">
                      <a16:creationId xmlns:a16="http://schemas.microsoft.com/office/drawing/2014/main" id="{F86C07EF-4510-0921-7A41-9966490B0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AE05957-9E50-6391-257D-95D9DFCBB0B6}"/>
                </a:ext>
              </a:extLst>
            </p:cNvPr>
            <p:cNvCxnSpPr>
              <a:cxnSpLocks/>
            </p:cNvCxnSpPr>
            <p:nvPr/>
          </p:nvCxnSpPr>
          <p:spPr>
            <a:xfrm>
              <a:off x="10288856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3066760-B213-EEC3-4BD0-D8661E71C3C9}"/>
                </a:ext>
              </a:extLst>
            </p:cNvPr>
            <p:cNvSpPr/>
            <p:nvPr/>
          </p:nvSpPr>
          <p:spPr>
            <a:xfrm>
              <a:off x="8552744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890D4A3-52EA-7395-D487-7306C06B329C}"/>
                </a:ext>
              </a:extLst>
            </p:cNvPr>
            <p:cNvCxnSpPr>
              <a:cxnSpLocks/>
            </p:cNvCxnSpPr>
            <p:nvPr/>
          </p:nvCxnSpPr>
          <p:spPr>
            <a:xfrm>
              <a:off x="8552744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C2C1787A-7BFA-55E2-341A-FC1E7DBC40B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Content Placeholder 2">
                  <a:extLst>
                    <a:ext uri="{FF2B5EF4-FFF2-40B4-BE49-F238E27FC236}">
                      <a16:creationId xmlns:a16="http://schemas.microsoft.com/office/drawing/2014/main" id="{CFC457A5-47FD-1F2C-749B-33850976C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3CA14DF-3EB7-E935-AEAF-F66D9B6A4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6874" y="4979624"/>
              <a:ext cx="6563" cy="4290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11B75F27-0037-2EFA-F8D0-0777343C3E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78635" y="5388544"/>
                  <a:ext cx="603815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8" name="Content Placeholder 2">
                  <a:extLst>
                    <a:ext uri="{FF2B5EF4-FFF2-40B4-BE49-F238E27FC236}">
                      <a16:creationId xmlns:a16="http://schemas.microsoft.com/office/drawing/2014/main" id="{EEC96751-3241-E37C-3AF0-F6989147A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8635" y="5388544"/>
                  <a:ext cx="603815" cy="49476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376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23306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normally distributed and the mean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 and the SD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. Find out the probability of the following.</a:t>
                </a:r>
                <a:endParaRPr lang="en-IN" dirty="0"/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≥20,  </m:t>
                      </m:r>
                      <m:d>
                        <m:d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≤20,  </m:t>
                      </m:r>
                      <m:d>
                        <m:d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0≤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≤12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𝟒𝟕𝟕𝟐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𝟒𝟗𝟖𝟕</m:t>
                          </m:r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330625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42900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3302131"/>
                <a:ext cx="75287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3302131"/>
                <a:ext cx="7528794" cy="665631"/>
              </a:xfrm>
              <a:prstGeom prst="rect">
                <a:avLst/>
              </a:prstGeom>
              <a:blipFill>
                <a:blip r:embed="rId3"/>
                <a:stretch>
                  <a:fillRect l="-170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E10FA-82EB-9E67-B6E0-8539885FF7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838710"/>
                <a:ext cx="3912758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To find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E10FA-82EB-9E67-B6E0-8539885F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838710"/>
                <a:ext cx="3912758" cy="480131"/>
              </a:xfrm>
              <a:prstGeom prst="rect">
                <a:avLst/>
              </a:prstGeom>
              <a:blipFill>
                <a:blip r:embed="rId4"/>
                <a:stretch>
                  <a:fillRect l="-3271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0D06964-F7FE-FBF5-AD03-98CBD48CF30F}"/>
              </a:ext>
            </a:extLst>
          </p:cNvPr>
          <p:cNvSpPr/>
          <p:nvPr/>
        </p:nvSpPr>
        <p:spPr>
          <a:xfrm>
            <a:off x="2098989" y="5803711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269F085-49BD-3C44-F58B-FF6CD397959E}"/>
                  </a:ext>
                </a:extLst>
              </p:cNvPr>
              <p:cNvSpPr/>
              <p:nvPr/>
            </p:nvSpPr>
            <p:spPr>
              <a:xfrm>
                <a:off x="2626426" y="5606766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269F085-49BD-3C44-F58B-FF6CD39795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26" y="5606766"/>
                <a:ext cx="1911100" cy="898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C6DFDDE-9A50-B56A-77D0-6C55E13307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3967762"/>
                <a:ext cx="45569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C6DFDDE-9A50-B56A-77D0-6C55E1330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3967762"/>
                <a:ext cx="4556994" cy="665631"/>
              </a:xfrm>
              <a:prstGeom prst="rect">
                <a:avLst/>
              </a:prstGeom>
              <a:blipFill>
                <a:blip r:embed="rId6"/>
                <a:stretch>
                  <a:fillRect l="-281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92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4" grpId="0"/>
      <p:bldP spid="5" grpId="0"/>
      <p:bldP spid="7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609118" y="1772032"/>
                <a:ext cx="1474358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118" y="1772032"/>
                <a:ext cx="1474358" cy="611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609118" y="2651443"/>
                <a:ext cx="1474358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118" y="2651443"/>
                <a:ext cx="1474358" cy="611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55335-CAC3-7848-63F4-EE3FCD1989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524" y="792605"/>
                <a:ext cx="3912758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To find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55335-CAC3-7848-63F4-EE3FCD198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4" y="792605"/>
                <a:ext cx="3912758" cy="480131"/>
              </a:xfrm>
              <a:prstGeom prst="rect">
                <a:avLst/>
              </a:prstGeom>
              <a:blipFill>
                <a:blip r:embed="rId4"/>
                <a:stretch>
                  <a:fillRect l="-3271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0235279-9D24-5973-F785-DC94C5CB3A4E}"/>
                  </a:ext>
                </a:extLst>
              </p:cNvPr>
              <p:cNvSpPr/>
              <p:nvPr/>
            </p:nvSpPr>
            <p:spPr>
              <a:xfrm>
                <a:off x="592307" y="2651444"/>
                <a:ext cx="28770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≥20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0235279-9D24-5973-F785-DC94C5CB3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07" y="2651444"/>
                <a:ext cx="2877030" cy="523220"/>
              </a:xfrm>
              <a:prstGeom prst="rect">
                <a:avLst/>
              </a:prstGeom>
              <a:blipFill>
                <a:blip r:embed="rId6"/>
                <a:stretch>
                  <a:fillRect l="-423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D3BAFB5-ED2A-F0FF-91D3-91D696A1809A}"/>
              </a:ext>
            </a:extLst>
          </p:cNvPr>
          <p:cNvSpPr/>
          <p:nvPr/>
        </p:nvSpPr>
        <p:spPr>
          <a:xfrm>
            <a:off x="592307" y="1611567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CF28EA-B974-B3C3-B539-1F6285763EC2}"/>
                  </a:ext>
                </a:extLst>
              </p:cNvPr>
              <p:cNvSpPr/>
              <p:nvPr/>
            </p:nvSpPr>
            <p:spPr>
              <a:xfrm>
                <a:off x="1119744" y="1414622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CF28EA-B974-B3C3-B539-1F6285763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744" y="1414622"/>
                <a:ext cx="1911100" cy="898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C34C29-7A95-1984-D48B-BCE605F7E79D}"/>
                  </a:ext>
                </a:extLst>
              </p:cNvPr>
              <p:cNvSpPr/>
              <p:nvPr/>
            </p:nvSpPr>
            <p:spPr>
              <a:xfrm>
                <a:off x="3030844" y="2412732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C34C29-7A95-1984-D48B-BCE605F7E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4" y="2412732"/>
                <a:ext cx="4551193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8D0347-1E06-8A94-BD03-555427D4BB82}"/>
                  </a:ext>
                </a:extLst>
              </p:cNvPr>
              <p:cNvSpPr/>
              <p:nvPr/>
            </p:nvSpPr>
            <p:spPr>
              <a:xfrm>
                <a:off x="3030844" y="3928055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8D0347-1E06-8A94-BD03-555427D4BB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4" y="3928055"/>
                <a:ext cx="4551193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39B4A6-6F39-B497-F36F-01F6A5D3916B}"/>
                  </a:ext>
                </a:extLst>
              </p:cNvPr>
              <p:cNvSpPr/>
              <p:nvPr/>
            </p:nvSpPr>
            <p:spPr>
              <a:xfrm>
                <a:off x="1066950" y="5542175"/>
                <a:ext cx="4301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≥20</m:t>
                          </m:r>
                        </m:e>
                      </m:d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39B4A6-6F39-B497-F36F-01F6A5D39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50" y="5542175"/>
                <a:ext cx="430183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00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4" grpId="0"/>
      <p:bldP spid="15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0D8D-CD0C-DE3A-9C5D-71DE4C4D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27CE-AD96-756D-1EEF-C9E908C8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8C0B73-36D2-011A-464E-AE00F62DEC0E}"/>
                  </a:ext>
                </a:extLst>
              </p:cNvPr>
              <p:cNvSpPr/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≥20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8C0B73-36D2-011A-464E-AE00F62DE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  <a:blipFill>
                <a:blip r:embed="rId3"/>
                <a:stretch>
                  <a:fillRect l="-212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0C3A14F-04DE-FEDE-460C-194370AC0B7D}"/>
                  </a:ext>
                </a:extLst>
              </p:cNvPr>
              <p:cNvSpPr/>
              <p:nvPr/>
            </p:nvSpPr>
            <p:spPr>
              <a:xfrm>
                <a:off x="8025539" y="1825896"/>
                <a:ext cx="404794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0C3A14F-04DE-FEDE-460C-194370AC0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539" y="1825896"/>
                <a:ext cx="4047944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DDE5D1-A486-8A7D-2606-3FD3CB3BBF2C}"/>
                  </a:ext>
                </a:extLst>
              </p:cNvPr>
              <p:cNvSpPr/>
              <p:nvPr/>
            </p:nvSpPr>
            <p:spPr>
              <a:xfrm>
                <a:off x="8025538" y="2743106"/>
                <a:ext cx="4047943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DDE5D1-A486-8A7D-2606-3FD3CB3BB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538" y="2743106"/>
                <a:ext cx="4047943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BC59AE-03FC-2107-79A2-90C5E554DF74}"/>
                  </a:ext>
                </a:extLst>
              </p:cNvPr>
              <p:cNvSpPr/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0.4772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BC59AE-03FC-2107-79A2-90C5E554DF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59C8BB7-2806-B197-7165-64F2E3063BA7}"/>
                  </a:ext>
                </a:extLst>
              </p:cNvPr>
              <p:cNvSpPr/>
              <p:nvPr/>
            </p:nvSpPr>
            <p:spPr>
              <a:xfrm>
                <a:off x="496738" y="3115152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𝟎𝟐𝟐𝟖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59C8BB7-2806-B197-7165-64F2E3063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3115152"/>
                <a:ext cx="518447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6E5EDFF-6DDC-E3A6-420E-45240172CB10}"/>
                  </a:ext>
                </a:extLst>
              </p:cNvPr>
              <p:cNvSpPr/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6E5EDFF-6DDC-E3A6-420E-45240172C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61502EB2-CF42-2404-AB43-11851F7E6572}"/>
              </a:ext>
            </a:extLst>
          </p:cNvPr>
          <p:cNvGrpSpPr/>
          <p:nvPr/>
        </p:nvGrpSpPr>
        <p:grpSpPr>
          <a:xfrm>
            <a:off x="0" y="3984494"/>
            <a:ext cx="4315297" cy="2614772"/>
            <a:chOff x="-101174" y="953000"/>
            <a:chExt cx="4600871" cy="2733621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98633F1-5CFB-7A97-420B-BB1AC1724B8E}"/>
                </a:ext>
              </a:extLst>
            </p:cNvPr>
            <p:cNvSpPr/>
            <p:nvPr/>
          </p:nvSpPr>
          <p:spPr>
            <a:xfrm>
              <a:off x="3136170" y="2238950"/>
              <a:ext cx="830374" cy="967855"/>
            </a:xfrm>
            <a:custGeom>
              <a:avLst/>
              <a:gdLst>
                <a:gd name="csX0" fmla="*/ 0 w 824532"/>
                <a:gd name="csY0" fmla="*/ 0 h 952911"/>
                <a:gd name="csX1" fmla="*/ 0 w 824532"/>
                <a:gd name="csY1" fmla="*/ 952911 h 952911"/>
                <a:gd name="csX2" fmla="*/ 824532 w 824532"/>
                <a:gd name="csY2" fmla="*/ 952911 h 952911"/>
                <a:gd name="csX3" fmla="*/ 824532 w 824532"/>
                <a:gd name="csY3" fmla="*/ 836363 h 952911"/>
                <a:gd name="csX4" fmla="*/ 824525 w 824532"/>
                <a:gd name="csY4" fmla="*/ 836363 h 952911"/>
                <a:gd name="csX5" fmla="*/ 714988 w 824532"/>
                <a:gd name="csY5" fmla="*/ 825131 h 952911"/>
                <a:gd name="csX6" fmla="*/ 148127 w 824532"/>
                <a:gd name="csY6" fmla="*/ 305075 h 952911"/>
                <a:gd name="csX7" fmla="*/ 18671 w 824532"/>
                <a:gd name="csY7" fmla="*/ 39973 h 952911"/>
                <a:gd name="csX8" fmla="*/ 0 w 824532"/>
                <a:gd name="csY8" fmla="*/ 0 h 952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24532" h="952911">
                  <a:moveTo>
                    <a:pt x="0" y="0"/>
                  </a:moveTo>
                  <a:lnTo>
                    <a:pt x="0" y="952911"/>
                  </a:lnTo>
                  <a:lnTo>
                    <a:pt x="824532" y="952911"/>
                  </a:lnTo>
                  <a:lnTo>
                    <a:pt x="824532" y="836363"/>
                  </a:lnTo>
                  <a:lnTo>
                    <a:pt x="824525" y="836363"/>
                  </a:lnTo>
                  <a:lnTo>
                    <a:pt x="714988" y="825131"/>
                  </a:lnTo>
                  <a:cubicBezTo>
                    <a:pt x="470699" y="777616"/>
                    <a:pt x="302617" y="583877"/>
                    <a:pt x="148127" y="305075"/>
                  </a:cubicBezTo>
                  <a:cubicBezTo>
                    <a:pt x="115022" y="245332"/>
                    <a:pt x="71023" y="152076"/>
                    <a:pt x="18671" y="39973"/>
                  </a:cubicBez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F9962FF-50A2-BAAF-78BF-217E020666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4401" y="2234867"/>
              <a:ext cx="9312" cy="95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B8B3E36-873C-BEFC-2237-128600129BB1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957292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C41D58-B39A-E0D1-EE7F-F1ABF0F26B4A}"/>
                </a:ext>
              </a:extLst>
            </p:cNvPr>
            <p:cNvSpPr/>
            <p:nvPr/>
          </p:nvSpPr>
          <p:spPr>
            <a:xfrm>
              <a:off x="435237" y="95300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47C0EED-6E42-F4DB-9F5B-41B18F425384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318182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ontent Placeholder 2">
                  <a:extLst>
                    <a:ext uri="{FF2B5EF4-FFF2-40B4-BE49-F238E27FC236}">
                      <a16:creationId xmlns:a16="http://schemas.microsoft.com/office/drawing/2014/main" id="{4FCC093E-B588-F8C9-20D4-5650C907875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92180" y="3185304"/>
                  <a:ext cx="747887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0" name="Content Placeholder 2">
                  <a:extLst>
                    <a:ext uri="{FF2B5EF4-FFF2-40B4-BE49-F238E27FC236}">
                      <a16:creationId xmlns:a16="http://schemas.microsoft.com/office/drawing/2014/main" id="{4FCC093E-B588-F8C9-20D4-5650C9078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180" y="3185304"/>
                  <a:ext cx="747887" cy="49476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ontent Placeholder 2">
                  <a:extLst>
                    <a:ext uri="{FF2B5EF4-FFF2-40B4-BE49-F238E27FC236}">
                      <a16:creationId xmlns:a16="http://schemas.microsoft.com/office/drawing/2014/main" id="{110605F5-E287-97C6-9F60-1E03BBB49B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3200341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1" name="Content Placeholder 2">
                  <a:extLst>
                    <a:ext uri="{FF2B5EF4-FFF2-40B4-BE49-F238E27FC236}">
                      <a16:creationId xmlns:a16="http://schemas.microsoft.com/office/drawing/2014/main" id="{110605F5-E287-97C6-9F60-1E03BBB49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3200341"/>
                  <a:ext cx="603815" cy="48628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Content Placeholder 2">
                  <a:extLst>
                    <a:ext uri="{FF2B5EF4-FFF2-40B4-BE49-F238E27FC236}">
                      <a16:creationId xmlns:a16="http://schemas.microsoft.com/office/drawing/2014/main" id="{0E71B4ED-636D-4176-593B-5019E728026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01174" y="3191861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2" name="Content Placeholder 2">
                  <a:extLst>
                    <a:ext uri="{FF2B5EF4-FFF2-40B4-BE49-F238E27FC236}">
                      <a16:creationId xmlns:a16="http://schemas.microsoft.com/office/drawing/2014/main" id="{0E71B4ED-636D-4176-593B-5019E72802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174" y="3191861"/>
                  <a:ext cx="747890" cy="49476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ontent Placeholder 2">
                  <a:extLst>
                    <a:ext uri="{FF2B5EF4-FFF2-40B4-BE49-F238E27FC236}">
                      <a16:creationId xmlns:a16="http://schemas.microsoft.com/office/drawing/2014/main" id="{1F260AD1-D24A-CA1A-815E-B2FFFAC6F63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23217" y="1893484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3" name="Content Placeholder 2">
                  <a:extLst>
                    <a:ext uri="{FF2B5EF4-FFF2-40B4-BE49-F238E27FC236}">
                      <a16:creationId xmlns:a16="http://schemas.microsoft.com/office/drawing/2014/main" id="{1F260AD1-D24A-CA1A-815E-B2FFFAC6F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17" y="1893484"/>
                  <a:ext cx="576480" cy="35214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2D7C988-B794-C611-9C7C-D96CC701D53C}"/>
              </a:ext>
            </a:extLst>
          </p:cNvPr>
          <p:cNvGrpSpPr/>
          <p:nvPr/>
        </p:nvGrpSpPr>
        <p:grpSpPr>
          <a:xfrm>
            <a:off x="4741580" y="3984492"/>
            <a:ext cx="3711814" cy="2620956"/>
            <a:chOff x="4680343" y="952999"/>
            <a:chExt cx="3957451" cy="2740086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341BBF9-069F-ECF3-3556-F644F69B335D}"/>
                </a:ext>
              </a:extLst>
            </p:cNvPr>
            <p:cNvSpPr/>
            <p:nvPr/>
          </p:nvSpPr>
          <p:spPr>
            <a:xfrm>
              <a:off x="6396127" y="952999"/>
              <a:ext cx="1815523" cy="2232305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D39BEE2-4B3C-36EA-6B9E-1EDB5EF1FF55}"/>
                </a:ext>
              </a:extLst>
            </p:cNvPr>
            <p:cNvCxnSpPr>
              <a:cxnSpLocks/>
            </p:cNvCxnSpPr>
            <p:nvPr/>
          </p:nvCxnSpPr>
          <p:spPr>
            <a:xfrm>
              <a:off x="6416455" y="957292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FF6B291-D8A8-6947-7CE9-134C1D9BCC86}"/>
                </a:ext>
              </a:extLst>
            </p:cNvPr>
            <p:cNvSpPr/>
            <p:nvPr/>
          </p:nvSpPr>
          <p:spPr>
            <a:xfrm>
              <a:off x="4680343" y="952999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19EC394-9DC4-993E-50DC-35394988B7D0}"/>
                </a:ext>
              </a:extLst>
            </p:cNvPr>
            <p:cNvCxnSpPr>
              <a:cxnSpLocks/>
            </p:cNvCxnSpPr>
            <p:nvPr/>
          </p:nvCxnSpPr>
          <p:spPr>
            <a:xfrm>
              <a:off x="4680343" y="3181825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ontent Placeholder 2">
                  <a:extLst>
                    <a:ext uri="{FF2B5EF4-FFF2-40B4-BE49-F238E27FC236}">
                      <a16:creationId xmlns:a16="http://schemas.microsoft.com/office/drawing/2014/main" id="{B75C87C5-E0AB-68D9-8B33-844BFE157C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18078" y="3206805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9" name="Content Placeholder 2">
                  <a:extLst>
                    <a:ext uri="{FF2B5EF4-FFF2-40B4-BE49-F238E27FC236}">
                      <a16:creationId xmlns:a16="http://schemas.microsoft.com/office/drawing/2014/main" id="{B75C87C5-E0AB-68D9-8B33-844BFE157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78" y="3206805"/>
                  <a:ext cx="603815" cy="48628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Content Placeholder 2">
                  <a:extLst>
                    <a:ext uri="{FF2B5EF4-FFF2-40B4-BE49-F238E27FC236}">
                      <a16:creationId xmlns:a16="http://schemas.microsoft.com/office/drawing/2014/main" id="{F17960B6-729A-2A93-A452-94E6A11B775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89904" y="3177937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0" name="Content Placeholder 2">
                  <a:extLst>
                    <a:ext uri="{FF2B5EF4-FFF2-40B4-BE49-F238E27FC236}">
                      <a16:creationId xmlns:a16="http://schemas.microsoft.com/office/drawing/2014/main" id="{F17960B6-729A-2A93-A452-94E6A11B7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9904" y="3177937"/>
                  <a:ext cx="747890" cy="49476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6227C79-B571-B994-DA22-1D6680F5B03C}"/>
              </a:ext>
            </a:extLst>
          </p:cNvPr>
          <p:cNvGrpSpPr/>
          <p:nvPr/>
        </p:nvGrpSpPr>
        <p:grpSpPr>
          <a:xfrm>
            <a:off x="8255954" y="3984492"/>
            <a:ext cx="3852819" cy="2594457"/>
            <a:chOff x="8185386" y="952999"/>
            <a:chExt cx="4107787" cy="2712383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DBA98CC-A5D1-621F-06FE-3A16DBB271F9}"/>
                </a:ext>
              </a:extLst>
            </p:cNvPr>
            <p:cNvSpPr/>
            <p:nvPr/>
          </p:nvSpPr>
          <p:spPr>
            <a:xfrm>
              <a:off x="10526794" y="969499"/>
              <a:ext cx="956483" cy="2222362"/>
            </a:xfrm>
            <a:custGeom>
              <a:avLst/>
              <a:gdLst>
                <a:gd name="csX0" fmla="*/ 0 w 956483"/>
                <a:gd name="csY0" fmla="*/ 0 h 2222362"/>
                <a:gd name="csX1" fmla="*/ 0 w 956483"/>
                <a:gd name="csY1" fmla="*/ 2222362 h 2222362"/>
                <a:gd name="csX2" fmla="*/ 956483 w 956483"/>
                <a:gd name="csY2" fmla="*/ 2222362 h 2222362"/>
                <a:gd name="csX3" fmla="*/ 956483 w 956483"/>
                <a:gd name="csY3" fmla="*/ 1374964 h 2222362"/>
                <a:gd name="csX4" fmla="*/ 934719 w 956483"/>
                <a:gd name="csY4" fmla="*/ 1328942 h 2222362"/>
                <a:gd name="csX5" fmla="*/ 23587 w 956483"/>
                <a:gd name="csY5" fmla="*/ 2246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56483" h="2222362">
                  <a:moveTo>
                    <a:pt x="0" y="0"/>
                  </a:moveTo>
                  <a:lnTo>
                    <a:pt x="0" y="2222362"/>
                  </a:lnTo>
                  <a:lnTo>
                    <a:pt x="956483" y="2222362"/>
                  </a:lnTo>
                  <a:lnTo>
                    <a:pt x="956483" y="1374964"/>
                  </a:lnTo>
                  <a:lnTo>
                    <a:pt x="934719" y="1328942"/>
                  </a:lnTo>
                  <a:cubicBezTo>
                    <a:pt x="717038" y="865434"/>
                    <a:pt x="350669" y="63224"/>
                    <a:pt x="23587" y="2246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2800F24-EB05-479D-6463-0CF122B036AB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114" y="957291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0914BC9-59EC-D3CA-1B71-1D36DD4FDF50}"/>
                </a:ext>
              </a:extLst>
            </p:cNvPr>
            <p:cNvSpPr/>
            <p:nvPr/>
          </p:nvSpPr>
          <p:spPr>
            <a:xfrm>
              <a:off x="8769002" y="952999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6C79936-1BEC-D567-2699-66DACCFAA23F}"/>
                </a:ext>
              </a:extLst>
            </p:cNvPr>
            <p:cNvCxnSpPr>
              <a:cxnSpLocks/>
            </p:cNvCxnSpPr>
            <p:nvPr/>
          </p:nvCxnSpPr>
          <p:spPr>
            <a:xfrm>
              <a:off x="8769002" y="3181825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Content Placeholder 2">
                  <a:extLst>
                    <a:ext uri="{FF2B5EF4-FFF2-40B4-BE49-F238E27FC236}">
                      <a16:creationId xmlns:a16="http://schemas.microsoft.com/office/drawing/2014/main" id="{BE3A9E04-4FD0-5FC2-5F4B-A1A52245F2A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41613" y="3185251"/>
                  <a:ext cx="77157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6" name="Content Placeholder 2">
                  <a:extLst>
                    <a:ext uri="{FF2B5EF4-FFF2-40B4-BE49-F238E27FC236}">
                      <a16:creationId xmlns:a16="http://schemas.microsoft.com/office/drawing/2014/main" id="{BE3A9E04-4FD0-5FC2-5F4B-A1A52245F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1613" y="3185251"/>
                  <a:ext cx="771570" cy="48013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Content Placeholder 2">
                  <a:extLst>
                    <a:ext uri="{FF2B5EF4-FFF2-40B4-BE49-F238E27FC236}">
                      <a16:creationId xmlns:a16="http://schemas.microsoft.com/office/drawing/2014/main" id="{FBC5300B-0FC1-4E94-3368-0367B88CB43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42847" y="3194659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7" name="Content Placeholder 2">
                  <a:extLst>
                    <a:ext uri="{FF2B5EF4-FFF2-40B4-BE49-F238E27FC236}">
                      <a16:creationId xmlns:a16="http://schemas.microsoft.com/office/drawing/2014/main" id="{FBC5300B-0FC1-4E94-3368-0367B88CB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2847" y="3194659"/>
                  <a:ext cx="576480" cy="352145"/>
                </a:xfrm>
                <a:prstGeom prst="rect">
                  <a:avLst/>
                </a:prstGeom>
                <a:blipFill>
                  <a:blip r:embed="rId24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Content Placeholder 2">
                  <a:extLst>
                    <a:ext uri="{FF2B5EF4-FFF2-40B4-BE49-F238E27FC236}">
                      <a16:creationId xmlns:a16="http://schemas.microsoft.com/office/drawing/2014/main" id="{2DFB4712-DA0E-B7F3-193A-DA2C99B7478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85386" y="1893484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Content Placeholder 2">
                  <a:extLst>
                    <a:ext uri="{FF2B5EF4-FFF2-40B4-BE49-F238E27FC236}">
                      <a16:creationId xmlns:a16="http://schemas.microsoft.com/office/drawing/2014/main" id="{2DFB4712-DA0E-B7F3-193A-DA2C99B74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386" y="1893484"/>
                  <a:ext cx="576480" cy="48013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5DD3448-6DE9-7C82-8B05-FB9CB92B6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88409" y="2344607"/>
              <a:ext cx="0" cy="8289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2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3" grpId="0"/>
      <p:bldP spid="4" grpId="0"/>
      <p:bldP spid="18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513646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To find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5136465" cy="480131"/>
              </a:xfrm>
              <a:prstGeom prst="rect">
                <a:avLst/>
              </a:prstGeom>
              <a:blipFill>
                <a:blip r:embed="rId2"/>
                <a:stretch>
                  <a:fillRect l="-2372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29963" y="1653993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066276" y="1449765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" y="1449765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B12BF8-C63B-FE6F-5B78-A0449A0EB725}"/>
                  </a:ext>
                </a:extLst>
              </p:cNvPr>
              <p:cNvSpPr/>
              <p:nvPr/>
            </p:nvSpPr>
            <p:spPr>
              <a:xfrm>
                <a:off x="10619509" y="1772032"/>
                <a:ext cx="1463967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B12BF8-C63B-FE6F-5B78-A0449A0EB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509" y="1772032"/>
                <a:ext cx="1463967" cy="6113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971B08-E165-5377-D014-867EF444299B}"/>
                  </a:ext>
                </a:extLst>
              </p:cNvPr>
              <p:cNvSpPr/>
              <p:nvPr/>
            </p:nvSpPr>
            <p:spPr>
              <a:xfrm>
                <a:off x="10619509" y="2651443"/>
                <a:ext cx="1463967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971B08-E165-5377-D014-867EF44429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509" y="2651443"/>
                <a:ext cx="1463967" cy="6113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6902E8-C2BF-EF6F-F0E6-00D7FFFD7840}"/>
                  </a:ext>
                </a:extLst>
              </p:cNvPr>
              <p:cNvSpPr/>
              <p:nvPr/>
            </p:nvSpPr>
            <p:spPr>
              <a:xfrm>
                <a:off x="529963" y="2826267"/>
                <a:ext cx="28770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6902E8-C2BF-EF6F-F0E6-00D7FFFD7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63" y="2826267"/>
                <a:ext cx="2877030" cy="523220"/>
              </a:xfrm>
              <a:prstGeom prst="rect">
                <a:avLst/>
              </a:prstGeom>
              <a:blipFill>
                <a:blip r:embed="rId6"/>
                <a:stretch>
                  <a:fillRect l="-4449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593257-D05D-E2A1-8C94-8009AEAF93E0}"/>
                  </a:ext>
                </a:extLst>
              </p:cNvPr>
              <p:cNvSpPr/>
              <p:nvPr/>
            </p:nvSpPr>
            <p:spPr>
              <a:xfrm>
                <a:off x="2930247" y="2577807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593257-D05D-E2A1-8C94-8009AEAF9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47" y="2577807"/>
                <a:ext cx="4551193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83F14A2-9457-F76E-66AD-8A0176B2360C}"/>
                  </a:ext>
                </a:extLst>
              </p:cNvPr>
              <p:cNvSpPr/>
              <p:nvPr/>
            </p:nvSpPr>
            <p:spPr>
              <a:xfrm>
                <a:off x="2930245" y="4240764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83F14A2-9457-F76E-66AD-8A0176B23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45" y="4240764"/>
                <a:ext cx="4551193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224819-4201-9D2A-733D-AA60D14D6EF2}"/>
                  </a:ext>
                </a:extLst>
              </p:cNvPr>
              <p:cNvSpPr/>
              <p:nvPr/>
            </p:nvSpPr>
            <p:spPr>
              <a:xfrm>
                <a:off x="2930245" y="5903721"/>
                <a:ext cx="227559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224819-4201-9D2A-733D-AA60D14D6E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45" y="5903721"/>
                <a:ext cx="22755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16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5" grpId="0"/>
      <p:bldP spid="6" grpId="0"/>
      <p:bldP spid="7" grpId="0"/>
      <p:bldP spid="13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8FEF-49C2-FA28-6335-85FA3A70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F9C5-DF89-E976-F57F-A02DADF7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BDF121-DFFC-C1F5-A617-15F1114EE720}"/>
                  </a:ext>
                </a:extLst>
              </p:cNvPr>
              <p:cNvSpPr/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≤20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BDF121-DFFC-C1F5-A617-15F1114EE7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  <a:blipFill>
                <a:blip r:embed="rId2"/>
                <a:stretch>
                  <a:fillRect l="-212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0C4FDE-4E98-C5CC-6D2C-91C645D0C6B9}"/>
                  </a:ext>
                </a:extLst>
              </p:cNvPr>
              <p:cNvSpPr/>
              <p:nvPr/>
            </p:nvSpPr>
            <p:spPr>
              <a:xfrm>
                <a:off x="8042565" y="912000"/>
                <a:ext cx="4020527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0C4FDE-4E98-C5CC-6D2C-91C645D0C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565" y="912000"/>
                <a:ext cx="4020527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D8241-D536-F959-BB1A-640F7BA02EA2}"/>
                  </a:ext>
                </a:extLst>
              </p:cNvPr>
              <p:cNvSpPr/>
              <p:nvPr/>
            </p:nvSpPr>
            <p:spPr>
              <a:xfrm>
                <a:off x="8042565" y="1829210"/>
                <a:ext cx="4020526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D8241-D536-F959-BB1A-640F7BA02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565" y="1829210"/>
                <a:ext cx="4020526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5482FE8-B967-A935-E09D-FA359B8EA28A}"/>
                  </a:ext>
                </a:extLst>
              </p:cNvPr>
              <p:cNvSpPr/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+0.4772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5482FE8-B967-A935-E09D-FA359B8EA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EBEFB3-A922-1332-8476-A9715296AB0C}"/>
                  </a:ext>
                </a:extLst>
              </p:cNvPr>
              <p:cNvSpPr/>
              <p:nvPr/>
            </p:nvSpPr>
            <p:spPr>
              <a:xfrm>
                <a:off x="496738" y="3057366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9772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EBEFB3-A922-1332-8476-A9715296A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3057366"/>
                <a:ext cx="51844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F4471A5-CD60-ABEC-0242-8B0AEDFE4FA0}"/>
                  </a:ext>
                </a:extLst>
              </p:cNvPr>
              <p:cNvSpPr/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F4471A5-CD60-ABEC-0242-8B0AEDFE4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CB0E3AE-6012-6990-BEF3-1C68147EC9E3}"/>
              </a:ext>
            </a:extLst>
          </p:cNvPr>
          <p:cNvGrpSpPr/>
          <p:nvPr/>
        </p:nvGrpSpPr>
        <p:grpSpPr>
          <a:xfrm>
            <a:off x="141668" y="3684458"/>
            <a:ext cx="11870487" cy="2462341"/>
            <a:chOff x="-202347" y="1863491"/>
            <a:chExt cx="12394347" cy="276501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630F833-3CAD-BE90-54E2-3E745B76BC9A}"/>
                </a:ext>
              </a:extLst>
            </p:cNvPr>
            <p:cNvSpPr/>
            <p:nvPr/>
          </p:nvSpPr>
          <p:spPr>
            <a:xfrm flipH="1">
              <a:off x="10403932" y="1863491"/>
              <a:ext cx="800200" cy="2238861"/>
            </a:xfrm>
            <a:custGeom>
              <a:avLst/>
              <a:gdLst>
                <a:gd name="csX0" fmla="*/ 787223 w 800200"/>
                <a:gd name="csY0" fmla="*/ 0 h 2238861"/>
                <a:gd name="csX1" fmla="*/ 42456 w 800200"/>
                <a:gd name="csY1" fmla="*/ 943895 h 2238861"/>
                <a:gd name="csX2" fmla="*/ 0 w 800200"/>
                <a:gd name="csY2" fmla="*/ 1034731 h 2238861"/>
                <a:gd name="csX3" fmla="*/ 0 w 800200"/>
                <a:gd name="csY3" fmla="*/ 2238861 h 2238861"/>
                <a:gd name="csX4" fmla="*/ 800200 w 800200"/>
                <a:gd name="csY4" fmla="*/ 2238861 h 2238861"/>
                <a:gd name="csX5" fmla="*/ 800200 w 800200"/>
                <a:gd name="csY5" fmla="*/ 2410 h 2238861"/>
                <a:gd name="csX6" fmla="*/ 787223 w 800200"/>
                <a:gd name="csY6" fmla="*/ 0 h 2238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00200" h="2238861">
                  <a:moveTo>
                    <a:pt x="787223" y="0"/>
                  </a:moveTo>
                  <a:cubicBezTo>
                    <a:pt x="530348" y="-333"/>
                    <a:pt x="255986" y="494312"/>
                    <a:pt x="42456" y="943895"/>
                  </a:cubicBezTo>
                  <a:lnTo>
                    <a:pt x="0" y="1034731"/>
                  </a:lnTo>
                  <a:lnTo>
                    <a:pt x="0" y="2238861"/>
                  </a:lnTo>
                  <a:lnTo>
                    <a:pt x="800200" y="2238861"/>
                  </a:lnTo>
                  <a:lnTo>
                    <a:pt x="800200" y="2410"/>
                  </a:lnTo>
                  <a:lnTo>
                    <a:pt x="787223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53441C2-C9E5-8648-5CB9-9D49CE8B3DFD}"/>
                </a:ext>
              </a:extLst>
            </p:cNvPr>
            <p:cNvSpPr/>
            <p:nvPr/>
          </p:nvSpPr>
          <p:spPr>
            <a:xfrm flipH="1">
              <a:off x="334050" y="1888422"/>
              <a:ext cx="2537609" cy="2238861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8DC3FED-A6ED-0E5D-C71C-8C194D5B2EA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43381" y="3511876"/>
              <a:ext cx="12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E3B98F6-1918-52C0-74CB-761DCFCD0534}"/>
                </a:ext>
              </a:extLst>
            </p:cNvPr>
            <p:cNvSpPr/>
            <p:nvPr/>
          </p:nvSpPr>
          <p:spPr>
            <a:xfrm flipH="1">
              <a:off x="4579169" y="1913401"/>
              <a:ext cx="1736107" cy="2222362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C11044-16E2-A431-C248-BFB2A300F0A6}"/>
                </a:ext>
              </a:extLst>
            </p:cNvPr>
            <p:cNvCxnSpPr>
              <a:cxnSpLocks/>
            </p:cNvCxnSpPr>
            <p:nvPr/>
          </p:nvCxnSpPr>
          <p:spPr>
            <a:xfrm>
              <a:off x="2070176" y="1892714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BDDD6B-E65C-FED8-057A-8428A5FF4C33}"/>
                </a:ext>
              </a:extLst>
            </p:cNvPr>
            <p:cNvSpPr/>
            <p:nvPr/>
          </p:nvSpPr>
          <p:spPr>
            <a:xfrm>
              <a:off x="334064" y="1888422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3FEEBF-564C-0814-0604-F0927FA48401}"/>
                </a:ext>
              </a:extLst>
            </p:cNvPr>
            <p:cNvCxnSpPr>
              <a:cxnSpLocks/>
            </p:cNvCxnSpPr>
            <p:nvPr/>
          </p:nvCxnSpPr>
          <p:spPr>
            <a:xfrm>
              <a:off x="334064" y="4117248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317E108D-45D1-D38D-7F44-E7AF4FB3EE7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72282" y="4127283"/>
                  <a:ext cx="603815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317E108D-45D1-D38D-7F44-E7AF4FB3E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2282" y="4127283"/>
                  <a:ext cx="603815" cy="49476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157F1736-4889-0773-2654-A9A8145FCF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68268" y="4135763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DEA5089-6C46-F9C7-EB25-949958985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8268" y="4135763"/>
                  <a:ext cx="603815" cy="48628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7D14A7C5-5431-52C4-6475-20F3B47BBD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02347" y="4127283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4FB41EDD-C85F-24AE-0B59-70240B2AF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02347" y="4127283"/>
                  <a:ext cx="747890" cy="4947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61925EDB-8B10-4F82-9484-87512621593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3075" y="2828908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75CCA65F-BFF5-6761-9614-3795B2B90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3075" y="2828908"/>
                  <a:ext cx="576480" cy="35214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8D83DB8-19CC-FB53-C07D-3704032FD470}"/>
                </a:ext>
              </a:extLst>
            </p:cNvPr>
            <p:cNvCxnSpPr>
              <a:cxnSpLocks/>
            </p:cNvCxnSpPr>
            <p:nvPr/>
          </p:nvCxnSpPr>
          <p:spPr>
            <a:xfrm>
              <a:off x="10403941" y="189271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42F6D68-CFC6-E501-2374-9D9CFB507766}"/>
                </a:ext>
              </a:extLst>
            </p:cNvPr>
            <p:cNvSpPr/>
            <p:nvPr/>
          </p:nvSpPr>
          <p:spPr>
            <a:xfrm>
              <a:off x="8667829" y="188842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34D60B-411A-0CEE-A37E-A9B2A9B21169}"/>
                </a:ext>
              </a:extLst>
            </p:cNvPr>
            <p:cNvCxnSpPr>
              <a:cxnSpLocks/>
            </p:cNvCxnSpPr>
            <p:nvPr/>
          </p:nvCxnSpPr>
          <p:spPr>
            <a:xfrm>
              <a:off x="8667829" y="411724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DCE72224-F41A-8265-301A-088236F673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911922" y="4126184"/>
                  <a:ext cx="603807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DCE72224-F41A-8265-301A-088236F67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1922" y="4126184"/>
                  <a:ext cx="603807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30489952-6B6C-821D-00A0-046E0FD08C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141674" y="4130081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EDC32B4-26AF-C964-F4F2-1D8B5739C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1674" y="4130081"/>
                  <a:ext cx="576480" cy="352145"/>
                </a:xfrm>
                <a:prstGeom prst="rect">
                  <a:avLst/>
                </a:prstGeom>
                <a:blipFill>
                  <a:blip r:embed="rId13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C6EFC61-632E-6CC8-0454-B348E9875273}"/>
                </a:ext>
              </a:extLst>
            </p:cNvPr>
            <p:cNvCxnSpPr>
              <a:cxnSpLocks/>
            </p:cNvCxnSpPr>
            <p:nvPr/>
          </p:nvCxnSpPr>
          <p:spPr>
            <a:xfrm>
              <a:off x="6315282" y="1892714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B800B1B-A7B7-0765-6FCD-07EC1D39E54A}"/>
                </a:ext>
              </a:extLst>
            </p:cNvPr>
            <p:cNvSpPr/>
            <p:nvPr/>
          </p:nvSpPr>
          <p:spPr>
            <a:xfrm>
              <a:off x="4579170" y="188842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0C378E-5E7D-90CC-2A85-78E6CD1F286D}"/>
                </a:ext>
              </a:extLst>
            </p:cNvPr>
            <p:cNvCxnSpPr>
              <a:cxnSpLocks/>
            </p:cNvCxnSpPr>
            <p:nvPr/>
          </p:nvCxnSpPr>
          <p:spPr>
            <a:xfrm>
              <a:off x="4579170" y="411724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E69391EF-7778-A725-F50D-C901F00274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016905" y="414222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97BB4CB7-D6D0-E799-9AD9-82E40D2BC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905" y="4142227"/>
                  <a:ext cx="603815" cy="48628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79E2B710-C7F3-208A-D34C-113675B0ACD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25983" y="4111555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CBE5B886-2CA3-2CBA-DB76-9A843C291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983" y="4111555"/>
                  <a:ext cx="747890" cy="49476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1CB3456-5587-FB05-D030-E66D54476BA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577121" y="3501367"/>
              <a:ext cx="12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E29E7C16-64DC-3F79-078E-14E3FB4E19A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12653" y="2784516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CEFC0030-D59E-DA21-5CB6-CEB76036D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653" y="2784516"/>
                  <a:ext cx="576480" cy="4801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626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3" grpId="0"/>
      <p:bldP spid="4" grpId="0"/>
      <p:bldP spid="18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(c) To find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16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26581" y="1528859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03435" y="1322583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35" y="1322583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6A467C-9002-36C4-F69A-DAE91B1AF449}"/>
                  </a:ext>
                </a:extLst>
              </p:cNvPr>
              <p:cNvSpPr/>
              <p:nvPr/>
            </p:nvSpPr>
            <p:spPr>
              <a:xfrm>
                <a:off x="387634" y="2405972"/>
                <a:ext cx="319491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6A467C-9002-36C4-F69A-DAE91B1AF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34" y="2405972"/>
                <a:ext cx="3194914" cy="523220"/>
              </a:xfrm>
              <a:prstGeom prst="rect">
                <a:avLst/>
              </a:prstGeom>
              <a:blipFill>
                <a:blip r:embed="rId4"/>
                <a:stretch>
                  <a:fillRect l="-400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1AEB78-8052-DC96-DDCC-F5EF08D3AFCD}"/>
                  </a:ext>
                </a:extLst>
              </p:cNvPr>
              <p:cNvSpPr/>
              <p:nvPr/>
            </p:nvSpPr>
            <p:spPr>
              <a:xfrm>
                <a:off x="3481928" y="4988442"/>
                <a:ext cx="30633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1AEB78-8052-DC96-DDCC-F5EF08D3A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28" y="4988442"/>
                <a:ext cx="306332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53F6D4-B928-46EF-1868-7FC11EE2D685}"/>
                  </a:ext>
                </a:extLst>
              </p:cNvPr>
              <p:cNvSpPr/>
              <p:nvPr/>
            </p:nvSpPr>
            <p:spPr>
              <a:xfrm>
                <a:off x="3481928" y="5830281"/>
                <a:ext cx="28665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53F6D4-B928-46EF-1868-7FC11EE2D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28" y="5830281"/>
                <a:ext cx="286659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795C27-598B-DB96-B6DD-F819AF0B108E}"/>
                  </a:ext>
                </a:extLst>
              </p:cNvPr>
              <p:cNvSpPr/>
              <p:nvPr/>
            </p:nvSpPr>
            <p:spPr>
              <a:xfrm>
                <a:off x="10603693" y="1772033"/>
                <a:ext cx="1479783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795C27-598B-DB96-B6DD-F819AF0B1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693" y="1772033"/>
                <a:ext cx="1479783" cy="52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E8EDBB-8FDC-A7D9-8CBC-DB4F6C4027C2}"/>
                  </a:ext>
                </a:extLst>
              </p:cNvPr>
              <p:cNvSpPr/>
              <p:nvPr/>
            </p:nvSpPr>
            <p:spPr>
              <a:xfrm>
                <a:off x="10603693" y="2651444"/>
                <a:ext cx="1479783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E8EDBB-8FDC-A7D9-8CBC-DB4F6C402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693" y="2651444"/>
                <a:ext cx="1479783" cy="52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28C38CC-142D-C332-1F55-2D2D89EE4A86}"/>
                  </a:ext>
                </a:extLst>
              </p:cNvPr>
              <p:cNvSpPr/>
              <p:nvPr/>
            </p:nvSpPr>
            <p:spPr>
              <a:xfrm>
                <a:off x="3403500" y="2137340"/>
                <a:ext cx="5385000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28C38CC-142D-C332-1F55-2D2D89EE4A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500" y="2137340"/>
                <a:ext cx="5385000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773E03-319F-9A60-7C31-A6C487CAE381}"/>
                  </a:ext>
                </a:extLst>
              </p:cNvPr>
              <p:cNvSpPr/>
              <p:nvPr/>
            </p:nvSpPr>
            <p:spPr>
              <a:xfrm>
                <a:off x="3481928" y="3609340"/>
                <a:ext cx="5025863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773E03-319F-9A60-7C31-A6C487CAE3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28" y="3609340"/>
                <a:ext cx="5025863" cy="10604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82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  <p:bldP spid="14" grpId="0"/>
      <p:bldP spid="15" grpId="0"/>
      <p:bldP spid="5" grpId="0"/>
      <p:bldP spid="6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8091116" y="970488"/>
                <a:ext cx="4033275" cy="568144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𝟒𝟗𝟖𝟕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116" y="970488"/>
                <a:ext cx="4033275" cy="5681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2273775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𝟒𝟗𝟖𝟕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73775"/>
                <a:ext cx="518447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E66178-27A0-D4B5-3B10-B672E44CA2FA}"/>
                  </a:ext>
                </a:extLst>
              </p:cNvPr>
              <p:cNvSpPr/>
              <p:nvPr/>
            </p:nvSpPr>
            <p:spPr>
              <a:xfrm>
                <a:off x="67609" y="803489"/>
                <a:ext cx="31764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E66178-27A0-D4B5-3B10-B672E44CA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9" y="803489"/>
                <a:ext cx="317644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D30B04-12FC-0109-EDAC-2C54E673C160}"/>
                  </a:ext>
                </a:extLst>
              </p:cNvPr>
              <p:cNvSpPr/>
              <p:nvPr/>
            </p:nvSpPr>
            <p:spPr>
              <a:xfrm>
                <a:off x="3096090" y="803489"/>
                <a:ext cx="28665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D30B04-12FC-0109-EDAC-2C54E673C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90" y="803489"/>
                <a:ext cx="286659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8E80D0-3C34-6843-C75B-13456E090E08}"/>
                  </a:ext>
                </a:extLst>
              </p:cNvPr>
              <p:cNvSpPr/>
              <p:nvPr/>
            </p:nvSpPr>
            <p:spPr>
              <a:xfrm>
                <a:off x="2728622" y="1538632"/>
                <a:ext cx="29863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8E80D0-3C34-6843-C75B-13456E090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622" y="1538632"/>
                <a:ext cx="298637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44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23468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For a random variable having the normal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=18.2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n-US" dirty="0"/>
                  <a:t>, find the probabilities that it will take on a value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16.5</m:t>
                    </m:r>
                  </m:oMath>
                </a14:m>
                <a:r>
                  <a:rPr lang="en-US" dirty="0"/>
                  <a:t>			       (b)  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16.5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18.8</m:t>
                    </m:r>
                  </m:oMath>
                </a14:m>
                <a:r>
                  <a:rPr lang="en-US" dirty="0"/>
                  <a:t> 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𝟑𝟔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𝟒𝟏𝟑𝟏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𝟒𝟖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𝟏𝟖𝟒𝟒</m:t>
                          </m:r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346836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33035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229961"/>
                <a:ext cx="1029099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229961"/>
                <a:ext cx="10290991" cy="665631"/>
              </a:xfrm>
              <a:prstGeom prst="rect">
                <a:avLst/>
              </a:prstGeom>
              <a:blipFill>
                <a:blip r:embed="rId3"/>
                <a:stretch>
                  <a:fillRect l="-124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0868E93-8329-7274-2B51-4B20E562D1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3853573"/>
                <a:ext cx="1029099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=18.2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0868E93-8329-7274-2B51-4B20E562D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3853573"/>
                <a:ext cx="10290991" cy="665631"/>
              </a:xfrm>
              <a:prstGeom prst="rect">
                <a:avLst/>
              </a:prstGeom>
              <a:blipFill>
                <a:blip r:embed="rId4"/>
                <a:stretch>
                  <a:fillRect l="-124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1BDFB66-72D2-2C52-ED14-99BEE69C98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4662685"/>
                <a:ext cx="890039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probability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takes the value less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1BDFB66-72D2-2C52-ED14-99BEE69C9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4662685"/>
                <a:ext cx="8900395" cy="480131"/>
              </a:xfrm>
              <a:prstGeom prst="rect">
                <a:avLst/>
              </a:prstGeom>
              <a:blipFill>
                <a:blip r:embed="rId5"/>
                <a:stretch>
                  <a:fillRect l="-1438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2E15F26-8C77-B538-92D8-46B8BBC6E2A7}"/>
              </a:ext>
            </a:extLst>
          </p:cNvPr>
          <p:cNvSpPr/>
          <p:nvPr/>
        </p:nvSpPr>
        <p:spPr>
          <a:xfrm>
            <a:off x="2067816" y="5579589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F3B9B4-6EF1-507E-019B-A4D8AF0A7109}"/>
                  </a:ext>
                </a:extLst>
              </p:cNvPr>
              <p:cNvSpPr/>
              <p:nvPr/>
            </p:nvSpPr>
            <p:spPr>
              <a:xfrm>
                <a:off x="2647281" y="5370967"/>
                <a:ext cx="2107165" cy="898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F3B9B4-6EF1-507E-019B-A4D8AF0A71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281" y="5370967"/>
                <a:ext cx="2107165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03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 uiExpand="1" build="p"/>
      <p:bldP spid="5" grpId="0" build="p"/>
      <p:bldP spid="3" grpId="0"/>
      <p:bldP spid="7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328" y="2288588"/>
                <a:ext cx="1760561" cy="6034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328" y="2288588"/>
                <a:ext cx="1760561" cy="6034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328" y="3167999"/>
                <a:ext cx="1760561" cy="6034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328" y="3167999"/>
                <a:ext cx="1760561" cy="603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549D932-04B7-9459-3415-C4ABAA3DB9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931" y="826938"/>
                <a:ext cx="890039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probability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takes the value less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549D932-04B7-9459-3415-C4ABAA3DB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1" y="826938"/>
                <a:ext cx="8900395" cy="480131"/>
              </a:xfrm>
              <a:prstGeom prst="rect">
                <a:avLst/>
              </a:prstGeom>
              <a:blipFill>
                <a:blip r:embed="rId6"/>
                <a:stretch>
                  <a:fillRect l="-1370" t="-21795" b="-371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FD58CD1-F253-92B1-3D21-6443D6BE14DB}"/>
              </a:ext>
            </a:extLst>
          </p:cNvPr>
          <p:cNvSpPr/>
          <p:nvPr/>
        </p:nvSpPr>
        <p:spPr>
          <a:xfrm>
            <a:off x="519571" y="1714171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5B35EA-B877-A958-9832-4D1F90FFF45B}"/>
                  </a:ext>
                </a:extLst>
              </p:cNvPr>
              <p:cNvSpPr/>
              <p:nvPr/>
            </p:nvSpPr>
            <p:spPr>
              <a:xfrm>
                <a:off x="1099036" y="1505549"/>
                <a:ext cx="2107165" cy="898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5B35EA-B877-A958-9832-4D1F90FFF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036" y="1505549"/>
                <a:ext cx="2107165" cy="898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1AFB01B-A912-CFF6-2851-A0AF78E1C165}"/>
                  </a:ext>
                </a:extLst>
              </p:cNvPr>
              <p:cNvSpPr/>
              <p:nvPr/>
            </p:nvSpPr>
            <p:spPr>
              <a:xfrm>
                <a:off x="9081655" y="4041546"/>
                <a:ext cx="3012234" cy="66563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1AFB01B-A912-CFF6-2851-A0AF78E1C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655" y="4041546"/>
                <a:ext cx="3012234" cy="665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7E8492B-337C-71E1-AF27-57E77325373A}"/>
                  </a:ext>
                </a:extLst>
              </p:cNvPr>
              <p:cNvSpPr/>
              <p:nvPr/>
            </p:nvSpPr>
            <p:spPr>
              <a:xfrm>
                <a:off x="519570" y="2613071"/>
                <a:ext cx="304451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7E8492B-337C-71E1-AF27-57E773253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70" y="2613071"/>
                <a:ext cx="3044511" cy="523220"/>
              </a:xfrm>
              <a:prstGeom prst="rect">
                <a:avLst/>
              </a:prstGeom>
              <a:blipFill>
                <a:blip r:embed="rId10"/>
                <a:stretch>
                  <a:fillRect l="-4000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08B141-F171-B814-0333-1CEEF6DFBCD8}"/>
                  </a:ext>
                </a:extLst>
              </p:cNvPr>
              <p:cNvSpPr/>
              <p:nvPr/>
            </p:nvSpPr>
            <p:spPr>
              <a:xfrm>
                <a:off x="3149657" y="2344439"/>
                <a:ext cx="4209999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16.5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08B141-F171-B814-0333-1CEEF6DFB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657" y="2344439"/>
                <a:ext cx="4209999" cy="10604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5E3F73-5B08-903E-CC2F-8FB3A6B860B6}"/>
                  </a:ext>
                </a:extLst>
              </p:cNvPr>
              <p:cNvSpPr/>
              <p:nvPr/>
            </p:nvSpPr>
            <p:spPr>
              <a:xfrm>
                <a:off x="902763" y="5343799"/>
                <a:ext cx="49816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5E3F73-5B08-903E-CC2F-8FB3A6B86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63" y="5343799"/>
                <a:ext cx="498168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A11E320-C0D3-94B9-02D5-F273C2AA75BA}"/>
                  </a:ext>
                </a:extLst>
              </p:cNvPr>
              <p:cNvSpPr/>
              <p:nvPr/>
            </p:nvSpPr>
            <p:spPr>
              <a:xfrm>
                <a:off x="3149657" y="3844119"/>
                <a:ext cx="4684488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16.5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18.2 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1.25 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A11E320-C0D3-94B9-02D5-F273C2AA7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657" y="3844119"/>
                <a:ext cx="4684488" cy="10604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64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4" grpId="0"/>
      <p:bldP spid="8" grpId="0"/>
      <p:bldP spid="9" grpId="0"/>
      <p:bldP spid="3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3910" y="1416807"/>
                <a:ext cx="88417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−1.36&lt;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10" y="1416807"/>
                <a:ext cx="88417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13909" y="2681160"/>
                <a:ext cx="6487866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=0.5−0.4131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0869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9" y="2681160"/>
                <a:ext cx="6487866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8738755" y="862391"/>
                <a:ext cx="3388496" cy="646469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𝟒𝟏𝟑𝟏</m:t>
                      </m:r>
                    </m:oMath>
                  </m:oMathPara>
                </a14:m>
                <a:endParaRPr lang="en-IN" sz="24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755" y="862391"/>
                <a:ext cx="3388496" cy="6464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A7C4A4-02CA-DF07-0C7F-D331B15E1593}"/>
                  </a:ext>
                </a:extLst>
              </p:cNvPr>
              <p:cNvSpPr/>
              <p:nvPr/>
            </p:nvSpPr>
            <p:spPr>
              <a:xfrm>
                <a:off x="413909" y="2095081"/>
                <a:ext cx="85326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A7C4A4-02CA-DF07-0C7F-D331B15E1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9" y="2095081"/>
                <a:ext cx="85326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D91CF6-AE9A-85F2-E1E2-E8D463DDEB47}"/>
                  </a:ext>
                </a:extLst>
              </p:cNvPr>
              <p:cNvSpPr/>
              <p:nvPr/>
            </p:nvSpPr>
            <p:spPr>
              <a:xfrm>
                <a:off x="465864" y="738533"/>
                <a:ext cx="49816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D91CF6-AE9A-85F2-E1E2-E8D463DDE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4" y="738533"/>
                <a:ext cx="498168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BC17CDB-E58D-7293-5A01-F49422F26B3D}"/>
              </a:ext>
            </a:extLst>
          </p:cNvPr>
          <p:cNvGrpSpPr/>
          <p:nvPr/>
        </p:nvGrpSpPr>
        <p:grpSpPr>
          <a:xfrm>
            <a:off x="0" y="3637255"/>
            <a:ext cx="12043791" cy="2482212"/>
            <a:chOff x="-101174" y="3706710"/>
            <a:chExt cx="12394347" cy="274008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1C240E5-D5BA-97B1-E127-6829F1DB41FC}"/>
                </a:ext>
              </a:extLst>
            </p:cNvPr>
            <p:cNvSpPr/>
            <p:nvPr/>
          </p:nvSpPr>
          <p:spPr>
            <a:xfrm flipH="1">
              <a:off x="9547431" y="3727644"/>
              <a:ext cx="956483" cy="2222362"/>
            </a:xfrm>
            <a:custGeom>
              <a:avLst/>
              <a:gdLst>
                <a:gd name="csX0" fmla="*/ 0 w 956483"/>
                <a:gd name="csY0" fmla="*/ 0 h 2222362"/>
                <a:gd name="csX1" fmla="*/ 0 w 956483"/>
                <a:gd name="csY1" fmla="*/ 2222362 h 2222362"/>
                <a:gd name="csX2" fmla="*/ 956483 w 956483"/>
                <a:gd name="csY2" fmla="*/ 2222362 h 2222362"/>
                <a:gd name="csX3" fmla="*/ 956483 w 956483"/>
                <a:gd name="csY3" fmla="*/ 1374964 h 2222362"/>
                <a:gd name="csX4" fmla="*/ 934719 w 956483"/>
                <a:gd name="csY4" fmla="*/ 1328942 h 2222362"/>
                <a:gd name="csX5" fmla="*/ 23587 w 956483"/>
                <a:gd name="csY5" fmla="*/ 2246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56483" h="2222362">
                  <a:moveTo>
                    <a:pt x="0" y="0"/>
                  </a:moveTo>
                  <a:lnTo>
                    <a:pt x="0" y="2222362"/>
                  </a:lnTo>
                  <a:lnTo>
                    <a:pt x="956483" y="2222362"/>
                  </a:lnTo>
                  <a:lnTo>
                    <a:pt x="956483" y="1374964"/>
                  </a:lnTo>
                  <a:lnTo>
                    <a:pt x="934719" y="1328942"/>
                  </a:lnTo>
                  <a:cubicBezTo>
                    <a:pt x="717038" y="865434"/>
                    <a:pt x="350669" y="63224"/>
                    <a:pt x="23587" y="2246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D40626-B30A-973A-A51A-4FFB586B6B78}"/>
                </a:ext>
              </a:extLst>
            </p:cNvPr>
            <p:cNvSpPr/>
            <p:nvPr/>
          </p:nvSpPr>
          <p:spPr>
            <a:xfrm flipH="1">
              <a:off x="434037" y="5001141"/>
              <a:ext cx="830374" cy="952911"/>
            </a:xfrm>
            <a:custGeom>
              <a:avLst/>
              <a:gdLst>
                <a:gd name="csX0" fmla="*/ 0 w 824532"/>
                <a:gd name="csY0" fmla="*/ 0 h 952911"/>
                <a:gd name="csX1" fmla="*/ 0 w 824532"/>
                <a:gd name="csY1" fmla="*/ 952911 h 952911"/>
                <a:gd name="csX2" fmla="*/ 824532 w 824532"/>
                <a:gd name="csY2" fmla="*/ 952911 h 952911"/>
                <a:gd name="csX3" fmla="*/ 824532 w 824532"/>
                <a:gd name="csY3" fmla="*/ 836363 h 952911"/>
                <a:gd name="csX4" fmla="*/ 824525 w 824532"/>
                <a:gd name="csY4" fmla="*/ 836363 h 952911"/>
                <a:gd name="csX5" fmla="*/ 714988 w 824532"/>
                <a:gd name="csY5" fmla="*/ 825131 h 952911"/>
                <a:gd name="csX6" fmla="*/ 148127 w 824532"/>
                <a:gd name="csY6" fmla="*/ 305075 h 952911"/>
                <a:gd name="csX7" fmla="*/ 18671 w 824532"/>
                <a:gd name="csY7" fmla="*/ 39973 h 952911"/>
                <a:gd name="csX8" fmla="*/ 0 w 824532"/>
                <a:gd name="csY8" fmla="*/ 0 h 952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24532" h="952911">
                  <a:moveTo>
                    <a:pt x="0" y="0"/>
                  </a:moveTo>
                  <a:lnTo>
                    <a:pt x="0" y="952911"/>
                  </a:lnTo>
                  <a:lnTo>
                    <a:pt x="824532" y="952911"/>
                  </a:lnTo>
                  <a:lnTo>
                    <a:pt x="824532" y="836363"/>
                  </a:lnTo>
                  <a:lnTo>
                    <a:pt x="824525" y="836363"/>
                  </a:lnTo>
                  <a:lnTo>
                    <a:pt x="714988" y="825131"/>
                  </a:lnTo>
                  <a:cubicBezTo>
                    <a:pt x="470699" y="777616"/>
                    <a:pt x="302617" y="583877"/>
                    <a:pt x="148127" y="305075"/>
                  </a:cubicBezTo>
                  <a:cubicBezTo>
                    <a:pt x="115022" y="245332"/>
                    <a:pt x="71023" y="152076"/>
                    <a:pt x="18671" y="39973"/>
                  </a:cubicBez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A9081B-0813-2367-6364-0FF0DD14DF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9755" y="4992661"/>
              <a:ext cx="9312" cy="95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E3E531-DAC8-976B-3263-083D8C184BF4}"/>
                </a:ext>
              </a:extLst>
            </p:cNvPr>
            <p:cNvSpPr/>
            <p:nvPr/>
          </p:nvSpPr>
          <p:spPr>
            <a:xfrm flipH="1">
              <a:off x="4679143" y="3731690"/>
              <a:ext cx="1737306" cy="2222362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E458218-EB73-59B3-43B3-A5DBDE7686E2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371100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117B260-C4E3-404C-910B-B87BA5B1B19C}"/>
                </a:ext>
              </a:extLst>
            </p:cNvPr>
            <p:cNvSpPr/>
            <p:nvPr/>
          </p:nvSpPr>
          <p:spPr>
            <a:xfrm>
              <a:off x="435237" y="370671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0A7952-6489-4755-45F4-6E9C00AB37CE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593553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F621334C-CBDB-0E25-825C-D1B032FE649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7947" y="5974316"/>
                  <a:ext cx="1267620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𝟑𝟔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F621334C-CBDB-0E25-825C-D1B032FE6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47" y="5974316"/>
                  <a:ext cx="1267620" cy="424732"/>
                </a:xfrm>
                <a:prstGeom prst="rect">
                  <a:avLst/>
                </a:prstGeom>
                <a:blipFill>
                  <a:blip r:embed="rId10"/>
                  <a:stretch>
                    <a:fillRect b="-793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ontent Placeholder 2">
                  <a:extLst>
                    <a:ext uri="{FF2B5EF4-FFF2-40B4-BE49-F238E27FC236}">
                      <a16:creationId xmlns:a16="http://schemas.microsoft.com/office/drawing/2014/main" id="{A13A07F6-CFF1-6E35-2B77-D914259A3E1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5954052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0639395A-07B7-1412-6D00-1E748A44A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5954052"/>
                  <a:ext cx="603815" cy="4862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D5AD5086-7943-764E-7EB9-7379DD8400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01174" y="5945572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35B76541-7D6C-2C2B-8551-4473F9B66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174" y="5945572"/>
                  <a:ext cx="747890" cy="494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3FFBBDDD-011C-005E-5410-E9A96443807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23217" y="4647195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BD48B324-BAD8-9E32-880A-A25C94524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17" y="4647195"/>
                  <a:ext cx="576480" cy="35214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54B2178-E07D-1A4F-5271-E1526393F1B5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114" y="3711002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C0C5CE-51F7-7EB5-2DFB-4094453A92B0}"/>
                </a:ext>
              </a:extLst>
            </p:cNvPr>
            <p:cNvSpPr/>
            <p:nvPr/>
          </p:nvSpPr>
          <p:spPr>
            <a:xfrm>
              <a:off x="8769002" y="370671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17424E-F042-E2FF-5B5B-0B0C21BD3A80}"/>
                </a:ext>
              </a:extLst>
            </p:cNvPr>
            <p:cNvCxnSpPr>
              <a:cxnSpLocks/>
            </p:cNvCxnSpPr>
            <p:nvPr/>
          </p:nvCxnSpPr>
          <p:spPr>
            <a:xfrm>
              <a:off x="8769002" y="593553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16792161-22D0-4BC1-B6EB-0FEB325836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827810" y="5974316"/>
                  <a:ext cx="1197862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𝟑𝟔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16792161-22D0-4BC1-B6EB-0FEB32583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7810" y="5974316"/>
                  <a:ext cx="1197862" cy="424732"/>
                </a:xfrm>
                <a:prstGeom prst="rect">
                  <a:avLst/>
                </a:prstGeom>
                <a:blipFill>
                  <a:blip r:embed="rId14"/>
                  <a:stretch>
                    <a:fillRect b="-793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9931DCCE-F7E9-84DA-6166-42BDFFDE53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42847" y="594837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871D438A-35B9-B45A-F54C-6BCC22520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2847" y="5948370"/>
                  <a:ext cx="576480" cy="35214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AB8F8E-AB2B-8311-8BF3-719FB4F003D6}"/>
                </a:ext>
              </a:extLst>
            </p:cNvPr>
            <p:cNvCxnSpPr>
              <a:cxnSpLocks/>
            </p:cNvCxnSpPr>
            <p:nvPr/>
          </p:nvCxnSpPr>
          <p:spPr>
            <a:xfrm>
              <a:off x="6416455" y="371100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3CAECB5-12C4-88FB-E7C5-8BDCC3EB9A4B}"/>
                </a:ext>
              </a:extLst>
            </p:cNvPr>
            <p:cNvSpPr/>
            <p:nvPr/>
          </p:nvSpPr>
          <p:spPr>
            <a:xfrm>
              <a:off x="4680343" y="370671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7C75708-AC84-B590-874C-79E44C22DE5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343" y="593553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6325E566-B54A-EBD3-43F9-EF559E1CF6C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18078" y="5960516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87417C97-E590-ADCD-BD0F-41F7D376A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78" y="5960516"/>
                  <a:ext cx="603815" cy="48628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1E654EA9-AC7F-8977-CFE3-5D087F7B9BA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27156" y="5929844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7779336-E76F-81EF-BD5D-F18FCB1D14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156" y="5929844"/>
                  <a:ext cx="747890" cy="49476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F42D131E-CDFA-C59D-3CD8-72C5E707016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85386" y="4647195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7AF7E5B7-3CE7-78C1-5E25-F42D751DC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386" y="4647195"/>
                  <a:ext cx="576480" cy="4801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109373-08F5-B4BF-2015-0CB6275F4612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 flipV="1">
              <a:off x="9537519" y="5196397"/>
              <a:ext cx="0" cy="7536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752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4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2756-8B06-EF38-35AC-24714C11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720A-2E7A-C601-5F40-B4430D57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C3BEE2-DC5A-2359-46E1-A4C72AB0F51C}"/>
                  </a:ext>
                </a:extLst>
              </p:cNvPr>
              <p:cNvSpPr/>
              <p:nvPr/>
            </p:nvSpPr>
            <p:spPr>
              <a:xfrm>
                <a:off x="51886" y="745588"/>
                <a:ext cx="1205822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 the probability of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takes the value between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C3BEE2-DC5A-2359-46E1-A4C72AB0F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6" y="745588"/>
                <a:ext cx="12058226" cy="523220"/>
              </a:xfrm>
              <a:prstGeom prst="rect">
                <a:avLst/>
              </a:prstGeom>
              <a:blipFill>
                <a:blip r:embed="rId2"/>
                <a:stretch>
                  <a:fillRect l="-106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D303316-3951-88A1-1918-B912AF8BB16A}"/>
              </a:ext>
            </a:extLst>
          </p:cNvPr>
          <p:cNvSpPr/>
          <p:nvPr/>
        </p:nvSpPr>
        <p:spPr>
          <a:xfrm>
            <a:off x="518176" y="1593359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0608091-3A5F-9508-1ABA-13A3D45C36AD}"/>
                  </a:ext>
                </a:extLst>
              </p:cNvPr>
              <p:cNvSpPr/>
              <p:nvPr/>
            </p:nvSpPr>
            <p:spPr>
              <a:xfrm>
                <a:off x="1056079" y="1383170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0608091-3A5F-9508-1ABA-13A3D45C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79" y="1383170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388504-9D57-816F-9B38-8E8457B3E38D}"/>
                  </a:ext>
                </a:extLst>
              </p:cNvPr>
              <p:cNvSpPr/>
              <p:nvPr/>
            </p:nvSpPr>
            <p:spPr>
              <a:xfrm>
                <a:off x="10214196" y="2509887"/>
                <a:ext cx="1790198" cy="59042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388504-9D57-816F-9B38-8E8457B3E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196" y="2509887"/>
                <a:ext cx="1790198" cy="590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C4E9BF-F2BF-0078-7A3D-0D4559D70E89}"/>
                  </a:ext>
                </a:extLst>
              </p:cNvPr>
              <p:cNvSpPr/>
              <p:nvPr/>
            </p:nvSpPr>
            <p:spPr>
              <a:xfrm>
                <a:off x="10255827" y="3389298"/>
                <a:ext cx="1748566" cy="59042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C4E9BF-F2BF-0078-7A3D-0D4559D70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827" y="3389298"/>
                <a:ext cx="1748566" cy="5904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74D726-8D67-DDD9-BF46-635F7A2AE894}"/>
                  </a:ext>
                </a:extLst>
              </p:cNvPr>
              <p:cNvSpPr/>
              <p:nvPr/>
            </p:nvSpPr>
            <p:spPr>
              <a:xfrm>
                <a:off x="7990609" y="1499804"/>
                <a:ext cx="4013784" cy="66563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US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74D726-8D67-DDD9-BF46-635F7A2AE8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609" y="1499804"/>
                <a:ext cx="4013784" cy="665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57D08D-8EEB-71B2-7613-028C639CEAE3}"/>
                  </a:ext>
                </a:extLst>
              </p:cNvPr>
              <p:cNvSpPr/>
              <p:nvPr/>
            </p:nvSpPr>
            <p:spPr>
              <a:xfrm>
                <a:off x="514264" y="2748153"/>
                <a:ext cx="4390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16.5≤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8.8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57D08D-8EEB-71B2-7613-028C639CEA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64" y="2748153"/>
                <a:ext cx="4390245" cy="523220"/>
              </a:xfrm>
              <a:prstGeom prst="rect">
                <a:avLst/>
              </a:prstGeom>
              <a:blipFill>
                <a:blip r:embed="rId7"/>
                <a:stretch>
                  <a:fillRect l="-277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D1CD9DB-216B-7446-E6C1-A3FE86445EB6}"/>
                  </a:ext>
                </a:extLst>
              </p:cNvPr>
              <p:cNvSpPr/>
              <p:nvPr/>
            </p:nvSpPr>
            <p:spPr>
              <a:xfrm>
                <a:off x="886921" y="3672244"/>
                <a:ext cx="7425807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18.2 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1.25 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18.2 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1.25 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D1CD9DB-216B-7446-E6C1-A3FE86445E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21" y="3672244"/>
                <a:ext cx="7425807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E89D64-2A3C-B4D1-DC1E-8C10B7DCC192}"/>
                  </a:ext>
                </a:extLst>
              </p:cNvPr>
              <p:cNvSpPr/>
              <p:nvPr/>
            </p:nvSpPr>
            <p:spPr>
              <a:xfrm>
                <a:off x="870195" y="5133598"/>
                <a:ext cx="39487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−1.36≤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0.48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E89D64-2A3C-B4D1-DC1E-8C10B7DCC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95" y="5133598"/>
                <a:ext cx="394871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02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10" grpId="0"/>
      <p:bldP spid="11" grpId="0"/>
      <p:bldP spid="12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8D24-1DCA-76AC-1D06-91853971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6C77-4857-4358-A3F4-928751C8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0655B4-DBC7-2E3C-378C-845AFE08EB88}"/>
                  </a:ext>
                </a:extLst>
              </p:cNvPr>
              <p:cNvSpPr/>
              <p:nvPr/>
            </p:nvSpPr>
            <p:spPr>
              <a:xfrm>
                <a:off x="150927" y="850462"/>
                <a:ext cx="78604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16.5≤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8.8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0.48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0655B4-DBC7-2E3C-378C-845AFE08EB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27" y="850462"/>
                <a:ext cx="786046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B5F77B-788B-99E9-C661-B2FBB092B288}"/>
                  </a:ext>
                </a:extLst>
              </p:cNvPr>
              <p:cNvSpPr/>
              <p:nvPr/>
            </p:nvSpPr>
            <p:spPr>
              <a:xfrm>
                <a:off x="3217460" y="1574559"/>
                <a:ext cx="660195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−1.36&lt;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(0&lt;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&lt;0.48)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B5F77B-788B-99E9-C661-B2FBB092B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60" y="1574559"/>
                <a:ext cx="6601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ED5814-0492-E554-4AF9-8592389EAE83}"/>
                  </a:ext>
                </a:extLst>
              </p:cNvPr>
              <p:cNvSpPr/>
              <p:nvPr/>
            </p:nvSpPr>
            <p:spPr>
              <a:xfrm>
                <a:off x="3217460" y="2222473"/>
                <a:ext cx="6965631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&lt;0.48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ED5814-0492-E554-4AF9-8592389EA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60" y="2222473"/>
                <a:ext cx="6965631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D4D83C-3E3D-D1A8-98F9-114682E231F3}"/>
                  </a:ext>
                </a:extLst>
              </p:cNvPr>
              <p:cNvSpPr/>
              <p:nvPr/>
            </p:nvSpPr>
            <p:spPr>
              <a:xfrm>
                <a:off x="3217460" y="2983562"/>
                <a:ext cx="4108131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=0.4131+0.184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D4D83C-3E3D-D1A8-98F9-114682E23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60" y="2983562"/>
                <a:ext cx="410813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0DB4CB4-EBAF-4293-B569-EDAA7E3E72E6}"/>
                  </a:ext>
                </a:extLst>
              </p:cNvPr>
              <p:cNvSpPr/>
              <p:nvPr/>
            </p:nvSpPr>
            <p:spPr>
              <a:xfrm>
                <a:off x="6216969" y="2983562"/>
                <a:ext cx="219966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0DB4CB4-EBAF-4293-B569-EDAA7E3E7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969" y="2983562"/>
                <a:ext cx="219966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92269B-627B-3821-A65E-509D6CDD018C}"/>
                  </a:ext>
                </a:extLst>
              </p:cNvPr>
              <p:cNvSpPr/>
              <p:nvPr/>
            </p:nvSpPr>
            <p:spPr>
              <a:xfrm>
                <a:off x="9455728" y="1816818"/>
                <a:ext cx="2585345" cy="84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𝟒𝟏𝟑𝟏</m:t>
                      </m:r>
                    </m:oMath>
                  </m:oMathPara>
                </a14:m>
                <a:endParaRPr lang="en-IN" sz="24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92269B-627B-3821-A65E-509D6CDD0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28" y="1816818"/>
                <a:ext cx="2585345" cy="8464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DC1182-207B-DD80-3E7A-0B2B34BD1875}"/>
                  </a:ext>
                </a:extLst>
              </p:cNvPr>
              <p:cNvSpPr/>
              <p:nvPr/>
            </p:nvSpPr>
            <p:spPr>
              <a:xfrm>
                <a:off x="9455727" y="2824211"/>
                <a:ext cx="2585345" cy="84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𝟒𝟖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𝟏𝟖𝟒𝟒</m:t>
                      </m:r>
                    </m:oMath>
                  </m:oMathPara>
                </a14:m>
                <a:endParaRPr lang="en-IN" sz="24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DC1182-207B-DD80-3E7A-0B2B34BD1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27" y="2824211"/>
                <a:ext cx="2585345" cy="8464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2E412128-14FE-D602-861B-BC6321468E2B}"/>
              </a:ext>
            </a:extLst>
          </p:cNvPr>
          <p:cNvGrpSpPr/>
          <p:nvPr/>
        </p:nvGrpSpPr>
        <p:grpSpPr>
          <a:xfrm>
            <a:off x="141058" y="3903914"/>
            <a:ext cx="11909883" cy="2759053"/>
            <a:chOff x="167032" y="3160174"/>
            <a:chExt cx="11909883" cy="2759053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A4A0D6C-7B42-5806-FEB4-92B8B526C7B8}"/>
                </a:ext>
              </a:extLst>
            </p:cNvPr>
            <p:cNvSpPr/>
            <p:nvPr/>
          </p:nvSpPr>
          <p:spPr>
            <a:xfrm>
              <a:off x="10301536" y="3214426"/>
              <a:ext cx="1189499" cy="2218521"/>
            </a:xfrm>
            <a:custGeom>
              <a:avLst/>
              <a:gdLst>
                <a:gd name="csX0" fmla="*/ 10117 w 1189499"/>
                <a:gd name="csY0" fmla="*/ 0 h 2224533"/>
                <a:gd name="csX1" fmla="*/ 1093225 w 1189499"/>
                <a:gd name="csY1" fmla="*/ 1580842 h 2224533"/>
                <a:gd name="csX2" fmla="*/ 1152417 w 1189499"/>
                <a:gd name="csY2" fmla="*/ 1680644 h 2224533"/>
                <a:gd name="csX3" fmla="*/ 1189499 w 1189499"/>
                <a:gd name="csY3" fmla="*/ 1735868 h 2224533"/>
                <a:gd name="csX4" fmla="*/ 1189499 w 1189499"/>
                <a:gd name="csY4" fmla="*/ 2224533 h 2224533"/>
                <a:gd name="csX5" fmla="*/ 0 w 1189499"/>
                <a:gd name="csY5" fmla="*/ 2224533 h 2224533"/>
                <a:gd name="csX6" fmla="*/ 0 w 1189499"/>
                <a:gd name="csY6" fmla="*/ 1827 h 2224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89499" h="2224533">
                  <a:moveTo>
                    <a:pt x="10117" y="0"/>
                  </a:moveTo>
                  <a:cubicBezTo>
                    <a:pt x="424610" y="530"/>
                    <a:pt x="915164" y="1264250"/>
                    <a:pt x="1093225" y="1580842"/>
                  </a:cubicBezTo>
                  <a:cubicBezTo>
                    <a:pt x="1112701" y="1615470"/>
                    <a:pt x="1132390" y="1648776"/>
                    <a:pt x="1152417" y="1680644"/>
                  </a:cubicBezTo>
                  <a:lnTo>
                    <a:pt x="1189499" y="1735868"/>
                  </a:lnTo>
                  <a:lnTo>
                    <a:pt x="1189499" y="2224533"/>
                  </a:lnTo>
                  <a:lnTo>
                    <a:pt x="0" y="2224533"/>
                  </a:lnTo>
                  <a:lnTo>
                    <a:pt x="0" y="1827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34EEB59-5F32-CDB1-932B-A7A27C1D0C64}"/>
                </a:ext>
              </a:extLst>
            </p:cNvPr>
            <p:cNvSpPr/>
            <p:nvPr/>
          </p:nvSpPr>
          <p:spPr>
            <a:xfrm>
              <a:off x="1215804" y="3189445"/>
              <a:ext cx="1898919" cy="2224534"/>
            </a:xfrm>
            <a:custGeom>
              <a:avLst/>
              <a:gdLst>
                <a:gd name="csX0" fmla="*/ 703269 w 1892051"/>
                <a:gd name="csY0" fmla="*/ 1 h 2224534"/>
                <a:gd name="csX1" fmla="*/ 1786377 w 1892051"/>
                <a:gd name="csY1" fmla="*/ 1580843 h 2224534"/>
                <a:gd name="csX2" fmla="*/ 1845569 w 1892051"/>
                <a:gd name="csY2" fmla="*/ 1680645 h 2224534"/>
                <a:gd name="csX3" fmla="*/ 1892051 w 1892051"/>
                <a:gd name="csY3" fmla="*/ 1749867 h 2224534"/>
                <a:gd name="csX4" fmla="*/ 1892051 w 1892051"/>
                <a:gd name="csY4" fmla="*/ 2224534 h 2224534"/>
                <a:gd name="csX5" fmla="*/ 0 w 1892051"/>
                <a:gd name="csY5" fmla="*/ 2224534 h 2224534"/>
                <a:gd name="csX6" fmla="*/ 0 w 1892051"/>
                <a:gd name="csY6" fmla="*/ 843177 h 2224534"/>
                <a:gd name="csX7" fmla="*/ 88111 w 1892051"/>
                <a:gd name="csY7" fmla="*/ 668751 h 2224534"/>
                <a:gd name="csX8" fmla="*/ 703269 w 1892051"/>
                <a:gd name="csY8" fmla="*/ 1 h 2224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2051" h="2224534">
                  <a:moveTo>
                    <a:pt x="703269" y="1"/>
                  </a:moveTo>
                  <a:cubicBezTo>
                    <a:pt x="1117762" y="531"/>
                    <a:pt x="1608316" y="1264251"/>
                    <a:pt x="1786377" y="1580843"/>
                  </a:cubicBezTo>
                  <a:cubicBezTo>
                    <a:pt x="1805853" y="1615471"/>
                    <a:pt x="1825542" y="1648777"/>
                    <a:pt x="1845569" y="1680645"/>
                  </a:cubicBezTo>
                  <a:lnTo>
                    <a:pt x="1892051" y="1749867"/>
                  </a:lnTo>
                  <a:lnTo>
                    <a:pt x="1892051" y="2224534"/>
                  </a:lnTo>
                  <a:lnTo>
                    <a:pt x="0" y="2224534"/>
                  </a:lnTo>
                  <a:lnTo>
                    <a:pt x="0" y="843177"/>
                  </a:lnTo>
                  <a:lnTo>
                    <a:pt x="88111" y="668751"/>
                  </a:lnTo>
                  <a:cubicBezTo>
                    <a:pt x="277490" y="314230"/>
                    <a:pt x="496023" y="-264"/>
                    <a:pt x="703269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17249B3-4DD2-5A3C-E34E-93F0410EC2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588" y="3962400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AC6A5B7-F7C6-072C-19B5-01E100F7F1A8}"/>
                </a:ext>
              </a:extLst>
            </p:cNvPr>
            <p:cNvCxnSpPr>
              <a:cxnSpLocks/>
            </p:cNvCxnSpPr>
            <p:nvPr/>
          </p:nvCxnSpPr>
          <p:spPr>
            <a:xfrm>
              <a:off x="1903144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3884B-32DA-DD4B-D28E-4F37781A3A0F}"/>
                </a:ext>
              </a:extLst>
            </p:cNvPr>
            <p:cNvSpPr/>
            <p:nvPr/>
          </p:nvSpPr>
          <p:spPr>
            <a:xfrm>
              <a:off x="167032" y="3160174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E7EFF7F-D31E-3B4A-8A37-CD8EB67F0548}"/>
                </a:ext>
              </a:extLst>
            </p:cNvPr>
            <p:cNvCxnSpPr>
              <a:cxnSpLocks/>
            </p:cNvCxnSpPr>
            <p:nvPr/>
          </p:nvCxnSpPr>
          <p:spPr>
            <a:xfrm>
              <a:off x="167032" y="5389000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Content Placeholder 2">
                  <a:extLst>
                    <a:ext uri="{FF2B5EF4-FFF2-40B4-BE49-F238E27FC236}">
                      <a16:creationId xmlns:a16="http://schemas.microsoft.com/office/drawing/2014/main" id="{5AD3C71D-8CF8-5B84-31EB-F22CB12856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3987" y="5407515"/>
                  <a:ext cx="1188613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𝟑𝟔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9" name="Content Placeholder 2">
                  <a:extLst>
                    <a:ext uri="{FF2B5EF4-FFF2-40B4-BE49-F238E27FC236}">
                      <a16:creationId xmlns:a16="http://schemas.microsoft.com/office/drawing/2014/main" id="{5AD3C71D-8CF8-5B84-31EB-F22CB1285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987" y="5407515"/>
                  <a:ext cx="1188613" cy="4247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ontent Placeholder 2">
                  <a:extLst>
                    <a:ext uri="{FF2B5EF4-FFF2-40B4-BE49-F238E27FC236}">
                      <a16:creationId xmlns:a16="http://schemas.microsoft.com/office/drawing/2014/main" id="{D64BF98B-F34D-AB51-09B2-FCE702AA6F3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F61803BE-C231-9D22-F077-F2E1075A2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ontent Placeholder 2">
                  <a:extLst>
                    <a:ext uri="{FF2B5EF4-FFF2-40B4-BE49-F238E27FC236}">
                      <a16:creationId xmlns:a16="http://schemas.microsoft.com/office/drawing/2014/main" id="{E1D773A5-A17C-6F55-43F5-C569D8E593E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53877" y="410066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6076CE40-706F-8AF3-B734-731DBE523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3877" y="4100660"/>
                  <a:ext cx="576480" cy="35214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Content Placeholder 2">
                  <a:extLst>
                    <a:ext uri="{FF2B5EF4-FFF2-40B4-BE49-F238E27FC236}">
                      <a16:creationId xmlns:a16="http://schemas.microsoft.com/office/drawing/2014/main" id="{33ECA232-1A95-268F-6CA0-1B1ECCDEF50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51B815C-CD67-91F1-BC5F-3BAE886E7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C536AF6-4A43-231A-5725-A30E09F19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3274" y="4954645"/>
              <a:ext cx="6563" cy="4290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ontent Placeholder 2">
                  <a:extLst>
                    <a:ext uri="{FF2B5EF4-FFF2-40B4-BE49-F238E27FC236}">
                      <a16:creationId xmlns:a16="http://schemas.microsoft.com/office/drawing/2014/main" id="{7A96A869-4113-FDEA-3BFA-C570ED14E6F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49241" y="5417140"/>
                  <a:ext cx="846334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𝟒𝟖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4" name="Content Placeholder 2">
                  <a:extLst>
                    <a:ext uri="{FF2B5EF4-FFF2-40B4-BE49-F238E27FC236}">
                      <a16:creationId xmlns:a16="http://schemas.microsoft.com/office/drawing/2014/main" id="{7A96A869-4113-FDEA-3BFA-C570ED14E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9241" y="5417140"/>
                  <a:ext cx="846334" cy="424732"/>
                </a:xfrm>
                <a:prstGeom prst="rect">
                  <a:avLst/>
                </a:prstGeom>
                <a:blipFill>
                  <a:blip r:embed="rId13"/>
                  <a:stretch>
                    <a:fillRect l="-1439" r="-21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431116F-CB58-5DE0-F227-FF91FD602551}"/>
                </a:ext>
              </a:extLst>
            </p:cNvPr>
            <p:cNvSpPr/>
            <p:nvPr/>
          </p:nvSpPr>
          <p:spPr>
            <a:xfrm>
              <a:off x="5400708" y="3218544"/>
              <a:ext cx="695292" cy="2220415"/>
            </a:xfrm>
            <a:custGeom>
              <a:avLst/>
              <a:gdLst>
                <a:gd name="csX0" fmla="*/ 680472 w 680472"/>
                <a:gd name="csY0" fmla="*/ 0 h 2220415"/>
                <a:gd name="csX1" fmla="*/ 680472 w 680472"/>
                <a:gd name="csY1" fmla="*/ 2220415 h 2220415"/>
                <a:gd name="csX2" fmla="*/ 0 w 680472"/>
                <a:gd name="csY2" fmla="*/ 2220415 h 2220415"/>
                <a:gd name="csX3" fmla="*/ 0 w 680472"/>
                <a:gd name="csY3" fmla="*/ 839058 h 2220415"/>
                <a:gd name="csX4" fmla="*/ 88111 w 680472"/>
                <a:gd name="csY4" fmla="*/ 664632 h 2220415"/>
                <a:gd name="csX5" fmla="*/ 625102 w 680472"/>
                <a:gd name="csY5" fmla="*/ 10001 h 222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0472" h="2220415">
                  <a:moveTo>
                    <a:pt x="680472" y="0"/>
                  </a:moveTo>
                  <a:lnTo>
                    <a:pt x="680472" y="2220415"/>
                  </a:lnTo>
                  <a:lnTo>
                    <a:pt x="0" y="2220415"/>
                  </a:lnTo>
                  <a:lnTo>
                    <a:pt x="0" y="839058"/>
                  </a:lnTo>
                  <a:lnTo>
                    <a:pt x="88111" y="664632"/>
                  </a:lnTo>
                  <a:cubicBezTo>
                    <a:pt x="253818" y="354426"/>
                    <a:pt x="441846" y="74866"/>
                    <a:pt x="625102" y="1000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1C44062-54B8-6F94-107D-CAAC38726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7444" y="3987379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B63DF2F-32AA-A21B-0F8C-1A294C44733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C733B8B-D5FE-83C3-85E6-587592C7A71D}"/>
                </a:ext>
              </a:extLst>
            </p:cNvPr>
            <p:cNvSpPr/>
            <p:nvPr/>
          </p:nvSpPr>
          <p:spPr>
            <a:xfrm>
              <a:off x="4359888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C8D7D56-B5C7-4458-6EAF-58CD7C5EC4FE}"/>
                </a:ext>
              </a:extLst>
            </p:cNvPr>
            <p:cNvCxnSpPr>
              <a:cxnSpLocks/>
            </p:cNvCxnSpPr>
            <p:nvPr/>
          </p:nvCxnSpPr>
          <p:spPr>
            <a:xfrm>
              <a:off x="4359888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ontent Placeholder 2">
                  <a:extLst>
                    <a:ext uri="{FF2B5EF4-FFF2-40B4-BE49-F238E27FC236}">
                      <a16:creationId xmlns:a16="http://schemas.microsoft.com/office/drawing/2014/main" id="{B8F0F766-BF98-80BD-1564-0DB1549BE42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05561" y="5435999"/>
                  <a:ext cx="1077612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𝟑𝟔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0" name="Content Placeholder 2">
                  <a:extLst>
                    <a:ext uri="{FF2B5EF4-FFF2-40B4-BE49-F238E27FC236}">
                      <a16:creationId xmlns:a16="http://schemas.microsoft.com/office/drawing/2014/main" id="{B8F0F766-BF98-80BD-1564-0DB1549BE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561" y="5435999"/>
                  <a:ext cx="1077612" cy="424732"/>
                </a:xfrm>
                <a:prstGeom prst="rect">
                  <a:avLst/>
                </a:prstGeom>
                <a:blipFill>
                  <a:blip r:embed="rId14"/>
                  <a:stretch>
                    <a:fillRect r="-56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ontent Placeholder 2">
                  <a:extLst>
                    <a:ext uri="{FF2B5EF4-FFF2-40B4-BE49-F238E27FC236}">
                      <a16:creationId xmlns:a16="http://schemas.microsoft.com/office/drawing/2014/main" id="{A8B852B2-3E87-5553-7964-8A81416D77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7" name="Content Placeholder 2">
                  <a:extLst>
                    <a:ext uri="{FF2B5EF4-FFF2-40B4-BE49-F238E27FC236}">
                      <a16:creationId xmlns:a16="http://schemas.microsoft.com/office/drawing/2014/main" id="{F86C07EF-4510-0921-7A41-9966490B0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A43DE59-B697-6B4F-9514-89877D2B1AF6}"/>
                </a:ext>
              </a:extLst>
            </p:cNvPr>
            <p:cNvCxnSpPr>
              <a:cxnSpLocks/>
            </p:cNvCxnSpPr>
            <p:nvPr/>
          </p:nvCxnSpPr>
          <p:spPr>
            <a:xfrm>
              <a:off x="10288856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D4CAD7A-521E-DD1A-F84C-8364DCFC1FFA}"/>
                </a:ext>
              </a:extLst>
            </p:cNvPr>
            <p:cNvSpPr/>
            <p:nvPr/>
          </p:nvSpPr>
          <p:spPr>
            <a:xfrm>
              <a:off x="8552744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BE36B0E-3D59-B604-DE5C-D8DBFABD1A01}"/>
                </a:ext>
              </a:extLst>
            </p:cNvPr>
            <p:cNvCxnSpPr>
              <a:cxnSpLocks/>
            </p:cNvCxnSpPr>
            <p:nvPr/>
          </p:nvCxnSpPr>
          <p:spPr>
            <a:xfrm>
              <a:off x="8552744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Content Placeholder 2">
                  <a:extLst>
                    <a:ext uri="{FF2B5EF4-FFF2-40B4-BE49-F238E27FC236}">
                      <a16:creationId xmlns:a16="http://schemas.microsoft.com/office/drawing/2014/main" id="{E5FC5778-C1FB-B4C5-ACF0-5B9919C3379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Content Placeholder 2">
                  <a:extLst>
                    <a:ext uri="{FF2B5EF4-FFF2-40B4-BE49-F238E27FC236}">
                      <a16:creationId xmlns:a16="http://schemas.microsoft.com/office/drawing/2014/main" id="{CFC457A5-47FD-1F2C-749B-33850976C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214FA1C-0457-C4C3-A012-949F63DEF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2930" y="4936477"/>
              <a:ext cx="0" cy="4843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Content Placeholder 2">
                  <a:extLst>
                    <a:ext uri="{FF2B5EF4-FFF2-40B4-BE49-F238E27FC236}">
                      <a16:creationId xmlns:a16="http://schemas.microsoft.com/office/drawing/2014/main" id="{9DFCFAFD-35A6-5D3D-FCF0-15E50086D0F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49612" y="5428672"/>
                  <a:ext cx="859014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𝟒𝟖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7" name="Content Placeholder 2">
                  <a:extLst>
                    <a:ext uri="{FF2B5EF4-FFF2-40B4-BE49-F238E27FC236}">
                      <a16:creationId xmlns:a16="http://schemas.microsoft.com/office/drawing/2014/main" id="{9DFCFAFD-35A6-5D3D-FCF0-15E50086D0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9612" y="5428672"/>
                  <a:ext cx="859014" cy="424732"/>
                </a:xfrm>
                <a:prstGeom prst="rect">
                  <a:avLst/>
                </a:prstGeom>
                <a:blipFill>
                  <a:blip r:embed="rId17"/>
                  <a:stretch>
                    <a:fillRect l="-709" r="-141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2688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build="allAtOnce"/>
      <p:bldP spid="14" grpId="0" build="allAtOnce"/>
      <p:bldP spid="15" grpId="0" build="allAtOnce"/>
      <p:bldP spid="26" grpId="0" animBg="1"/>
      <p:bldP spid="27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1"/>
                <a:ext cx="11929643" cy="382936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compressive strength of the sample of cement can be modelled by normal distribution with mean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  What is the probability that a sample strength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6250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  What is probability if sample strength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5800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5900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(c)   What strength is exceeded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of the samples?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&lt;2.5</m:t>
                          </m:r>
                        </m:e>
                      </m:d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=0.4938, 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=0.3413, 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0.4772, 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&lt;1.65</m:t>
                          </m:r>
                        </m:e>
                      </m:d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=0.4505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1"/>
                <a:ext cx="11929643" cy="3829369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47285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25597" y="4728515"/>
                <a:ext cx="10309358" cy="622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compressive strength of the sample of cement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sSup>
                              <m:sSupPr>
                                <m:ctrl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p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728515"/>
                <a:ext cx="10309358" cy="622606"/>
              </a:xfrm>
              <a:prstGeom prst="rect">
                <a:avLst/>
              </a:prstGeom>
              <a:blipFill>
                <a:blip r:embed="rId3"/>
                <a:stretch>
                  <a:fillRect l="-1242" b="-225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5874341"/>
                <a:ext cx="7289803" cy="664093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=6000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874341"/>
                <a:ext cx="7289803" cy="664093"/>
              </a:xfrm>
              <a:prstGeom prst="rect">
                <a:avLst/>
              </a:prstGeom>
              <a:blipFill>
                <a:blip r:embed="rId4"/>
                <a:stretch>
                  <a:fillRect l="-175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59E6AFA-17D1-DE81-30C5-7136FA6378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5251735"/>
                <a:ext cx="75287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59E6AFA-17D1-DE81-30C5-7136FA63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251735"/>
                <a:ext cx="7528794" cy="665631"/>
              </a:xfrm>
              <a:prstGeom prst="rect">
                <a:avLst/>
              </a:prstGeom>
              <a:blipFill>
                <a:blip r:embed="rId5"/>
                <a:stretch>
                  <a:fillRect l="-170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13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 build="p"/>
      <p:bldP spid="7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0ED6-BD5C-624F-7683-F5D5E4E3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74D2-7053-2B8C-7519-0DC0C0D6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⇝ Meaning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AEB2888-28D3-B8D8-4BDD-62B862FB2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711201"/>
            <a:ext cx="11929643" cy="1454249"/>
          </a:xfrm>
        </p:spPr>
        <p:txBody>
          <a:bodyPr/>
          <a:lstStyle/>
          <a:p>
            <a:pPr lvl="0"/>
            <a:r>
              <a:rPr lang="en-US" dirty="0"/>
              <a:t>Compressive strength means how much pushing force a material can handle before it breaks.</a:t>
            </a:r>
            <a:endParaRPr lang="en-IN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59A0E74-FEBF-9B3E-DA98-AD4EB354E8DB}"/>
              </a:ext>
            </a:extLst>
          </p:cNvPr>
          <p:cNvSpPr txBox="1">
            <a:spLocks/>
          </p:cNvSpPr>
          <p:nvPr/>
        </p:nvSpPr>
        <p:spPr>
          <a:xfrm>
            <a:off x="131175" y="2033494"/>
            <a:ext cx="11929643" cy="2749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Imagine:</a:t>
            </a:r>
          </a:p>
          <a:p>
            <a:pPr lvl="1"/>
            <a:r>
              <a:rPr lang="en-US" dirty="0"/>
              <a:t>You press a chalk piece between your fingers → it breaks easily</a:t>
            </a:r>
          </a:p>
          <a:p>
            <a:pPr lvl="1"/>
            <a:r>
              <a:rPr lang="en-US" dirty="0"/>
              <a:t>You press a stone → it doesn’t break</a:t>
            </a:r>
          </a:p>
          <a:p>
            <a:pPr lvl="2"/>
            <a:r>
              <a:rPr lang="en-US" dirty="0"/>
              <a:t>The stone has higher compressive strength.</a:t>
            </a:r>
            <a:endParaRPr lang="en-IN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11D620B-1A8E-609A-5D49-B86054EA6FA2}"/>
              </a:ext>
            </a:extLst>
          </p:cNvPr>
          <p:cNvSpPr txBox="1">
            <a:spLocks/>
          </p:cNvSpPr>
          <p:nvPr/>
        </p:nvSpPr>
        <p:spPr>
          <a:xfrm>
            <a:off x="131177" y="4650987"/>
            <a:ext cx="11929642" cy="1943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cement (or concrete):</a:t>
            </a:r>
          </a:p>
          <a:p>
            <a:pPr lvl="1"/>
            <a:r>
              <a:rPr lang="en-US" dirty="0"/>
              <a:t>Compressive strength tells us how strong the cement is when loads press down on it, like in buildings, bridges, or pillars.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42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probability that a sample strength is less than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𝟔𝟐𝟓𝟎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16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40352" y="1610525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88646" y="1385934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646" y="1385934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8178821" y="2596164"/>
                <a:ext cx="3888682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𝟔𝟐𝟓𝟎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21" y="2596164"/>
                <a:ext cx="3888682" cy="621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734688" y="3427567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8" y="3427567"/>
                <a:ext cx="2332815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734689" y="4306978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9" y="4306978"/>
                <a:ext cx="2332815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B1F27A-2890-2A25-5CD1-12EE9A9DDCAC}"/>
                  </a:ext>
                </a:extLst>
              </p:cNvPr>
              <p:cNvSpPr/>
              <p:nvPr/>
            </p:nvSpPr>
            <p:spPr>
              <a:xfrm>
                <a:off x="540352" y="2777457"/>
                <a:ext cx="4390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6250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B1F27A-2890-2A25-5CD1-12EE9A9DD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2" y="2777457"/>
                <a:ext cx="4390245" cy="523220"/>
              </a:xfrm>
              <a:prstGeom prst="rect">
                <a:avLst/>
              </a:prstGeom>
              <a:blipFill>
                <a:blip r:embed="rId7"/>
                <a:stretch>
                  <a:fillRect l="-2917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C711CA-DB7F-C977-AE55-0DCAD2BB3116}"/>
                  </a:ext>
                </a:extLst>
              </p:cNvPr>
              <p:cNvSpPr/>
              <p:nvPr/>
            </p:nvSpPr>
            <p:spPr>
              <a:xfrm>
                <a:off x="909216" y="3730651"/>
                <a:ext cx="7425807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6250−6000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C711CA-DB7F-C977-AE55-0DCAD2BB3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3730651"/>
                <a:ext cx="7425807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35CD8F-83AB-3869-F41D-73D01191EBFC}"/>
                  </a:ext>
                </a:extLst>
              </p:cNvPr>
              <p:cNvSpPr/>
              <p:nvPr/>
            </p:nvSpPr>
            <p:spPr>
              <a:xfrm>
                <a:off x="909216" y="5189210"/>
                <a:ext cx="33075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35CD8F-83AB-3869-F41D-73D01191EB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5189210"/>
                <a:ext cx="330750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25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3" grpId="0"/>
      <p:bldP spid="4" grpId="0"/>
      <p:bldP spid="12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71871" y="771748"/>
                <a:ext cx="6088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6250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&lt;2.5)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71" y="771748"/>
                <a:ext cx="608821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628271" y="2155463"/>
                <a:ext cx="52498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=0.5+0.4938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71" y="2155463"/>
                <a:ext cx="52498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28271" y="1460779"/>
                <a:ext cx="74709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(0&lt;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&lt;2.5)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71" y="1460779"/>
                <a:ext cx="747091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399180" y="2738001"/>
                <a:ext cx="2626343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a:rPr lang="en-US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6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IN" sz="2600" b="1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180" y="2738001"/>
                <a:ext cx="2626343" cy="982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399182" y="1577349"/>
                <a:ext cx="2626342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𝟒𝟗𝟑𝟖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182" y="1577349"/>
                <a:ext cx="2626342" cy="982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384F5D0-5291-2289-D477-D7D2F75D4D28}"/>
                  </a:ext>
                </a:extLst>
              </p:cNvPr>
              <p:cNvSpPr/>
              <p:nvPr/>
            </p:nvSpPr>
            <p:spPr>
              <a:xfrm>
                <a:off x="166477" y="2819232"/>
                <a:ext cx="524983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9938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384F5D0-5291-2289-D477-D7D2F75D4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7" y="2819232"/>
                <a:ext cx="5249838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7FE7D14-CED0-068B-C13A-695DDD1EF16A}"/>
              </a:ext>
            </a:extLst>
          </p:cNvPr>
          <p:cNvGrpSpPr/>
          <p:nvPr/>
        </p:nvGrpSpPr>
        <p:grpSpPr>
          <a:xfrm>
            <a:off x="0" y="3980828"/>
            <a:ext cx="11950273" cy="2528864"/>
            <a:chOff x="-202347" y="1863491"/>
            <a:chExt cx="12394347" cy="276501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AD15DC9-6564-A3AE-BD9B-EABC7F89CA8D}"/>
                </a:ext>
              </a:extLst>
            </p:cNvPr>
            <p:cNvSpPr/>
            <p:nvPr/>
          </p:nvSpPr>
          <p:spPr>
            <a:xfrm flipH="1">
              <a:off x="10403932" y="1863491"/>
              <a:ext cx="800200" cy="2238861"/>
            </a:xfrm>
            <a:custGeom>
              <a:avLst/>
              <a:gdLst>
                <a:gd name="csX0" fmla="*/ 787223 w 800200"/>
                <a:gd name="csY0" fmla="*/ 0 h 2238861"/>
                <a:gd name="csX1" fmla="*/ 42456 w 800200"/>
                <a:gd name="csY1" fmla="*/ 943895 h 2238861"/>
                <a:gd name="csX2" fmla="*/ 0 w 800200"/>
                <a:gd name="csY2" fmla="*/ 1034731 h 2238861"/>
                <a:gd name="csX3" fmla="*/ 0 w 800200"/>
                <a:gd name="csY3" fmla="*/ 2238861 h 2238861"/>
                <a:gd name="csX4" fmla="*/ 800200 w 800200"/>
                <a:gd name="csY4" fmla="*/ 2238861 h 2238861"/>
                <a:gd name="csX5" fmla="*/ 800200 w 800200"/>
                <a:gd name="csY5" fmla="*/ 2410 h 2238861"/>
                <a:gd name="csX6" fmla="*/ 787223 w 800200"/>
                <a:gd name="csY6" fmla="*/ 0 h 2238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00200" h="2238861">
                  <a:moveTo>
                    <a:pt x="787223" y="0"/>
                  </a:moveTo>
                  <a:cubicBezTo>
                    <a:pt x="530348" y="-333"/>
                    <a:pt x="255986" y="494312"/>
                    <a:pt x="42456" y="943895"/>
                  </a:cubicBezTo>
                  <a:lnTo>
                    <a:pt x="0" y="1034731"/>
                  </a:lnTo>
                  <a:lnTo>
                    <a:pt x="0" y="2238861"/>
                  </a:lnTo>
                  <a:lnTo>
                    <a:pt x="800200" y="2238861"/>
                  </a:lnTo>
                  <a:lnTo>
                    <a:pt x="800200" y="2410"/>
                  </a:lnTo>
                  <a:lnTo>
                    <a:pt x="787223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45BEB84-C317-BDD5-A352-D85CFF0434F8}"/>
                </a:ext>
              </a:extLst>
            </p:cNvPr>
            <p:cNvSpPr/>
            <p:nvPr/>
          </p:nvSpPr>
          <p:spPr>
            <a:xfrm flipH="1">
              <a:off x="334050" y="1888422"/>
              <a:ext cx="2537609" cy="2238861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74284BD-5D26-274F-7F62-C57764CF53B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43381" y="3511876"/>
              <a:ext cx="12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690B2-9555-EDBB-FF8C-7E0AE2FBF6F2}"/>
                </a:ext>
              </a:extLst>
            </p:cNvPr>
            <p:cNvSpPr/>
            <p:nvPr/>
          </p:nvSpPr>
          <p:spPr>
            <a:xfrm flipH="1">
              <a:off x="4579169" y="1913401"/>
              <a:ext cx="1736107" cy="2222362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0313F9-4DD7-8D76-2DED-81E780C6CF8D}"/>
                </a:ext>
              </a:extLst>
            </p:cNvPr>
            <p:cNvCxnSpPr>
              <a:cxnSpLocks/>
            </p:cNvCxnSpPr>
            <p:nvPr/>
          </p:nvCxnSpPr>
          <p:spPr>
            <a:xfrm>
              <a:off x="2070176" y="1892714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F74F3F-E587-3808-6BD9-BDA8A60CF5A0}"/>
                </a:ext>
              </a:extLst>
            </p:cNvPr>
            <p:cNvSpPr/>
            <p:nvPr/>
          </p:nvSpPr>
          <p:spPr>
            <a:xfrm>
              <a:off x="334064" y="1888422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83DA024-BAA7-A49D-BA82-7EEE49B07365}"/>
                </a:ext>
              </a:extLst>
            </p:cNvPr>
            <p:cNvCxnSpPr>
              <a:cxnSpLocks/>
            </p:cNvCxnSpPr>
            <p:nvPr/>
          </p:nvCxnSpPr>
          <p:spPr>
            <a:xfrm>
              <a:off x="334064" y="4117248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D06796C5-DF46-EE46-7DF3-5215237535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0525" y="4127282"/>
                  <a:ext cx="747890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D06796C5-DF46-EE46-7DF3-521523753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525" y="4127282"/>
                  <a:ext cx="747890" cy="49476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2ECE0E5E-978B-6D3A-3B63-85F0BE4099F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68268" y="4135763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DEA5089-6C46-F9C7-EB25-949958985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8268" y="4135763"/>
                  <a:ext cx="603815" cy="48628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2EEEF74E-40A9-E23F-51C1-B519F76A099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02347" y="4127283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4FB41EDD-C85F-24AE-0B59-70240B2AF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02347" y="4127283"/>
                  <a:ext cx="747890" cy="4947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41FEE1BC-809E-8BEC-39C9-3E5CDD178A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3075" y="2828908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75CCA65F-BFF5-6761-9614-3795B2B90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3075" y="2828908"/>
                  <a:ext cx="576480" cy="35214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729AB02-38D7-DBD4-AA89-BA6DD3F48C2C}"/>
                </a:ext>
              </a:extLst>
            </p:cNvPr>
            <p:cNvCxnSpPr>
              <a:cxnSpLocks/>
            </p:cNvCxnSpPr>
            <p:nvPr/>
          </p:nvCxnSpPr>
          <p:spPr>
            <a:xfrm>
              <a:off x="10403941" y="189271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8994472-0969-BF77-41CD-4A65F98A1488}"/>
                </a:ext>
              </a:extLst>
            </p:cNvPr>
            <p:cNvSpPr/>
            <p:nvPr/>
          </p:nvSpPr>
          <p:spPr>
            <a:xfrm>
              <a:off x="8667829" y="188842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C097A33-A317-9201-0B9F-488FB58E27B0}"/>
                </a:ext>
              </a:extLst>
            </p:cNvPr>
            <p:cNvCxnSpPr>
              <a:cxnSpLocks/>
            </p:cNvCxnSpPr>
            <p:nvPr/>
          </p:nvCxnSpPr>
          <p:spPr>
            <a:xfrm>
              <a:off x="8667829" y="411724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46A1AE26-C8C3-AE78-2933-B84065F6CC8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27866" y="4126184"/>
                  <a:ext cx="771155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46A1AE26-C8C3-AE78-2933-B84065F6C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7866" y="4126184"/>
                  <a:ext cx="771155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BF7D4B80-AAAA-C41C-5AA1-29B63DBA295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141674" y="4130081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EDC32B4-26AF-C964-F4F2-1D8B5739C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1674" y="4130081"/>
                  <a:ext cx="576480" cy="352145"/>
                </a:xfrm>
                <a:prstGeom prst="rect">
                  <a:avLst/>
                </a:prstGeom>
                <a:blipFill>
                  <a:blip r:embed="rId13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910FEA-E7DB-CCC9-2142-8049C805B04D}"/>
                </a:ext>
              </a:extLst>
            </p:cNvPr>
            <p:cNvCxnSpPr>
              <a:cxnSpLocks/>
            </p:cNvCxnSpPr>
            <p:nvPr/>
          </p:nvCxnSpPr>
          <p:spPr>
            <a:xfrm>
              <a:off x="6315282" y="1892714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4F17C9-E54D-AFD3-67C7-168A7176C131}"/>
                </a:ext>
              </a:extLst>
            </p:cNvPr>
            <p:cNvSpPr/>
            <p:nvPr/>
          </p:nvSpPr>
          <p:spPr>
            <a:xfrm>
              <a:off x="4579170" y="188842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069BF3B-AC24-4C82-BD51-A5F96CB75A9E}"/>
                </a:ext>
              </a:extLst>
            </p:cNvPr>
            <p:cNvCxnSpPr>
              <a:cxnSpLocks/>
            </p:cNvCxnSpPr>
            <p:nvPr/>
          </p:nvCxnSpPr>
          <p:spPr>
            <a:xfrm>
              <a:off x="4579170" y="411724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8D1DE7F6-B516-C124-BC1F-7DC874B3090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016905" y="414222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97BB4CB7-D6D0-E799-9AD9-82E40D2BC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905" y="4142227"/>
                  <a:ext cx="603815" cy="48628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A4DEF99D-0063-A213-C2C2-487394D773A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25983" y="4111555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CBE5B886-2CA3-2CBA-DB76-9A843C291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983" y="4111555"/>
                  <a:ext cx="747890" cy="49476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380611-84DB-6CDD-B2C1-749F7BAB76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570882" y="3494745"/>
              <a:ext cx="126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E113DD3A-0084-FE0A-FFC0-898C6C0BFA7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12653" y="2784516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CEFC0030-D59E-DA21-5CB6-CEB76036D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653" y="2784516"/>
                  <a:ext cx="576480" cy="4801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540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 the probability that a sample strength is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𝟓𝟖𝟎𝟎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𝟓𝟗𝟎𝟎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  <a:blipFill>
                <a:blip r:embed="rId2"/>
                <a:stretch>
                  <a:fillRect l="-101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A0CA81-3F61-B890-07BD-0C67D68EC60F}"/>
                  </a:ext>
                </a:extLst>
              </p:cNvPr>
              <p:cNvSpPr/>
              <p:nvPr/>
            </p:nvSpPr>
            <p:spPr>
              <a:xfrm>
                <a:off x="7904641" y="1862267"/>
                <a:ext cx="4162862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𝟓𝟖𝟎𝟎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𝟓𝟗𝟎𝟎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A0CA81-3F61-B890-07BD-0C67D68EC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41" y="1862267"/>
                <a:ext cx="416286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7A767E-BDE0-B59B-4BF5-A9DBD681AC98}"/>
                  </a:ext>
                </a:extLst>
              </p:cNvPr>
              <p:cNvSpPr/>
              <p:nvPr/>
            </p:nvSpPr>
            <p:spPr>
              <a:xfrm>
                <a:off x="9734688" y="2756953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7A767E-BDE0-B59B-4BF5-A9DBD681A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8" y="2756953"/>
                <a:ext cx="2332815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413EA4-CFFD-5BD7-0EB2-C97E25E7E7B5}"/>
                  </a:ext>
                </a:extLst>
              </p:cNvPr>
              <p:cNvSpPr/>
              <p:nvPr/>
            </p:nvSpPr>
            <p:spPr>
              <a:xfrm>
                <a:off x="9734689" y="3573081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413EA4-CFFD-5BD7-0EB2-C97E25E7E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9" y="3573081"/>
                <a:ext cx="2332815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529CD7E-F050-416E-006C-D39370CC4CE3}"/>
              </a:ext>
            </a:extLst>
          </p:cNvPr>
          <p:cNvSpPr/>
          <p:nvPr/>
        </p:nvSpPr>
        <p:spPr>
          <a:xfrm>
            <a:off x="540352" y="1610525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1BAE02-94D2-8284-2FFC-64D625A83939}"/>
                  </a:ext>
                </a:extLst>
              </p:cNvPr>
              <p:cNvSpPr/>
              <p:nvPr/>
            </p:nvSpPr>
            <p:spPr>
              <a:xfrm>
                <a:off x="1057473" y="1385934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1BAE02-94D2-8284-2FFC-64D625A83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73" y="1385934"/>
                <a:ext cx="1911100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35F6231-651A-F1B1-7825-E1B674111EA6}"/>
                  </a:ext>
                </a:extLst>
              </p:cNvPr>
              <p:cNvSpPr/>
              <p:nvPr/>
            </p:nvSpPr>
            <p:spPr>
              <a:xfrm>
                <a:off x="540352" y="2602608"/>
                <a:ext cx="4390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5800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5900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35F6231-651A-F1B1-7825-E1B674111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2" y="2602608"/>
                <a:ext cx="4390245" cy="523220"/>
              </a:xfrm>
              <a:prstGeom prst="rect">
                <a:avLst/>
              </a:prstGeom>
              <a:blipFill>
                <a:blip r:embed="rId7"/>
                <a:stretch>
                  <a:fillRect l="-291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BCC224-DDAE-C02D-3AAB-383570E249C5}"/>
                  </a:ext>
                </a:extLst>
              </p:cNvPr>
              <p:cNvSpPr/>
              <p:nvPr/>
            </p:nvSpPr>
            <p:spPr>
              <a:xfrm>
                <a:off x="909216" y="3366485"/>
                <a:ext cx="7486638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BCC224-DDAE-C02D-3AAB-383570E24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3366485"/>
                <a:ext cx="7486638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872B5-78A9-55DF-EAF5-D1D75D1394BF}"/>
                  </a:ext>
                </a:extLst>
              </p:cNvPr>
              <p:cNvSpPr/>
              <p:nvPr/>
            </p:nvSpPr>
            <p:spPr>
              <a:xfrm>
                <a:off x="909216" y="4635844"/>
                <a:ext cx="7486638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6000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6000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872B5-78A9-55DF-EAF5-D1D75D139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4635844"/>
                <a:ext cx="7486638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CF7306-2368-0E12-CAB4-418B4DB12E01}"/>
                  </a:ext>
                </a:extLst>
              </p:cNvPr>
              <p:cNvSpPr/>
              <p:nvPr/>
            </p:nvSpPr>
            <p:spPr>
              <a:xfrm>
                <a:off x="909216" y="5948728"/>
                <a:ext cx="42342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CF7306-2368-0E12-CAB4-418B4DB12E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5948728"/>
                <a:ext cx="42342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A61178-AB12-C6A9-3613-307132F8F55F}"/>
                  </a:ext>
                </a:extLst>
              </p:cNvPr>
              <p:cNvSpPr/>
              <p:nvPr/>
            </p:nvSpPr>
            <p:spPr>
              <a:xfrm>
                <a:off x="3951300" y="5948728"/>
                <a:ext cx="42342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A61178-AB12-C6A9-3613-307132F8F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300" y="5948728"/>
                <a:ext cx="423428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96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/>
      <p:bldP spid="16" grpId="0"/>
      <p:bldP spid="17" grpId="0"/>
      <p:bldP spid="18" grpId="0"/>
      <p:bldP spid="19" grpId="0"/>
      <p:bldP spid="3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72941" y="2148781"/>
                <a:ext cx="4595650" cy="658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477</m:t>
                    </m:r>
                    <m: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3413</m:t>
                    </m:r>
                  </m:oMath>
                </a14:m>
                <a:r>
                  <a:rPr lang="en-IN" sz="2800" b="0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941" y="2148781"/>
                <a:ext cx="4595650" cy="658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55238" y="780440"/>
                <a:ext cx="6088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5800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5900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38" y="780440"/>
                <a:ext cx="608821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83637" y="1514572"/>
                <a:ext cx="5405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37" y="1514572"/>
                <a:ext cx="54058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E576764-249C-1F9F-C319-B8C21F7544CD}"/>
                  </a:ext>
                </a:extLst>
              </p:cNvPr>
              <p:cNvSpPr/>
              <p:nvPr/>
            </p:nvSpPr>
            <p:spPr>
              <a:xfrm>
                <a:off x="166626" y="2874543"/>
                <a:ext cx="789104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5800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5900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</m:t>
                      </m:r>
                    </m:oMath>
                  </m:oMathPara>
                </a14:m>
                <a:endParaRPr lang="en-US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E576764-249C-1F9F-C319-B8C21F7544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26" y="2874543"/>
                <a:ext cx="7891046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25037B3-6266-3FA1-14F4-7450AF27F50B}"/>
                  </a:ext>
                </a:extLst>
              </p:cNvPr>
              <p:cNvSpPr/>
              <p:nvPr/>
            </p:nvSpPr>
            <p:spPr>
              <a:xfrm>
                <a:off x="9592837" y="2687839"/>
                <a:ext cx="2452256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25037B3-6266-3FA1-14F4-7450AF27F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7" y="2687839"/>
                <a:ext cx="2452256" cy="982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27ED05-BA06-0306-D0BE-169EBE16FF47}"/>
                  </a:ext>
                </a:extLst>
              </p:cNvPr>
              <p:cNvSpPr/>
              <p:nvPr/>
            </p:nvSpPr>
            <p:spPr>
              <a:xfrm>
                <a:off x="9592838" y="1527187"/>
                <a:ext cx="2452255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𝟑𝟒𝟏𝟑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27ED05-BA06-0306-D0BE-169EBE16F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8" y="1527187"/>
                <a:ext cx="2452255" cy="9829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76E303D-1AFD-D880-8C73-0B3610981239}"/>
              </a:ext>
            </a:extLst>
          </p:cNvPr>
          <p:cNvGrpSpPr/>
          <p:nvPr/>
        </p:nvGrpSpPr>
        <p:grpSpPr>
          <a:xfrm>
            <a:off x="167032" y="3929737"/>
            <a:ext cx="11857936" cy="2740086"/>
            <a:chOff x="435237" y="3160173"/>
            <a:chExt cx="11857936" cy="274008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2B7180A-71A6-ED3C-983C-0AC4330F9122}"/>
                </a:ext>
              </a:extLst>
            </p:cNvPr>
            <p:cNvSpPr/>
            <p:nvPr/>
          </p:nvSpPr>
          <p:spPr>
            <a:xfrm>
              <a:off x="10505114" y="3193659"/>
              <a:ext cx="564489" cy="2222362"/>
            </a:xfrm>
            <a:custGeom>
              <a:avLst/>
              <a:gdLst>
                <a:gd name="csX0" fmla="*/ 0 w 533776"/>
                <a:gd name="csY0" fmla="*/ 0 h 2222362"/>
                <a:gd name="csX1" fmla="*/ 24125 w 533776"/>
                <a:gd name="csY1" fmla="*/ 2246 h 2222362"/>
                <a:gd name="csX2" fmla="*/ 494042 w 533776"/>
                <a:gd name="csY2" fmla="*/ 454189 h 2222362"/>
                <a:gd name="csX3" fmla="*/ 533776 w 533776"/>
                <a:gd name="csY3" fmla="*/ 518892 h 2222362"/>
                <a:gd name="csX4" fmla="*/ 533776 w 533776"/>
                <a:gd name="csY4" fmla="*/ 2222362 h 2222362"/>
                <a:gd name="csX5" fmla="*/ 0 w 533776"/>
                <a:gd name="csY5" fmla="*/ 2222362 h 2222362"/>
                <a:gd name="csX6" fmla="*/ 0 w 533776"/>
                <a:gd name="csY6" fmla="*/ 0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33776" h="2222362">
                  <a:moveTo>
                    <a:pt x="0" y="0"/>
                  </a:moveTo>
                  <a:lnTo>
                    <a:pt x="24125" y="2246"/>
                  </a:lnTo>
                  <a:cubicBezTo>
                    <a:pt x="178505" y="30390"/>
                    <a:pt x="341444" y="216429"/>
                    <a:pt x="494042" y="454189"/>
                  </a:cubicBezTo>
                  <a:lnTo>
                    <a:pt x="533776" y="518892"/>
                  </a:lnTo>
                  <a:lnTo>
                    <a:pt x="533776" y="2222362"/>
                  </a:lnTo>
                  <a:lnTo>
                    <a:pt x="0" y="2222362"/>
                  </a:ln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31E18B2-A305-F78C-8AEE-4B6E39E0F328}"/>
                </a:ext>
              </a:extLst>
            </p:cNvPr>
            <p:cNvSpPr/>
            <p:nvPr/>
          </p:nvSpPr>
          <p:spPr>
            <a:xfrm>
              <a:off x="2640605" y="3513249"/>
              <a:ext cx="637772" cy="1872144"/>
            </a:xfrm>
            <a:custGeom>
              <a:avLst/>
              <a:gdLst>
                <a:gd name="csX0" fmla="*/ 0 w 637772"/>
                <a:gd name="csY0" fmla="*/ 0 h 1872144"/>
                <a:gd name="csX1" fmla="*/ 36301 w 637772"/>
                <a:gd name="csY1" fmla="*/ 52914 h 1872144"/>
                <a:gd name="csX2" fmla="*/ 602410 w 637772"/>
                <a:gd name="csY2" fmla="*/ 1153937 h 1872144"/>
                <a:gd name="csX3" fmla="*/ 637772 w 637772"/>
                <a:gd name="csY3" fmla="*/ 1221533 h 1872144"/>
                <a:gd name="csX4" fmla="*/ 637772 w 637772"/>
                <a:gd name="csY4" fmla="*/ 1872144 h 1872144"/>
                <a:gd name="csX5" fmla="*/ 0 w 637772"/>
                <a:gd name="csY5" fmla="*/ 1872144 h 1872144"/>
                <a:gd name="csX6" fmla="*/ 0 w 637772"/>
                <a:gd name="csY6" fmla="*/ 0 h 18721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37772" h="1872144">
                  <a:moveTo>
                    <a:pt x="0" y="0"/>
                  </a:moveTo>
                  <a:lnTo>
                    <a:pt x="36301" y="52914"/>
                  </a:lnTo>
                  <a:cubicBezTo>
                    <a:pt x="269922" y="413589"/>
                    <a:pt x="481589" y="912571"/>
                    <a:pt x="602410" y="1153937"/>
                  </a:cubicBezTo>
                  <a:lnTo>
                    <a:pt x="637772" y="1221533"/>
                  </a:lnTo>
                  <a:lnTo>
                    <a:pt x="637772" y="1872144"/>
                  </a:lnTo>
                  <a:lnTo>
                    <a:pt x="0" y="1872144"/>
                  </a:ln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7FF5462-DA97-0BFD-24B7-13774E378B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0603" y="3529263"/>
              <a:ext cx="7703" cy="18697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29E7AD2-1D2D-D4D7-40DF-C9A0CD72AED3}"/>
                </a:ext>
              </a:extLst>
            </p:cNvPr>
            <p:cNvSpPr/>
            <p:nvPr/>
          </p:nvSpPr>
          <p:spPr>
            <a:xfrm>
              <a:off x="6438391" y="3193659"/>
              <a:ext cx="1775433" cy="2222362"/>
            </a:xfrm>
            <a:custGeom>
              <a:avLst/>
              <a:gdLst>
                <a:gd name="csX0" fmla="*/ 0 w 1775433"/>
                <a:gd name="csY0" fmla="*/ 0 h 2222362"/>
                <a:gd name="csX1" fmla="*/ 24125 w 1775433"/>
                <a:gd name="csY1" fmla="*/ 2246 h 2222362"/>
                <a:gd name="csX2" fmla="*/ 1083354 w 1775433"/>
                <a:gd name="csY2" fmla="*/ 1582448 h 2222362"/>
                <a:gd name="csX3" fmla="*/ 1110084 w 1775433"/>
                <a:gd name="csY3" fmla="*/ 1626956 h 2222362"/>
                <a:gd name="csX4" fmla="*/ 1110084 w 1775433"/>
                <a:gd name="csY4" fmla="*/ 2178597 h 2222362"/>
                <a:gd name="csX5" fmla="*/ 1775433 w 1775433"/>
                <a:gd name="csY5" fmla="*/ 2178597 h 2222362"/>
                <a:gd name="csX6" fmla="*/ 1775433 w 1775433"/>
                <a:gd name="csY6" fmla="*/ 2222362 h 2222362"/>
                <a:gd name="csX7" fmla="*/ 0 w 1775433"/>
                <a:gd name="csY7" fmla="*/ 2222362 h 2222362"/>
                <a:gd name="csX8" fmla="*/ 0 w 1775433"/>
                <a:gd name="csY8" fmla="*/ 0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75433" h="2222362">
                  <a:moveTo>
                    <a:pt x="0" y="0"/>
                  </a:moveTo>
                  <a:lnTo>
                    <a:pt x="24125" y="2246"/>
                  </a:lnTo>
                  <a:cubicBezTo>
                    <a:pt x="435806" y="77295"/>
                    <a:pt x="908347" y="1275158"/>
                    <a:pt x="1083354" y="1582448"/>
                  </a:cubicBezTo>
                  <a:lnTo>
                    <a:pt x="1110084" y="1626956"/>
                  </a:lnTo>
                  <a:lnTo>
                    <a:pt x="1110084" y="2178597"/>
                  </a:lnTo>
                  <a:lnTo>
                    <a:pt x="1775433" y="2178597"/>
                  </a:lnTo>
                  <a:lnTo>
                    <a:pt x="1775433" y="2222362"/>
                  </a:lnTo>
                  <a:lnTo>
                    <a:pt x="0" y="2222362"/>
                  </a:ln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A839873-E73A-44BA-01B6-EEF77A602160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08B9C3E-0F3C-4161-3177-D75AEDC5885D}"/>
                </a:ext>
              </a:extLst>
            </p:cNvPr>
            <p:cNvSpPr/>
            <p:nvPr/>
          </p:nvSpPr>
          <p:spPr>
            <a:xfrm>
              <a:off x="435237" y="3160174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392DBBD-8F87-D736-E322-B88B37B8CB87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5389000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B03A45F3-99D8-0078-CEE2-4BC169BA594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46398" y="5420757"/>
                  <a:ext cx="603815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B03A45F3-99D8-0078-CEE2-4BC169BA5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6398" y="5420757"/>
                  <a:ext cx="603815" cy="4247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6CCEA5BD-8B4D-D1BA-A7C0-ACC1E294A1A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5407515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44651248-995A-435A-EAE8-C80677C9E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5407515"/>
                  <a:ext cx="603815" cy="48628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D521353C-9F7E-6912-0199-57CE089C57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41244" y="410066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7BC66059-F2D4-6C4B-6799-6B630BE6A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244" y="4100660"/>
                  <a:ext cx="576480" cy="35214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A5E315F-B81A-2D8E-66E2-4D3239A28E0E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114" y="316446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69747C6-65C7-FDCE-E898-7C33A2C56695}"/>
                </a:ext>
              </a:extLst>
            </p:cNvPr>
            <p:cNvSpPr/>
            <p:nvPr/>
          </p:nvSpPr>
          <p:spPr>
            <a:xfrm>
              <a:off x="8769002" y="316017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DD6E94-CD2C-1FB5-3889-A2169FCD7B87}"/>
                </a:ext>
              </a:extLst>
            </p:cNvPr>
            <p:cNvCxnSpPr>
              <a:cxnSpLocks/>
            </p:cNvCxnSpPr>
            <p:nvPr/>
          </p:nvCxnSpPr>
          <p:spPr>
            <a:xfrm>
              <a:off x="8769002" y="538899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0F73C319-5785-E875-DDDD-7C5938F948A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767699" y="5413672"/>
                  <a:ext cx="603807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0F73C319-5785-E875-DDDD-7C5938F94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7699" y="5413672"/>
                  <a:ext cx="603807" cy="4247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5EC792B5-3F4A-2F24-073F-844A2D7CBDD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21827" y="5401833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70734C3C-F10B-3019-DDB6-01AFA56B5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1827" y="5401833"/>
                  <a:ext cx="576480" cy="352145"/>
                </a:xfrm>
                <a:prstGeom prst="rect">
                  <a:avLst/>
                </a:prstGeom>
                <a:blipFill>
                  <a:blip r:embed="rId12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1FB991-B074-B488-70D1-EAE82B4C413A}"/>
                </a:ext>
              </a:extLst>
            </p:cNvPr>
            <p:cNvCxnSpPr>
              <a:cxnSpLocks/>
            </p:cNvCxnSpPr>
            <p:nvPr/>
          </p:nvCxnSpPr>
          <p:spPr>
            <a:xfrm>
              <a:off x="6416455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97160CA-9044-7DBD-BE11-5668A9E51AF4}"/>
                </a:ext>
              </a:extLst>
            </p:cNvPr>
            <p:cNvSpPr/>
            <p:nvPr/>
          </p:nvSpPr>
          <p:spPr>
            <a:xfrm>
              <a:off x="4680343" y="316017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8131A7D-5B9F-45D3-0D79-B0E002B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4680343" y="538899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ECB11695-5E2C-88E3-9E34-1A0DCC0A0BF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18078" y="5413979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6" name="Content Placeholder 2">
                  <a:extLst>
                    <a:ext uri="{FF2B5EF4-FFF2-40B4-BE49-F238E27FC236}">
                      <a16:creationId xmlns:a16="http://schemas.microsoft.com/office/drawing/2014/main" id="{CE9BF87F-FF4F-A9C1-F9D6-B9C7E051F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78" y="5413979"/>
                  <a:ext cx="603815" cy="48628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9AE9B8-E812-DEF3-BCFF-9F1016C92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9603" y="3688406"/>
              <a:ext cx="0" cy="16949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D619C9D2-0AA0-9A12-D92E-45E3727FE65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03173" y="4100660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22C98906-E896-15BB-8737-301FFE0C7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3173" y="4100660"/>
                  <a:ext cx="576480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5DAC97-3499-D8CC-F817-3D0C34F06EB4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 flipH="1" flipV="1">
              <a:off x="3272536" y="4744067"/>
              <a:ext cx="2899" cy="6699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EFF9675D-D860-EC95-129D-E92270491B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76469" y="5416404"/>
                  <a:ext cx="603815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EFF9675D-D860-EC95-129D-E92270491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469" y="5416404"/>
                  <a:ext cx="603815" cy="4247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8EF188D-BE2F-DE1D-7D5A-A2746F1C9DC9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 flipV="1">
              <a:off x="7548475" y="4782110"/>
              <a:ext cx="5892" cy="5901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DA818952-7F4A-6AF0-A700-27786094D8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46571" y="5399035"/>
                  <a:ext cx="603807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DA818952-7F4A-6AF0-A700-27786094D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6571" y="5399035"/>
                  <a:ext cx="603807" cy="4247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9469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" grpId="0"/>
      <p:bldP spid="3" grpId="0" uiExpand="1" build="p"/>
      <p:bldP spid="20" grpId="0" animBg="1"/>
      <p:bldP spid="21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57342"/>
                <a:ext cx="776536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(c) Find the sample strength is exceeded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57342"/>
                <a:ext cx="7765365" cy="480131"/>
              </a:xfrm>
              <a:prstGeom prst="rect">
                <a:avLst/>
              </a:prstGeom>
              <a:blipFill>
                <a:blip r:embed="rId2"/>
                <a:stretch>
                  <a:fillRect l="-1570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5D39DF4E-2530-9E62-C99E-A071273273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8" y="1237473"/>
                <a:ext cx="11929643" cy="20980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Here, we have to find 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 strength value 𝐱 such that 𝟗𝟓% of the cement samples are stronger than 𝐱.</a:t>
                </a:r>
              </a:p>
              <a:p>
                <a:pPr lvl="1" algn="l"/>
                <a:r>
                  <a:rPr lang="en-US" dirty="0">
                    <a:solidFill>
                      <a:schemeClr val="tx1"/>
                    </a:solidFill>
                  </a:rPr>
                  <a:t>So, mathematically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strength</m:t>
                        </m:r>
                        <m: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I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5D39DF4E-2530-9E62-C99E-A07127327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8" y="1237473"/>
                <a:ext cx="11929643" cy="2098009"/>
              </a:xfrm>
              <a:prstGeom prst="rect">
                <a:avLst/>
              </a:prstGeom>
              <a:blipFill>
                <a:blip r:embed="rId3"/>
                <a:stretch>
                  <a:fillRect l="-971" b="-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D430E44-97BF-3AB5-3332-61EAE7688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7284" y="3241964"/>
                <a:ext cx="4829189" cy="7206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D430E44-97BF-3AB5-3332-61EAE7688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4" y="3241964"/>
                <a:ext cx="4829189" cy="720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68BB3186-F3B6-A884-BC98-CA662F09ED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7284" y="3861754"/>
                <a:ext cx="4829189" cy="1593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IN" b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68BB3186-F3B6-A884-BC98-CA662F09E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4" y="3861754"/>
                <a:ext cx="4829189" cy="1593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E5B5F1C-4E33-7D59-3914-9D01C4D4FF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7280" y="5538154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E5B5F1C-4E33-7D59-3914-9D01C4D4F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0" y="5538154"/>
                <a:ext cx="4600590" cy="93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B82FD9-B1B7-599C-21DA-144D24406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0306" y="5251665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i="0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b="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B82FD9-B1B7-599C-21DA-144D24406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306" y="5251665"/>
                <a:ext cx="3138939" cy="12166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25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3" grpId="0" build="allAtOnce"/>
      <p:bldP spid="4" grpId="0" build="allAtOnce"/>
      <p:bldP spid="5" grpId="0" build="allAtOnce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CB04-D9CA-A456-DE27-8F3021E6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496FD5-9478-1A09-2D9C-B086F34E9103}"/>
              </a:ext>
            </a:extLst>
          </p:cNvPr>
          <p:cNvCxnSpPr>
            <a:cxnSpLocks/>
          </p:cNvCxnSpPr>
          <p:nvPr/>
        </p:nvCxnSpPr>
        <p:spPr>
          <a:xfrm flipV="1">
            <a:off x="10507765" y="4318963"/>
            <a:ext cx="0" cy="54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30AA73E-8C07-E9AD-9ABB-53A5C385DBAC}"/>
              </a:ext>
            </a:extLst>
          </p:cNvPr>
          <p:cNvSpPr/>
          <p:nvPr/>
        </p:nvSpPr>
        <p:spPr>
          <a:xfrm>
            <a:off x="10528546" y="4331895"/>
            <a:ext cx="598111" cy="544284"/>
          </a:xfrm>
          <a:custGeom>
            <a:avLst/>
            <a:gdLst>
              <a:gd name="csX0" fmla="*/ 0 w 598111"/>
              <a:gd name="csY0" fmla="*/ 0 h 544284"/>
              <a:gd name="csX1" fmla="*/ 26638 w 598111"/>
              <a:gd name="csY1" fmla="*/ 40530 h 544284"/>
              <a:gd name="csX2" fmla="*/ 471279 w 598111"/>
              <a:gd name="csY2" fmla="*/ 373776 h 544284"/>
              <a:gd name="csX3" fmla="*/ 598106 w 598111"/>
              <a:gd name="csY3" fmla="*/ 389021 h 544284"/>
              <a:gd name="csX4" fmla="*/ 598111 w 598111"/>
              <a:gd name="csY4" fmla="*/ 389021 h 544284"/>
              <a:gd name="csX5" fmla="*/ 598111 w 598111"/>
              <a:gd name="csY5" fmla="*/ 544284 h 544284"/>
              <a:gd name="csX6" fmla="*/ 0 w 598111"/>
              <a:gd name="csY6" fmla="*/ 544284 h 544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98111" h="544284">
                <a:moveTo>
                  <a:pt x="0" y="0"/>
                </a:moveTo>
                <a:lnTo>
                  <a:pt x="26638" y="40530"/>
                </a:lnTo>
                <a:cubicBezTo>
                  <a:pt x="152184" y="215630"/>
                  <a:pt x="294498" y="333468"/>
                  <a:pt x="471279" y="373776"/>
                </a:cubicBezTo>
                <a:lnTo>
                  <a:pt x="598106" y="389021"/>
                </a:lnTo>
                <a:lnTo>
                  <a:pt x="598111" y="389021"/>
                </a:lnTo>
                <a:lnTo>
                  <a:pt x="598111" y="544284"/>
                </a:lnTo>
                <a:lnTo>
                  <a:pt x="0" y="544284"/>
                </a:ln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4BD3848-DBA7-19AF-471C-5A8B8A8E6BF3}"/>
              </a:ext>
            </a:extLst>
          </p:cNvPr>
          <p:cNvSpPr/>
          <p:nvPr/>
        </p:nvSpPr>
        <p:spPr>
          <a:xfrm>
            <a:off x="1299327" y="1823620"/>
            <a:ext cx="3449780" cy="3038881"/>
          </a:xfrm>
          <a:custGeom>
            <a:avLst/>
            <a:gdLst>
              <a:gd name="csX0" fmla="*/ 1433678 w 3460359"/>
              <a:gd name="csY0" fmla="*/ 1 h 3038881"/>
              <a:gd name="csX1" fmla="*/ 2677185 w 3460359"/>
              <a:gd name="csY1" fmla="*/ 2159551 h 3038881"/>
              <a:gd name="csX2" fmla="*/ 3333524 w 3460359"/>
              <a:gd name="csY2" fmla="*/ 2865441 h 3038881"/>
              <a:gd name="csX3" fmla="*/ 3460351 w 3460359"/>
              <a:gd name="csY3" fmla="*/ 2880686 h 3038881"/>
              <a:gd name="csX4" fmla="*/ 3460359 w 3460359"/>
              <a:gd name="csY4" fmla="*/ 2880686 h 3038881"/>
              <a:gd name="csX5" fmla="*/ 3460359 w 3460359"/>
              <a:gd name="csY5" fmla="*/ 2880687 h 3038881"/>
              <a:gd name="csX6" fmla="*/ 3460359 w 3460359"/>
              <a:gd name="csY6" fmla="*/ 3038881 h 3038881"/>
              <a:gd name="csX7" fmla="*/ 0 w 3460359"/>
              <a:gd name="csY7" fmla="*/ 3038881 h 3038881"/>
              <a:gd name="csX8" fmla="*/ 0 w 3460359"/>
              <a:gd name="csY8" fmla="*/ 2541983 h 3038881"/>
              <a:gd name="csX9" fmla="*/ 8118 w 3460359"/>
              <a:gd name="csY9" fmla="*/ 2531631 h 3038881"/>
              <a:gd name="csX10" fmla="*/ 221987 w 3460359"/>
              <a:gd name="csY10" fmla="*/ 2155212 h 3038881"/>
              <a:gd name="csX11" fmla="*/ 1433678 w 3460359"/>
              <a:gd name="csY11" fmla="*/ 1 h 303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60359" h="3038881">
                <a:moveTo>
                  <a:pt x="1433678" y="1"/>
                </a:moveTo>
                <a:cubicBezTo>
                  <a:pt x="1909553" y="725"/>
                  <a:pt x="2472754" y="1727062"/>
                  <a:pt x="2677185" y="2159551"/>
                </a:cubicBezTo>
                <a:cubicBezTo>
                  <a:pt x="2856061" y="2537979"/>
                  <a:pt x="3050674" y="2800947"/>
                  <a:pt x="3333524" y="2865441"/>
                </a:cubicBezTo>
                <a:lnTo>
                  <a:pt x="3460351" y="2880686"/>
                </a:lnTo>
                <a:lnTo>
                  <a:pt x="3460359" y="2880686"/>
                </a:lnTo>
                <a:lnTo>
                  <a:pt x="3460359" y="2880687"/>
                </a:lnTo>
                <a:lnTo>
                  <a:pt x="3460359" y="3038881"/>
                </a:lnTo>
                <a:lnTo>
                  <a:pt x="0" y="3038881"/>
                </a:lnTo>
                <a:lnTo>
                  <a:pt x="0" y="2541983"/>
                </a:lnTo>
                <a:lnTo>
                  <a:pt x="8118" y="2531631"/>
                </a:lnTo>
                <a:cubicBezTo>
                  <a:pt x="83672" y="2425583"/>
                  <a:pt x="153702" y="2298512"/>
                  <a:pt x="221987" y="2155212"/>
                </a:cubicBezTo>
                <a:cubicBezTo>
                  <a:pt x="430095" y="1718489"/>
                  <a:pt x="957803" y="-722"/>
                  <a:pt x="1433678" y="1"/>
                </a:cubicBez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2EB6D-ACE5-5D44-33BB-93664473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– </a:t>
            </a:r>
            <a:r>
              <a:rPr lang="en-GB" dirty="0">
                <a:solidFill>
                  <a:srgbClr val="FF0000"/>
                </a:solidFill>
              </a:rPr>
              <a:t>For Understanding Only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3B94F91-C350-88B5-D5C6-75EF90449A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3B94F91-C350-88B5-D5C6-75EF90449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FFF900-9297-661F-620A-E77A155B9D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i="0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FFF900-9297-661F-620A-E77A155B9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170594-4EEF-4C08-3087-A97382B1E259}"/>
              </a:ext>
            </a:extLst>
          </p:cNvPr>
          <p:cNvCxnSpPr>
            <a:cxnSpLocks/>
          </p:cNvCxnSpPr>
          <p:nvPr/>
        </p:nvCxnSpPr>
        <p:spPr>
          <a:xfrm flipV="1">
            <a:off x="1299325" y="4384371"/>
            <a:ext cx="0" cy="4918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F4D19EB-05BC-0612-2531-5F1A8A9F2918}"/>
              </a:ext>
            </a:extLst>
          </p:cNvPr>
          <p:cNvGrpSpPr/>
          <p:nvPr/>
        </p:nvGrpSpPr>
        <p:grpSpPr>
          <a:xfrm>
            <a:off x="730828" y="1837304"/>
            <a:ext cx="4018278" cy="3038882"/>
            <a:chOff x="730828" y="1837304"/>
            <a:chExt cx="4018278" cy="3038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58561D0-1691-DECF-109C-EA61F15CFE56}"/>
                </a:ext>
              </a:extLst>
            </p:cNvPr>
            <p:cNvCxnSpPr>
              <a:cxnSpLocks/>
            </p:cNvCxnSpPr>
            <p:nvPr/>
          </p:nvCxnSpPr>
          <p:spPr>
            <a:xfrm>
              <a:off x="2710352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5FD9A8-4E89-1A80-AEC4-88A8FEAC7513}"/>
                </a:ext>
              </a:extLst>
            </p:cNvPr>
            <p:cNvSpPr/>
            <p:nvPr/>
          </p:nvSpPr>
          <p:spPr>
            <a:xfrm>
              <a:off x="730828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52B244-5F8F-1FEB-53EE-7B499A9A7842}"/>
                </a:ext>
              </a:extLst>
            </p:cNvPr>
            <p:cNvCxnSpPr>
              <a:cxnSpLocks/>
            </p:cNvCxnSpPr>
            <p:nvPr/>
          </p:nvCxnSpPr>
          <p:spPr>
            <a:xfrm>
              <a:off x="730828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A5B87EF-20A1-59FC-7B05-E73E5F35EB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A5B87EF-20A1-59FC-7B05-E73E5F35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7C9508C-2907-DC12-3655-F286CE5C6DCF}"/>
              </a:ext>
            </a:extLst>
          </p:cNvPr>
          <p:cNvGrpSpPr/>
          <p:nvPr/>
        </p:nvGrpSpPr>
        <p:grpSpPr>
          <a:xfrm>
            <a:off x="7108382" y="1837304"/>
            <a:ext cx="4018278" cy="3038882"/>
            <a:chOff x="7108382" y="1837304"/>
            <a:chExt cx="4018278" cy="303888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A2CFDC-B2C9-4BCA-7787-F082313F330A}"/>
                </a:ext>
              </a:extLst>
            </p:cNvPr>
            <p:cNvCxnSpPr>
              <a:cxnSpLocks/>
            </p:cNvCxnSpPr>
            <p:nvPr/>
          </p:nvCxnSpPr>
          <p:spPr>
            <a:xfrm>
              <a:off x="9087906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93244E-7976-E825-48DA-150DD95EEA78}"/>
                </a:ext>
              </a:extLst>
            </p:cNvPr>
            <p:cNvSpPr/>
            <p:nvPr/>
          </p:nvSpPr>
          <p:spPr>
            <a:xfrm>
              <a:off x="7108382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9FDD9C6-CF55-9E25-A84C-4D2024E6D894}"/>
                </a:ext>
              </a:extLst>
            </p:cNvPr>
            <p:cNvCxnSpPr>
              <a:cxnSpLocks/>
            </p:cNvCxnSpPr>
            <p:nvPr/>
          </p:nvCxnSpPr>
          <p:spPr>
            <a:xfrm>
              <a:off x="7108382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60C81B7E-68D9-D3DC-91DB-7F28F29ABC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60C81B7E-68D9-D3DC-91DB-7F28F29AB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2346F2AA-4D87-0695-B8F2-99CC864056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For which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r>
                  <a:rPr lang="en-US" dirty="0"/>
                  <a:t> is true? :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2346F2AA-4D87-0695-B8F2-99CC86405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  <a:blipFill>
                <a:blip r:embed="rId6"/>
                <a:stretch>
                  <a:fillRect l="-1837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01DEE1B6-E67D-C2F3-F179-B4F4ABB7B8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4488" y="2717800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400" b="1" dirty="0"/>
                  <a:t>Curve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01DEE1B6-E67D-C2F3-F179-B4F4ABB7B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488" y="2717800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3C170-093A-3DF1-BD74-34A83A7B36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7175" y="4956020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3C170-093A-3DF1-BD74-34A83A7B3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175" y="4956020"/>
                <a:ext cx="657306" cy="4801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365764F-5800-477E-FB3A-17875CFA7B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0453" y="4956019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365764F-5800-477E-FB3A-17875CFA7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453" y="4956019"/>
                <a:ext cx="657306" cy="4801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3714A490-71CA-5A61-AF88-1209498E1B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4726" y="4924887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3714A490-71CA-5A61-AF88-1209498E1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26" y="4924887"/>
                <a:ext cx="657306" cy="4801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94D51FF3-C004-18C5-DE8E-692D0D5EC3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98004" y="4924886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94D51FF3-C004-18C5-DE8E-692D0D5EC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004" y="4924886"/>
                <a:ext cx="657306" cy="4801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D2EDDBF6-C168-C034-B64F-87AAF9BB15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400" b="1">
                    <a:solidFill>
                      <a:srgbClr val="002060"/>
                    </a:solidFill>
                  </a:defRPr>
                </a:lvl1pPr>
                <a:lvl2pPr marL="714375" indent="-352425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Curve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D2EDDBF6-C168-C034-B64F-87AAF9BB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blipFill>
                <a:blip r:embed="rId12"/>
                <a:stretch>
                  <a:fillRect l="-5042"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228206EF-11FA-ED82-D8E6-87B45A41AB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8546" y="2770561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400" b="1" dirty="0"/>
                  <a:t>Curve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228206EF-11FA-ED82-D8E6-87B45A41A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546" y="2770561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blipFill>
                <a:blip r:embed="rId13"/>
                <a:stretch>
                  <a:fillRect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68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4" grpId="0" animBg="1"/>
      <p:bldP spid="12" grpId="0" build="allAtOnce"/>
      <p:bldP spid="20" grpId="0" build="allAtOnce"/>
      <p:bldP spid="29" grpId="0" build="allAtOnce"/>
      <p:bldP spid="30" grpId="0" build="allAtOnce" animBg="1"/>
      <p:bldP spid="31" grpId="0" build="allAtOnce"/>
      <p:bldP spid="32" grpId="0" build="allAtOnce"/>
      <p:bldP spid="33" grpId="0" build="allAtOnce"/>
      <p:bldP spid="34" grpId="0" build="allAtOnce"/>
      <p:bldP spid="37" grpId="0" build="allAtOnce" animBg="1"/>
      <p:bldP spid="38" grpId="0" build="allAtOnce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C9F9-9950-882A-EFBC-84566615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028C-E421-98D3-D180-ECF5DE38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EF9D331-4DA3-194E-91A8-B9552B2468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EF9D331-4DA3-194E-91A8-B9552B246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94C446-E7AE-3FFF-D56D-60E2CB8FBC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i="0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94C446-E7AE-3FFF-D56D-60E2CB8FB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0557050-6A7E-903D-0459-4E6E6DCAF215}"/>
              </a:ext>
            </a:extLst>
          </p:cNvPr>
          <p:cNvGrpSpPr/>
          <p:nvPr/>
        </p:nvGrpSpPr>
        <p:grpSpPr>
          <a:xfrm>
            <a:off x="249382" y="3804317"/>
            <a:ext cx="11857936" cy="2647165"/>
            <a:chOff x="200891" y="3039357"/>
            <a:chExt cx="13520481" cy="3609265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554EB20-C2E9-72AF-83F8-A2277F4D08CC}"/>
                </a:ext>
              </a:extLst>
            </p:cNvPr>
            <p:cNvSpPr/>
            <p:nvPr/>
          </p:nvSpPr>
          <p:spPr>
            <a:xfrm>
              <a:off x="5364455" y="3084224"/>
              <a:ext cx="1371560" cy="3035068"/>
            </a:xfrm>
            <a:custGeom>
              <a:avLst/>
              <a:gdLst>
                <a:gd name="csX0" fmla="*/ 1371560 w 1371560"/>
                <a:gd name="csY0" fmla="*/ 0 h 3035068"/>
                <a:gd name="csX1" fmla="*/ 1371560 w 1371560"/>
                <a:gd name="csY1" fmla="*/ 3035068 h 3035068"/>
                <a:gd name="csX2" fmla="*/ 0 w 1371560"/>
                <a:gd name="csY2" fmla="*/ 3035068 h 3035068"/>
                <a:gd name="csX3" fmla="*/ 0 w 1371560"/>
                <a:gd name="csY3" fmla="*/ 2498713 h 3035068"/>
                <a:gd name="csX4" fmla="*/ 54810 w 1371560"/>
                <a:gd name="csY4" fmla="*/ 2414940 h 3035068"/>
                <a:gd name="csX5" fmla="*/ 194826 w 1371560"/>
                <a:gd name="csY5" fmla="*/ 2151399 h 3035068"/>
                <a:gd name="csX6" fmla="*/ 1361764 w 1371560"/>
                <a:gd name="csY6" fmla="*/ 1068 h 3035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71560" h="3035068">
                  <a:moveTo>
                    <a:pt x="1371560" y="0"/>
                  </a:moveTo>
                  <a:lnTo>
                    <a:pt x="1371560" y="3035068"/>
                  </a:lnTo>
                  <a:lnTo>
                    <a:pt x="0" y="3035068"/>
                  </a:lnTo>
                  <a:lnTo>
                    <a:pt x="0" y="2498713"/>
                  </a:lnTo>
                  <a:lnTo>
                    <a:pt x="54810" y="2414940"/>
                  </a:lnTo>
                  <a:cubicBezTo>
                    <a:pt x="103004" y="2335253"/>
                    <a:pt x="149303" y="2246932"/>
                    <a:pt x="194826" y="2151399"/>
                  </a:cubicBezTo>
                  <a:cubicBezTo>
                    <a:pt x="396431" y="1728324"/>
                    <a:pt x="897973" y="101663"/>
                    <a:pt x="1361764" y="1068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B7296F5-F52C-DE57-BB8E-B4C8C94D5C30}"/>
                </a:ext>
              </a:extLst>
            </p:cNvPr>
            <p:cNvSpPr/>
            <p:nvPr/>
          </p:nvSpPr>
          <p:spPr>
            <a:xfrm>
              <a:off x="11328958" y="3075539"/>
              <a:ext cx="2009125" cy="3030069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74EC52-F7D0-D129-1EBE-C0ACD9C76079}"/>
                </a:ext>
              </a:extLst>
            </p:cNvPr>
            <p:cNvSpPr/>
            <p:nvPr/>
          </p:nvSpPr>
          <p:spPr>
            <a:xfrm>
              <a:off x="769390" y="3039357"/>
              <a:ext cx="3449780" cy="3038881"/>
            </a:xfrm>
            <a:custGeom>
              <a:avLst/>
              <a:gdLst>
                <a:gd name="csX0" fmla="*/ 1433678 w 3460359"/>
                <a:gd name="csY0" fmla="*/ 1 h 3038881"/>
                <a:gd name="csX1" fmla="*/ 2677185 w 3460359"/>
                <a:gd name="csY1" fmla="*/ 2159551 h 3038881"/>
                <a:gd name="csX2" fmla="*/ 3333524 w 3460359"/>
                <a:gd name="csY2" fmla="*/ 2865441 h 3038881"/>
                <a:gd name="csX3" fmla="*/ 3460351 w 3460359"/>
                <a:gd name="csY3" fmla="*/ 2880686 h 3038881"/>
                <a:gd name="csX4" fmla="*/ 3460359 w 3460359"/>
                <a:gd name="csY4" fmla="*/ 2880686 h 3038881"/>
                <a:gd name="csX5" fmla="*/ 3460359 w 3460359"/>
                <a:gd name="csY5" fmla="*/ 2880687 h 3038881"/>
                <a:gd name="csX6" fmla="*/ 3460359 w 3460359"/>
                <a:gd name="csY6" fmla="*/ 3038881 h 3038881"/>
                <a:gd name="csX7" fmla="*/ 0 w 3460359"/>
                <a:gd name="csY7" fmla="*/ 3038881 h 3038881"/>
                <a:gd name="csX8" fmla="*/ 0 w 3460359"/>
                <a:gd name="csY8" fmla="*/ 2541983 h 3038881"/>
                <a:gd name="csX9" fmla="*/ 8118 w 3460359"/>
                <a:gd name="csY9" fmla="*/ 2531631 h 3038881"/>
                <a:gd name="csX10" fmla="*/ 221987 w 3460359"/>
                <a:gd name="csY10" fmla="*/ 2155212 h 3038881"/>
                <a:gd name="csX11" fmla="*/ 1433678 w 3460359"/>
                <a:gd name="csY11" fmla="*/ 1 h 3038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60359" h="3038881">
                  <a:moveTo>
                    <a:pt x="1433678" y="1"/>
                  </a:moveTo>
                  <a:cubicBezTo>
                    <a:pt x="1909553" y="725"/>
                    <a:pt x="2472754" y="1727062"/>
                    <a:pt x="2677185" y="2159551"/>
                  </a:cubicBezTo>
                  <a:cubicBezTo>
                    <a:pt x="2856061" y="2537979"/>
                    <a:pt x="3050674" y="2800947"/>
                    <a:pt x="3333524" y="2865441"/>
                  </a:cubicBezTo>
                  <a:lnTo>
                    <a:pt x="3460351" y="2880686"/>
                  </a:lnTo>
                  <a:lnTo>
                    <a:pt x="3460359" y="2880686"/>
                  </a:lnTo>
                  <a:lnTo>
                    <a:pt x="3460359" y="2880687"/>
                  </a:lnTo>
                  <a:lnTo>
                    <a:pt x="3460359" y="3038881"/>
                  </a:lnTo>
                  <a:lnTo>
                    <a:pt x="0" y="3038881"/>
                  </a:lnTo>
                  <a:lnTo>
                    <a:pt x="0" y="2541983"/>
                  </a:lnTo>
                  <a:lnTo>
                    <a:pt x="8118" y="2531631"/>
                  </a:lnTo>
                  <a:cubicBezTo>
                    <a:pt x="83672" y="2425583"/>
                    <a:pt x="153702" y="2298512"/>
                    <a:pt x="221987" y="2155212"/>
                  </a:cubicBezTo>
                  <a:cubicBezTo>
                    <a:pt x="430095" y="1718489"/>
                    <a:pt x="957803" y="-722"/>
                    <a:pt x="1433678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C128312-6F25-BBE5-D7E5-CB6501598881}"/>
                </a:ext>
              </a:extLst>
            </p:cNvPr>
            <p:cNvCxnSpPr>
              <a:cxnSpLocks/>
            </p:cNvCxnSpPr>
            <p:nvPr/>
          </p:nvCxnSpPr>
          <p:spPr>
            <a:xfrm>
              <a:off x="2180415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52F5A85-BB39-F60B-84EB-E23A80A413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88" y="5600108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C5B040F-17F2-D25B-26CB-3D3B342B660A}"/>
                </a:ext>
              </a:extLst>
            </p:cNvPr>
            <p:cNvSpPr/>
            <p:nvPr/>
          </p:nvSpPr>
          <p:spPr>
            <a:xfrm>
              <a:off x="200891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DCF0CF-BA88-7ADB-C76A-8654DF0AEBA6}"/>
                </a:ext>
              </a:extLst>
            </p:cNvPr>
            <p:cNvCxnSpPr>
              <a:cxnSpLocks/>
            </p:cNvCxnSpPr>
            <p:nvPr/>
          </p:nvCxnSpPr>
          <p:spPr>
            <a:xfrm>
              <a:off x="200891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AF255103-9E06-256A-5DE1-F05F4E20BD3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0735" y="608036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AF255103-9E06-256A-5DE1-F05F4E20B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35" y="6080364"/>
                  <a:ext cx="657306" cy="480131"/>
                </a:xfrm>
                <a:prstGeom prst="rect">
                  <a:avLst/>
                </a:prstGeom>
                <a:blipFill>
                  <a:blip r:embed="rId4"/>
                  <a:stretch>
                    <a:fillRect b="-206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6A2087D4-4784-329E-7BCD-A3675D9E3F5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7394" y="611716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6A2087D4-4784-329E-7BCD-A3675D9E3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7394" y="6117168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B396AD1-DD6E-21E7-6208-5BB512A007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46111" y="609904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B396AD1-DD6E-21E7-6208-5BB512A00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111" y="6099048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ontent Placeholder 2">
                  <a:extLst>
                    <a:ext uri="{FF2B5EF4-FFF2-40B4-BE49-F238E27FC236}">
                      <a16:creationId xmlns:a16="http://schemas.microsoft.com/office/drawing/2014/main" id="{203F5371-01B3-2FB7-E86A-CE9E367C77C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22069" y="4335342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" name="Content Placeholder 2">
                  <a:extLst>
                    <a:ext uri="{FF2B5EF4-FFF2-40B4-BE49-F238E27FC236}">
                      <a16:creationId xmlns:a16="http://schemas.microsoft.com/office/drawing/2014/main" id="{203F5371-01B3-2FB7-E86A-CE9E367C7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2069" y="4335342"/>
                  <a:ext cx="657306" cy="4801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0046A0-ACD8-78F5-B5F9-C626C3DC1B09}"/>
                </a:ext>
              </a:extLst>
            </p:cNvPr>
            <p:cNvCxnSpPr>
              <a:cxnSpLocks/>
            </p:cNvCxnSpPr>
            <p:nvPr/>
          </p:nvCxnSpPr>
          <p:spPr>
            <a:xfrm>
              <a:off x="6767190" y="3072578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8F1134-E3D6-7AA6-E116-DC9ADDA57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6163" y="5613793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36722AF-9BCC-26BC-EB1B-143DF28BD5FD}"/>
                </a:ext>
              </a:extLst>
            </p:cNvPr>
            <p:cNvSpPr/>
            <p:nvPr/>
          </p:nvSpPr>
          <p:spPr>
            <a:xfrm>
              <a:off x="4787666" y="3066726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C7C0B1-7A53-7CB1-C752-237F31B7EEAF}"/>
                </a:ext>
              </a:extLst>
            </p:cNvPr>
            <p:cNvCxnSpPr>
              <a:cxnSpLocks/>
            </p:cNvCxnSpPr>
            <p:nvPr/>
          </p:nvCxnSpPr>
          <p:spPr>
            <a:xfrm>
              <a:off x="4787666" y="6105608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ontent Placeholder 2">
                  <a:extLst>
                    <a:ext uri="{FF2B5EF4-FFF2-40B4-BE49-F238E27FC236}">
                      <a16:creationId xmlns:a16="http://schemas.microsoft.com/office/drawing/2014/main" id="{E52E82A7-1165-6962-1ACA-F2221B0200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27510" y="6094049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Content Placeholder 2">
                  <a:extLst>
                    <a:ext uri="{FF2B5EF4-FFF2-40B4-BE49-F238E27FC236}">
                      <a16:creationId xmlns:a16="http://schemas.microsoft.com/office/drawing/2014/main" id="{E52E82A7-1165-6962-1ACA-F2221B020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7510" y="6094049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67CEC8F8-2987-1EA7-8A16-77503BE3560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68152" y="612310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67CEC8F8-2987-1EA7-8A16-77503BE35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152" y="6123106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1D0C90-DF10-BD25-1AFD-C939E53B5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299343" y="308626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FAA021-5575-EE5B-5DB1-C6D4C2FA6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8316" y="5627478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989630B-4943-DAED-A044-436900CB517F}"/>
                </a:ext>
              </a:extLst>
            </p:cNvPr>
            <p:cNvSpPr/>
            <p:nvPr/>
          </p:nvSpPr>
          <p:spPr>
            <a:xfrm>
              <a:off x="9319819" y="308041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ED8FD9-0BE4-DB3F-9A4E-08E3E4999B8E}"/>
                </a:ext>
              </a:extLst>
            </p:cNvPr>
            <p:cNvCxnSpPr>
              <a:cxnSpLocks/>
            </p:cNvCxnSpPr>
            <p:nvPr/>
          </p:nvCxnSpPr>
          <p:spPr>
            <a:xfrm>
              <a:off x="9319819" y="611929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C38DD2E8-28A2-3559-1AEB-5C74F63FD76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559663" y="610773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C38DD2E8-28A2-3559-1AEB-5C74F63FD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663" y="6107734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 b="-206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7ADEE5C8-6725-1B05-9930-168807C0D74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000305" y="616849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7ADEE5C8-6725-1B05-9930-168807C0D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0305" y="6168491"/>
                  <a:ext cx="657306" cy="480131"/>
                </a:xfrm>
                <a:prstGeom prst="rect">
                  <a:avLst/>
                </a:prstGeom>
                <a:blipFill>
                  <a:blip r:embed="rId11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5B246BA9-BFE7-D3FE-EFDD-2E73DE8A9ED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77285" y="611716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5B246BA9-BFE7-D3FE-EFDD-2E73DE8A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7285" y="6117168"/>
                  <a:ext cx="657306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8F5C753-340A-ECFE-CEAB-ADF746A73D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064066" y="609404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8F5C753-340A-ECFE-CEAB-ADF746A73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64066" y="6094048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1E1C55B2-9977-AFB4-7C8D-7913CC3316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1E1C55B2-9977-AFB4-7C8D-7913CC331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6ED3ACA2-FFBB-CD41-3801-3C8B02660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79" y="2839802"/>
                <a:ext cx="6772293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6ED3ACA2-FFBB-CD41-3801-3C8B02660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9" y="2839802"/>
                <a:ext cx="6772293" cy="93020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96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B52B-861E-BEFF-9A5F-FABABE1E9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4E12-5523-4F5D-D280-5C24377F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F9EFB9E-87C5-BC0D-2D87-BBE433843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F9EFB9E-87C5-BC0D-2D87-BBE433843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5D1075-E289-50C7-DE70-C0F244426D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i="0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5D1075-E289-50C7-DE70-C0F244426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EE3949F7-C114-6EB4-CFFF-FEF90EB2F1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EE3949F7-C114-6EB4-CFFF-FEF90EB2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2E618345-8973-8ABE-312D-A408ADFC8A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2839802"/>
                <a:ext cx="615923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2E618345-8973-8ABE-312D-A408ADFC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2839802"/>
                <a:ext cx="6159230" cy="930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093C829C-2173-6A20-305C-9F0B8F7237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79" y="3858702"/>
                <a:ext cx="5979121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=0.95−0.5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093C829C-2173-6A20-305C-9F0B8F723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9" y="3858702"/>
                <a:ext cx="5979121" cy="93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A5EE21DE-A175-C498-BE02-0A87B0A97B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4877602"/>
                <a:ext cx="5203266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A5EE21DE-A175-C498-BE02-0A87B0A97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4877602"/>
                <a:ext cx="5203266" cy="9302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AF13CD3-FAC7-C40A-B3A4-B06F08446F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79" y="5717370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Given that,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&lt;1.65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=0.4505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AF13CD3-FAC7-C40A-B3A4-B06F0844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9" y="5717370"/>
                <a:ext cx="5857894" cy="930202"/>
              </a:xfrm>
              <a:prstGeom prst="rect">
                <a:avLst/>
              </a:prstGeom>
              <a:blipFill>
                <a:blip r:embed="rId8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DE3254BF-BBB4-F27E-5535-17C895DAC8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7243" y="5717370"/>
                <a:ext cx="1206230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DE3254BF-BBB4-F27E-5535-17C895DAC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243" y="5717370"/>
                <a:ext cx="1206230" cy="711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097F32-8740-1997-2719-5FB08C1CD1CE}"/>
              </a:ext>
            </a:extLst>
          </p:cNvPr>
          <p:cNvCxnSpPr>
            <a:cxnSpLocks/>
          </p:cNvCxnSpPr>
          <p:nvPr/>
        </p:nvCxnSpPr>
        <p:spPr>
          <a:xfrm flipV="1">
            <a:off x="3925594" y="5288619"/>
            <a:ext cx="140365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952372E-058C-1653-27BE-54C8DA84CC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0146" y="4877602"/>
                <a:ext cx="701829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952372E-058C-1653-27BE-54C8DA84C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46" y="4877602"/>
                <a:ext cx="701829" cy="9302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66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16" grpId="0"/>
      <p:bldP spid="20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ED20-BA58-5FDC-4C98-5C7F6CA1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47A9-CAD7-A831-12B2-87B624AE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0C940651-AF73-2520-2B09-A0E584C08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661" y="711201"/>
                <a:ext cx="4454237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0C940651-AF73-2520-2B09-A0E584C08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1" y="711201"/>
                <a:ext cx="4454237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24885764-4E28-8539-6878-A0B3CA4B06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661" y="1550969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&lt;1.65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=0.4505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24885764-4E28-8539-6878-A0B3CA4B0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1" y="1550969"/>
                <a:ext cx="5857894" cy="930202"/>
              </a:xfrm>
              <a:prstGeom prst="rect">
                <a:avLst/>
              </a:prstGeom>
              <a:blipFill>
                <a:blip r:embed="rId3"/>
                <a:stretch>
                  <a:fillRect l="-2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348A829-6364-EF9C-A78B-7C1D1AECD5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4114" y="1550969"/>
                <a:ext cx="1403657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348A829-6364-EF9C-A78B-7C1D1AECD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114" y="1550969"/>
                <a:ext cx="1403657" cy="711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7343979-978D-0AC6-E18C-A529A90B0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0427" y="2390737"/>
                <a:ext cx="445770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−1.65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7343979-978D-0AC6-E18C-A529A90B0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427" y="2390737"/>
                <a:ext cx="4457700" cy="930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AAD947-605E-8BB1-A2A6-89D7E6DB6300}"/>
              </a:ext>
            </a:extLst>
          </p:cNvPr>
          <p:cNvCxnSpPr>
            <a:cxnSpLocks/>
          </p:cNvCxnSpPr>
          <p:nvPr/>
        </p:nvCxnSpPr>
        <p:spPr>
          <a:xfrm flipV="1">
            <a:off x="3989226" y="1122218"/>
            <a:ext cx="140365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7DE5A5A6-841C-24E2-7BEC-D65EFC40B5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83778" y="711201"/>
                <a:ext cx="701829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7DE5A5A6-841C-24E2-7BEC-D65EFC40B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778" y="711201"/>
                <a:ext cx="701829" cy="93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9976C0-869E-1714-7DA2-7CABB54EC54D}"/>
              </a:ext>
            </a:extLst>
          </p:cNvPr>
          <p:cNvCxnSpPr>
            <a:cxnSpLocks/>
          </p:cNvCxnSpPr>
          <p:nvPr/>
        </p:nvCxnSpPr>
        <p:spPr>
          <a:xfrm flipV="1">
            <a:off x="5803769" y="2801754"/>
            <a:ext cx="140365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DBE631F-77F6-D831-0020-FB31C01FC3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8321" y="2390737"/>
                <a:ext cx="701829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DBE631F-77F6-D831-0020-FB31C01F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321" y="2390737"/>
                <a:ext cx="701829" cy="9302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11C0A43C-AE8F-3A4B-E3CE-827AB5B3EF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661" y="3140071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11C0A43C-AE8F-3A4B-E3CE-827AB5B3E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1" y="3140071"/>
                <a:ext cx="5857894" cy="930202"/>
              </a:xfrm>
              <a:prstGeom prst="rect">
                <a:avLst/>
              </a:prstGeom>
              <a:blipFill>
                <a:blip r:embed="rId8"/>
                <a:stretch>
                  <a:fillRect l="-2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1129C040-6B5B-2096-6147-26D214866A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5629" y="3943488"/>
                <a:ext cx="2023648" cy="867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=−1.65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1129C040-6B5B-2096-6147-26D214866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629" y="3943488"/>
                <a:ext cx="2023648" cy="8675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37A040B-E85C-0FAF-CF03-76D1F73C48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928" y="4729173"/>
                <a:ext cx="290168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smtClean="0"/>
                        <m:t>Now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37A040B-E85C-0FAF-CF03-76D1F73C4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28" y="4729173"/>
                <a:ext cx="2901680" cy="12166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71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build="allAtOnce"/>
      <p:bldP spid="12" grpId="0" build="allAtOnce"/>
      <p:bldP spid="14" grpId="0" build="allAtOnce"/>
      <p:bldP spid="18" grpId="0" build="allAtOnce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F768-020C-D678-8E0A-3B799256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B5BC-16EF-EDDC-CDC1-233F39AC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0E349FB-3CEE-7B98-BE8D-74DC5E154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83" y="620239"/>
                <a:ext cx="290168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0E349FB-3CEE-7B98-BE8D-74DC5E154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3" y="620239"/>
                <a:ext cx="2901680" cy="12166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9251B1-58C2-C13D-7FD6-F4C696DA3B8A}"/>
                  </a:ext>
                </a:extLst>
              </p:cNvPr>
              <p:cNvSpPr/>
              <p:nvPr/>
            </p:nvSpPr>
            <p:spPr>
              <a:xfrm>
                <a:off x="9756600" y="907370"/>
                <a:ext cx="2332815" cy="67204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9251B1-58C2-C13D-7FD6-F4C696DA3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0" y="907370"/>
                <a:ext cx="2332815" cy="672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31012B-A44F-34A2-B9F3-46D3B6D69E93}"/>
                  </a:ext>
                </a:extLst>
              </p:cNvPr>
              <p:cNvSpPr/>
              <p:nvPr/>
            </p:nvSpPr>
            <p:spPr>
              <a:xfrm>
                <a:off x="9756601" y="1723499"/>
                <a:ext cx="2332816" cy="6720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31012B-A44F-34A2-B9F3-46D3B6D69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1" y="1723499"/>
                <a:ext cx="2332816" cy="6720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7F99194-1487-7885-3CCE-14D4056C26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1803078"/>
                <a:ext cx="358619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−6000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=−1.65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7F99194-1487-7885-3CCE-14D4056C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1803078"/>
                <a:ext cx="3586190" cy="12166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31647A-C2B0-BE11-FDF5-EDF3F43BCE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3227405"/>
                <a:ext cx="5394208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1.65</m:t>
                              </m:r>
                            </m:e>
                          </m:d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</m:t>
                          </m:r>
                        </m:e>
                      </m:d>
                      <m:r>
                        <a:rPr lang="en-US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+6000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31647A-C2B0-BE11-FDF5-EDF3F43BC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3227405"/>
                <a:ext cx="5394208" cy="8785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2A4274-9B82-F1B3-5404-AA4C58DD6C3D}"/>
                  </a:ext>
                </a:extLst>
              </p:cNvPr>
              <p:cNvSpPr/>
              <p:nvPr/>
            </p:nvSpPr>
            <p:spPr>
              <a:xfrm>
                <a:off x="9756600" y="2539627"/>
                <a:ext cx="2332816" cy="6720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2A4274-9B82-F1B3-5404-AA4C58DD6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0" y="2539627"/>
                <a:ext cx="2332816" cy="6720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A8DFC4D1-52FB-17AF-E3A2-E7345BD300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4039184"/>
                <a:ext cx="3731663" cy="12634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=5835 </m:t>
                      </m:r>
                      <m:f>
                        <m:fPr>
                          <m:type m:val="skw"/>
                          <m:ctrl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sSup>
                            <m:sSupPr>
                              <m:ctrl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A8DFC4D1-52FB-17AF-E3A2-E7345BD30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4039184"/>
                <a:ext cx="3731663" cy="12634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0384FCC-AF90-B0FA-74FA-13CC2701F0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83" y="4911749"/>
                <a:ext cx="11244290" cy="17104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</a:rPr>
                        <m:t>Therefore, the strength </m:t>
                      </m:r>
                      <m:r>
                        <m:rPr>
                          <m:nor/>
                        </m:rPr>
                        <a:rPr lang="en-IN" sz="2400" b="0" i="0" smtClean="0">
                          <a:solidFill>
                            <a:schemeClr val="tx1"/>
                          </a:solidFill>
                        </a:rPr>
                        <m:t>value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</a:rPr>
                        <m:t>exceeded by</m:t>
                      </m:r>
                      <m:r>
                        <a:rPr 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chemeClr val="tx1"/>
                          </a:solidFill>
                        </a:rPr>
                        <m:t>of the cement samples is</m:t>
                      </m:r>
                      <m:r>
                        <a:rPr 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5835</m:t>
                      </m:r>
                      <m:f>
                        <m:fPr>
                          <m:ctrlPr>
                            <a:rPr lang="en-US" sz="24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cm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400" i="0">
                          <a:solidFill>
                            <a:schemeClr val="tx1"/>
                          </a:solidFill>
                        </a:rPr>
                        <m:t>Only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5%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chemeClr val="tx1"/>
                          </a:solidFill>
                        </a:rPr>
                        <m:t>of samples have strength less than this value.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0384FCC-AF90-B0FA-74FA-13CC2701F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3" y="4911749"/>
                <a:ext cx="11244290" cy="1710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84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17" grpId="0" build="allAtOnce"/>
      <p:bldP spid="23" grpId="0" uiExpand="1" build="allAtOnce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17529" y="800840"/>
                <a:ext cx="11929643" cy="323002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dry battery cells is tested and found to have an average life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 hours and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hours. Assuming the data to be normally distributed, what percentage of battery cells are expected to have life,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hrours?    (b)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hours?       (c)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dirty="0"/>
                  <a:t> hrours? 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=0.3413, </m:t>
                          </m:r>
                          <m:r>
                            <a:rPr lang="en-US" sz="24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&lt;2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=0.477</m:t>
                          </m:r>
                          <m:r>
                            <a:rPr lang="en-US" sz="24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&lt;0.67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=0.2486</m:t>
                          </m:r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29" y="800840"/>
                <a:ext cx="11929643" cy="3230028"/>
              </a:xfrm>
              <a:prstGeom prst="rect">
                <a:avLst/>
              </a:prstGeom>
              <a:blipFill>
                <a:blip r:embed="rId2"/>
                <a:stretch>
                  <a:fillRect l="-1022" r="-1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17529" y="425205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11949" y="4286012"/>
                <a:ext cx="103093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life of a randomly selected dry battery cell in hours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4286012"/>
                <a:ext cx="10309358" cy="523220"/>
              </a:xfrm>
              <a:prstGeom prst="rect">
                <a:avLst/>
              </a:prstGeom>
              <a:blipFill>
                <a:blip r:embed="rId3"/>
                <a:stretch>
                  <a:fillRect l="-118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1949" y="5723735"/>
                <a:ext cx="5520437" cy="66684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5723735"/>
                <a:ext cx="5520437" cy="666849"/>
              </a:xfrm>
              <a:prstGeom prst="rect">
                <a:avLst/>
              </a:prstGeom>
              <a:blipFill>
                <a:blip r:embed="rId4"/>
                <a:stretch>
                  <a:fillRect l="-220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4FCC1F2-2DD0-C56F-1D5B-7DC6A7FC0393}"/>
                  </a:ext>
                </a:extLst>
              </p:cNvPr>
              <p:cNvSpPr/>
              <p:nvPr/>
            </p:nvSpPr>
            <p:spPr>
              <a:xfrm>
                <a:off x="1611949" y="4942228"/>
                <a:ext cx="103093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4FCC1F2-2DD0-C56F-1D5B-7DC6A7FC0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4942228"/>
                <a:ext cx="10309358" cy="665631"/>
              </a:xfrm>
              <a:prstGeom prst="rect">
                <a:avLst/>
              </a:prstGeom>
              <a:blipFill>
                <a:blip r:embed="rId5"/>
                <a:stretch>
                  <a:fillRect l="-11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4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938" y="841124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percentage of cells with life more than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841124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67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8909CAC-ECCF-95FC-F4A0-42265FEF1468}"/>
                  </a:ext>
                </a:extLst>
              </p:cNvPr>
              <p:cNvSpPr/>
              <p:nvPr/>
            </p:nvSpPr>
            <p:spPr>
              <a:xfrm>
                <a:off x="9393382" y="2188628"/>
                <a:ext cx="2548408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8909CAC-ECCF-95FC-F4A0-42265FEF1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382" y="2188628"/>
                <a:ext cx="2548408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0D47A3-686E-DEAD-0D81-35D55C7A9B4B}"/>
              </a:ext>
            </a:extLst>
          </p:cNvPr>
          <p:cNvSpPr/>
          <p:nvPr/>
        </p:nvSpPr>
        <p:spPr>
          <a:xfrm>
            <a:off x="609606" y="1667109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207746-A2E8-5A1A-0449-DFEF9B1680A9}"/>
                  </a:ext>
                </a:extLst>
              </p:cNvPr>
              <p:cNvSpPr/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207746-A2E8-5A1A-0449-DFEF9B168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026FD04-F43D-07C5-D5A0-84D39A886BE6}"/>
                  </a:ext>
                </a:extLst>
              </p:cNvPr>
              <p:cNvSpPr/>
              <p:nvPr/>
            </p:nvSpPr>
            <p:spPr>
              <a:xfrm>
                <a:off x="609606" y="2599937"/>
                <a:ext cx="3245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&gt;15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026FD04-F43D-07C5-D5A0-84D39A886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6" y="2599937"/>
                <a:ext cx="3245421" cy="523220"/>
              </a:xfrm>
              <a:prstGeom prst="rect">
                <a:avLst/>
              </a:prstGeom>
              <a:blipFill>
                <a:blip r:embed="rId7"/>
                <a:stretch>
                  <a:fillRect l="-375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C7A94F-C0AE-FE54-D14A-07F02890DA3D}"/>
                  </a:ext>
                </a:extLst>
              </p:cNvPr>
              <p:cNvSpPr/>
              <p:nvPr/>
            </p:nvSpPr>
            <p:spPr>
              <a:xfrm>
                <a:off x="3037827" y="2341418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C7A94F-C0AE-FE54-D14A-07F02890DA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827" y="2341418"/>
                <a:ext cx="3739002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CD54C56-6CA3-1AB2-2B24-8322CBF60432}"/>
                  </a:ext>
                </a:extLst>
              </p:cNvPr>
              <p:cNvSpPr/>
              <p:nvPr/>
            </p:nvSpPr>
            <p:spPr>
              <a:xfrm>
                <a:off x="3037827" y="3833945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CD54C56-6CA3-1AB2-2B24-8322CBF60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827" y="3833945"/>
                <a:ext cx="3739002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8F06C6-6C99-688D-EF9B-17E842A8737D}"/>
                  </a:ext>
                </a:extLst>
              </p:cNvPr>
              <p:cNvSpPr/>
              <p:nvPr/>
            </p:nvSpPr>
            <p:spPr>
              <a:xfrm>
                <a:off x="3037827" y="5415482"/>
                <a:ext cx="373900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8F06C6-6C99-688D-EF9B-17E842A87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827" y="5415482"/>
                <a:ext cx="37390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01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2" grpId="0"/>
      <p:bldP spid="13" grpId="0"/>
      <p:bldP spid="14" grpId="0"/>
      <p:bldP spid="15" grpId="0"/>
      <p:bldP spid="16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12E82-8F7D-8008-F809-E9A38952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ADAA-0A64-DD63-C8F5-87FAD3F2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89618F-FB2F-BB34-506C-52E6A7ED56BF}"/>
                  </a:ext>
                </a:extLst>
              </p:cNvPr>
              <p:cNvSpPr/>
              <p:nvPr/>
            </p:nvSpPr>
            <p:spPr>
              <a:xfrm>
                <a:off x="2298209" y="2162168"/>
                <a:ext cx="439011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3413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89618F-FB2F-BB34-506C-52E6A7ED5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09" y="2162168"/>
                <a:ext cx="4390117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7488D-81A4-A808-91ED-D6D61FC5231C}"/>
                  </a:ext>
                </a:extLst>
              </p:cNvPr>
              <p:cNvSpPr/>
              <p:nvPr/>
            </p:nvSpPr>
            <p:spPr>
              <a:xfrm>
                <a:off x="644608" y="808240"/>
                <a:ext cx="6088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7488D-81A4-A808-91ED-D6D61FC52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8" y="808240"/>
                <a:ext cx="608821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C27E0C-14CC-D7EB-B710-15A3B76348A4}"/>
                  </a:ext>
                </a:extLst>
              </p:cNvPr>
              <p:cNvSpPr/>
              <p:nvPr/>
            </p:nvSpPr>
            <p:spPr>
              <a:xfrm>
                <a:off x="2298209" y="1552990"/>
                <a:ext cx="67066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C27E0C-14CC-D7EB-B710-15A3B76348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09" y="1552990"/>
                <a:ext cx="67066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9F3E32-0AB8-F96F-F3D5-E6CC0B50B570}"/>
                  </a:ext>
                </a:extLst>
              </p:cNvPr>
              <p:cNvSpPr/>
              <p:nvPr/>
            </p:nvSpPr>
            <p:spPr>
              <a:xfrm>
                <a:off x="243738" y="2921647"/>
                <a:ext cx="439011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9F3E32-0AB8-F96F-F3D5-E6CC0B50B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38" y="2921647"/>
                <a:ext cx="4390117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CDE9DC-F2DA-88E2-FD4E-9F340F17188C}"/>
                  </a:ext>
                </a:extLst>
              </p:cNvPr>
              <p:cNvSpPr/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𝟑𝟒𝟏𝟑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CDE9DC-F2DA-88E2-FD4E-9F340F1718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D152C01-62C9-4CB1-606F-EB000EBFFAB8}"/>
                  </a:ext>
                </a:extLst>
              </p:cNvPr>
              <p:cNvSpPr/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&lt;∞)=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D152C01-62C9-4CB1-606F-EB000EBFF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EA4BB0E-219C-35EF-702B-0AB47E82C95E}"/>
                  </a:ext>
                </a:extLst>
              </p:cNvPr>
              <p:cNvSpPr/>
              <p:nvPr/>
            </p:nvSpPr>
            <p:spPr>
              <a:xfrm>
                <a:off x="243738" y="3654802"/>
                <a:ext cx="439011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87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EA4BB0E-219C-35EF-702B-0AB47E82C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38" y="3654802"/>
                <a:ext cx="4390117" cy="73866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80B6-D851-3871-0332-17AC148F18BE}"/>
              </a:ext>
            </a:extLst>
          </p:cNvPr>
          <p:cNvGrpSpPr/>
          <p:nvPr/>
        </p:nvGrpSpPr>
        <p:grpSpPr>
          <a:xfrm>
            <a:off x="114300" y="4393466"/>
            <a:ext cx="11587893" cy="2168848"/>
            <a:chOff x="-101174" y="952999"/>
            <a:chExt cx="12394347" cy="27485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ACF5201-3EB3-5DC3-6121-A06287EFFAD1}"/>
                </a:ext>
              </a:extLst>
            </p:cNvPr>
            <p:cNvSpPr/>
            <p:nvPr/>
          </p:nvSpPr>
          <p:spPr>
            <a:xfrm>
              <a:off x="3136170" y="2238950"/>
              <a:ext cx="830374" cy="967855"/>
            </a:xfrm>
            <a:custGeom>
              <a:avLst/>
              <a:gdLst>
                <a:gd name="csX0" fmla="*/ 0 w 824532"/>
                <a:gd name="csY0" fmla="*/ 0 h 952911"/>
                <a:gd name="csX1" fmla="*/ 0 w 824532"/>
                <a:gd name="csY1" fmla="*/ 952911 h 952911"/>
                <a:gd name="csX2" fmla="*/ 824532 w 824532"/>
                <a:gd name="csY2" fmla="*/ 952911 h 952911"/>
                <a:gd name="csX3" fmla="*/ 824532 w 824532"/>
                <a:gd name="csY3" fmla="*/ 836363 h 952911"/>
                <a:gd name="csX4" fmla="*/ 824525 w 824532"/>
                <a:gd name="csY4" fmla="*/ 836363 h 952911"/>
                <a:gd name="csX5" fmla="*/ 714988 w 824532"/>
                <a:gd name="csY5" fmla="*/ 825131 h 952911"/>
                <a:gd name="csX6" fmla="*/ 148127 w 824532"/>
                <a:gd name="csY6" fmla="*/ 305075 h 952911"/>
                <a:gd name="csX7" fmla="*/ 18671 w 824532"/>
                <a:gd name="csY7" fmla="*/ 39973 h 952911"/>
                <a:gd name="csX8" fmla="*/ 0 w 824532"/>
                <a:gd name="csY8" fmla="*/ 0 h 952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24532" h="952911">
                  <a:moveTo>
                    <a:pt x="0" y="0"/>
                  </a:moveTo>
                  <a:lnTo>
                    <a:pt x="0" y="952911"/>
                  </a:lnTo>
                  <a:lnTo>
                    <a:pt x="824532" y="952911"/>
                  </a:lnTo>
                  <a:lnTo>
                    <a:pt x="824532" y="836363"/>
                  </a:lnTo>
                  <a:lnTo>
                    <a:pt x="824525" y="836363"/>
                  </a:lnTo>
                  <a:lnTo>
                    <a:pt x="714988" y="825131"/>
                  </a:lnTo>
                  <a:cubicBezTo>
                    <a:pt x="470699" y="777616"/>
                    <a:pt x="302617" y="583877"/>
                    <a:pt x="148127" y="305075"/>
                  </a:cubicBezTo>
                  <a:cubicBezTo>
                    <a:pt x="115022" y="245332"/>
                    <a:pt x="71023" y="152076"/>
                    <a:pt x="18671" y="39973"/>
                  </a:cubicBez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9D0ADD-2454-58D3-F4DE-83B84048FE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4401" y="2234867"/>
              <a:ext cx="9312" cy="95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3664DE-6971-D42C-459E-2EFC7E133BA0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957292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6EBFB7F-01C1-AF7D-E955-BA94F816EC11}"/>
                </a:ext>
              </a:extLst>
            </p:cNvPr>
            <p:cNvSpPr/>
            <p:nvPr/>
          </p:nvSpPr>
          <p:spPr>
            <a:xfrm>
              <a:off x="435237" y="95300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71E714-DF4D-42A5-6A4C-D49395286998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318182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AA21F49F-BD3A-27BB-748D-7683139E5EF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70800" y="3206805"/>
                  <a:ext cx="747887" cy="49476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AA21F49F-BD3A-27BB-748D-7683139E5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0800" y="3206805"/>
                  <a:ext cx="747887" cy="49476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858CCDBA-3DA6-A95B-5907-6F2AC20F66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3200341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858CCDBA-3DA6-A95B-5907-6F2AC20F6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3200341"/>
                  <a:ext cx="603815" cy="48628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835DC59-0249-7C43-82DD-719E25D7D5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01174" y="3191861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835DC59-0249-7C43-82DD-719E25D7D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174" y="3191861"/>
                  <a:ext cx="747890" cy="49476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BD4E6EE0-41FF-EF13-2459-1FCB973297E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23217" y="1893484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BD4E6EE0-41FF-EF13-2459-1FCB97329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17" y="1893484"/>
                  <a:ext cx="576480" cy="352145"/>
                </a:xfrm>
                <a:prstGeom prst="rect">
                  <a:avLst/>
                </a:prstGeom>
                <a:blipFill>
                  <a:blip r:embed="rId22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AEE667-671B-C898-2E6F-F549FCBC9D2C}"/>
                </a:ext>
              </a:extLst>
            </p:cNvPr>
            <p:cNvGrpSpPr/>
            <p:nvPr/>
          </p:nvGrpSpPr>
          <p:grpSpPr>
            <a:xfrm>
              <a:off x="4680343" y="952999"/>
              <a:ext cx="3957451" cy="2740086"/>
              <a:chOff x="4680343" y="952999"/>
              <a:chExt cx="3957451" cy="2740086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440D11B-DC15-085E-BCD6-E75C3F4C798A}"/>
                  </a:ext>
                </a:extLst>
              </p:cNvPr>
              <p:cNvSpPr/>
              <p:nvPr/>
            </p:nvSpPr>
            <p:spPr>
              <a:xfrm>
                <a:off x="6396127" y="952999"/>
                <a:ext cx="1815523" cy="2232305"/>
              </a:xfrm>
              <a:custGeom>
                <a:avLst/>
                <a:gdLst>
                  <a:gd name="csX0" fmla="*/ 0 w 2009125"/>
                  <a:gd name="csY0" fmla="*/ 0 h 3030069"/>
                  <a:gd name="csX1" fmla="*/ 27300 w 2009125"/>
                  <a:gd name="csY1" fmla="*/ 3062 h 3030069"/>
                  <a:gd name="csX2" fmla="*/ 1225951 w 2009125"/>
                  <a:gd name="csY2" fmla="*/ 2157581 h 3030069"/>
                  <a:gd name="csX3" fmla="*/ 1882290 w 2009125"/>
                  <a:gd name="csY3" fmla="*/ 2863471 h 3030069"/>
                  <a:gd name="csX4" fmla="*/ 2009117 w 2009125"/>
                  <a:gd name="csY4" fmla="*/ 2878716 h 3030069"/>
                  <a:gd name="csX5" fmla="*/ 2009125 w 2009125"/>
                  <a:gd name="csY5" fmla="*/ 2878716 h 3030069"/>
                  <a:gd name="csX6" fmla="*/ 2009125 w 2009125"/>
                  <a:gd name="csY6" fmla="*/ 2878717 h 3030069"/>
                  <a:gd name="csX7" fmla="*/ 2009125 w 2009125"/>
                  <a:gd name="csY7" fmla="*/ 3030069 h 3030069"/>
                  <a:gd name="csX8" fmla="*/ 0 w 2009125"/>
                  <a:gd name="csY8" fmla="*/ 3030069 h 3030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09125" h="3030069">
                    <a:moveTo>
                      <a:pt x="0" y="0"/>
                    </a:moveTo>
                    <a:lnTo>
                      <a:pt x="27300" y="3062"/>
                    </a:lnTo>
                    <a:cubicBezTo>
                      <a:pt x="493169" y="105388"/>
                      <a:pt x="1027908" y="1738608"/>
                      <a:pt x="1225951" y="2157581"/>
                    </a:cubicBezTo>
                    <a:cubicBezTo>
                      <a:pt x="1404827" y="2536009"/>
                      <a:pt x="1599440" y="2798977"/>
                      <a:pt x="1882290" y="2863471"/>
                    </a:cubicBezTo>
                    <a:lnTo>
                      <a:pt x="2009117" y="2878716"/>
                    </a:lnTo>
                    <a:lnTo>
                      <a:pt x="2009125" y="2878716"/>
                    </a:lnTo>
                    <a:lnTo>
                      <a:pt x="2009125" y="2878717"/>
                    </a:lnTo>
                    <a:lnTo>
                      <a:pt x="2009125" y="3030069"/>
                    </a:lnTo>
                    <a:lnTo>
                      <a:pt x="0" y="3030069"/>
                    </a:lnTo>
                    <a:close/>
                  </a:path>
                </a:pathLst>
              </a:custGeom>
              <a:pattFill prst="trellis">
                <a:fgClr>
                  <a:srgbClr val="009788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E13A034-5470-624C-9FC4-84B4C231D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6455" y="957292"/>
                <a:ext cx="0" cy="222453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1018885-D054-199A-D251-E7DD845751C3}"/>
                  </a:ext>
                </a:extLst>
              </p:cNvPr>
              <p:cNvSpPr/>
              <p:nvPr/>
            </p:nvSpPr>
            <p:spPr>
              <a:xfrm>
                <a:off x="4680343" y="952999"/>
                <a:ext cx="3524171" cy="2112800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29C8646-80D9-AE62-0552-73434E9AEC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343" y="3181825"/>
                <a:ext cx="35241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Content Placeholder 2">
                    <a:extLst>
                      <a:ext uri="{FF2B5EF4-FFF2-40B4-BE49-F238E27FC236}">
                        <a16:creationId xmlns:a16="http://schemas.microsoft.com/office/drawing/2014/main" id="{D1E78368-DB64-5ACB-09A6-A10854AA29F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18078" y="3206805"/>
                    <a:ext cx="603815" cy="486280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09625" indent="-352425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IN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8" name="Content Placeholder 2">
                    <a:extLst>
                      <a:ext uri="{FF2B5EF4-FFF2-40B4-BE49-F238E27FC236}">
                        <a16:creationId xmlns:a16="http://schemas.microsoft.com/office/drawing/2014/main" id="{D1E78368-DB64-5ACB-09A6-A10854AA29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8078" y="3206805"/>
                    <a:ext cx="603815" cy="48628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Content Placeholder 2">
                    <a:extLst>
                      <a:ext uri="{FF2B5EF4-FFF2-40B4-BE49-F238E27FC236}">
                        <a16:creationId xmlns:a16="http://schemas.microsoft.com/office/drawing/2014/main" id="{C1EE7BDC-9CD5-1F2A-B3DB-FADC37BFD08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889904" y="3177937"/>
                    <a:ext cx="747890" cy="494760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09625" indent="-352425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9" name="Content Placeholder 2">
                    <a:extLst>
                      <a:ext uri="{FF2B5EF4-FFF2-40B4-BE49-F238E27FC236}">
                        <a16:creationId xmlns:a16="http://schemas.microsoft.com/office/drawing/2014/main" id="{C1EE7BDC-9CD5-1F2A-B3DB-FADC37BFD0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89904" y="3177937"/>
                    <a:ext cx="747890" cy="49476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1250D6-5C3F-40A0-A448-87095EBC8A15}"/>
                </a:ext>
              </a:extLst>
            </p:cNvPr>
            <p:cNvGrpSpPr/>
            <p:nvPr/>
          </p:nvGrpSpPr>
          <p:grpSpPr>
            <a:xfrm>
              <a:off x="8185386" y="952999"/>
              <a:ext cx="4107787" cy="2712383"/>
              <a:chOff x="8185386" y="952999"/>
              <a:chExt cx="4107787" cy="2712383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9F3DBF1-02DF-EE32-6D33-DAAD767ACD7B}"/>
                  </a:ext>
                </a:extLst>
              </p:cNvPr>
              <p:cNvSpPr/>
              <p:nvPr/>
            </p:nvSpPr>
            <p:spPr>
              <a:xfrm>
                <a:off x="10526794" y="969499"/>
                <a:ext cx="956483" cy="2222362"/>
              </a:xfrm>
              <a:custGeom>
                <a:avLst/>
                <a:gdLst>
                  <a:gd name="csX0" fmla="*/ 0 w 956483"/>
                  <a:gd name="csY0" fmla="*/ 0 h 2222362"/>
                  <a:gd name="csX1" fmla="*/ 0 w 956483"/>
                  <a:gd name="csY1" fmla="*/ 2222362 h 2222362"/>
                  <a:gd name="csX2" fmla="*/ 956483 w 956483"/>
                  <a:gd name="csY2" fmla="*/ 2222362 h 2222362"/>
                  <a:gd name="csX3" fmla="*/ 956483 w 956483"/>
                  <a:gd name="csY3" fmla="*/ 1374964 h 2222362"/>
                  <a:gd name="csX4" fmla="*/ 934719 w 956483"/>
                  <a:gd name="csY4" fmla="*/ 1328942 h 2222362"/>
                  <a:gd name="csX5" fmla="*/ 23587 w 956483"/>
                  <a:gd name="csY5" fmla="*/ 2246 h 22223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56483" h="2222362">
                    <a:moveTo>
                      <a:pt x="0" y="0"/>
                    </a:moveTo>
                    <a:lnTo>
                      <a:pt x="0" y="2222362"/>
                    </a:lnTo>
                    <a:lnTo>
                      <a:pt x="956483" y="2222362"/>
                    </a:lnTo>
                    <a:lnTo>
                      <a:pt x="956483" y="1374964"/>
                    </a:lnTo>
                    <a:lnTo>
                      <a:pt x="934719" y="1328942"/>
                    </a:lnTo>
                    <a:cubicBezTo>
                      <a:pt x="717038" y="865434"/>
                      <a:pt x="350669" y="63224"/>
                      <a:pt x="23587" y="2246"/>
                    </a:cubicBezTo>
                    <a:close/>
                  </a:path>
                </a:pathLst>
              </a:custGeom>
              <a:pattFill prst="trellis">
                <a:fgClr>
                  <a:srgbClr val="009788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F24BA96-EB19-A48E-3AE4-1DDE00E7F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5114" y="957291"/>
                <a:ext cx="0" cy="222453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8AF7117-F653-F478-4697-7CD41CCA45E7}"/>
                  </a:ext>
                </a:extLst>
              </p:cNvPr>
              <p:cNvSpPr/>
              <p:nvPr/>
            </p:nvSpPr>
            <p:spPr>
              <a:xfrm>
                <a:off x="8769002" y="952999"/>
                <a:ext cx="3524171" cy="2112800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D798448-92E0-ECAD-2813-2CEA1CCF3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9002" y="3181825"/>
                <a:ext cx="352417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Content Placeholder 2">
                    <a:extLst>
                      <a:ext uri="{FF2B5EF4-FFF2-40B4-BE49-F238E27FC236}">
                        <a16:creationId xmlns:a16="http://schemas.microsoft.com/office/drawing/2014/main" id="{9A4968E5-55CF-F167-667A-292EED4D68D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1131103" y="3185251"/>
                    <a:ext cx="771570" cy="480131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09625" indent="-352425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IN" b="1" dirty="0">
                      <a:solidFill>
                        <a:schemeClr val="accent6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Content Placeholder 2">
                    <a:extLst>
                      <a:ext uri="{FF2B5EF4-FFF2-40B4-BE49-F238E27FC236}">
                        <a16:creationId xmlns:a16="http://schemas.microsoft.com/office/drawing/2014/main" id="{9A4968E5-55CF-F167-667A-292EED4D68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31103" y="3185251"/>
                    <a:ext cx="771570" cy="480131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Content Placeholder 2">
                    <a:extLst>
                      <a:ext uri="{FF2B5EF4-FFF2-40B4-BE49-F238E27FC236}">
                        <a16:creationId xmlns:a16="http://schemas.microsoft.com/office/drawing/2014/main" id="{1633F494-9389-F5BB-B794-1730C610908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0242847" y="3194659"/>
                    <a:ext cx="576480" cy="352145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09625" indent="-352425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IN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Content Placeholder 2">
                    <a:extLst>
                      <a:ext uri="{FF2B5EF4-FFF2-40B4-BE49-F238E27FC236}">
                        <a16:creationId xmlns:a16="http://schemas.microsoft.com/office/drawing/2014/main" id="{1633F494-9389-F5BB-B794-1730C61090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42847" y="3194659"/>
                    <a:ext cx="576480" cy="352145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2888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Content Placeholder 2">
                    <a:extLst>
                      <a:ext uri="{FF2B5EF4-FFF2-40B4-BE49-F238E27FC236}">
                        <a16:creationId xmlns:a16="http://schemas.microsoft.com/office/drawing/2014/main" id="{34CBAB34-3E42-D2A0-87B3-2B9F075DBB0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185386" y="1893484"/>
                    <a:ext cx="576480" cy="480131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09625" indent="-352425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IN" b="1" dirty="0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2" name="Content Placeholder 2">
                    <a:extLst>
                      <a:ext uri="{FF2B5EF4-FFF2-40B4-BE49-F238E27FC236}">
                        <a16:creationId xmlns:a16="http://schemas.microsoft.com/office/drawing/2014/main" id="{34CBAB34-3E42-D2A0-87B3-2B9F075DB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5386" y="1893484"/>
                    <a:ext cx="576480" cy="48013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A482A0D-4DF5-65A9-9941-EFD946063B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8389" y="2336933"/>
                <a:ext cx="0" cy="82897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002EF1FE-5944-E0E1-4F58-62D284A0D13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603439" y="3185305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002EF1FE-5944-E0E1-4F58-62D284A0D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439" y="3185305"/>
                  <a:ext cx="747890" cy="49476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919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4" grpId="0"/>
      <p:bldP spid="23" grpId="0" animBg="1"/>
      <p:bldP spid="24" grpId="0" animBg="1"/>
      <p:bldP spid="25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 the percentage of cells with life less than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  <a:blipFill>
                <a:blip r:embed="rId2"/>
                <a:stretch>
                  <a:fillRect l="-101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5C85981-2F7D-49F7-3D1B-1EC19B372010}"/>
                  </a:ext>
                </a:extLst>
              </p:cNvPr>
              <p:cNvSpPr/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5C85981-2F7D-49F7-3D1B-1EC19B372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331E81F-AD93-D4FE-8321-1AA7F43C85E7}"/>
                  </a:ext>
                </a:extLst>
              </p:cNvPr>
              <p:cNvSpPr/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331E81F-AD93-D4FE-8321-1AA7F43C85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BD4F62-F1C4-1FC7-B86D-7C275C3F6D04}"/>
                  </a:ext>
                </a:extLst>
              </p:cNvPr>
              <p:cNvSpPr/>
              <p:nvPr/>
            </p:nvSpPr>
            <p:spPr>
              <a:xfrm>
                <a:off x="9694718" y="2188628"/>
                <a:ext cx="2247072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BD4F62-F1C4-1FC7-B86D-7C275C3F6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718" y="2188628"/>
                <a:ext cx="2247072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6DDF41-D1C4-95CC-77D5-25575BC3CA48}"/>
              </a:ext>
            </a:extLst>
          </p:cNvPr>
          <p:cNvSpPr/>
          <p:nvPr/>
        </p:nvSpPr>
        <p:spPr>
          <a:xfrm>
            <a:off x="609606" y="1667109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625DCD-718E-8902-52B2-EA0E26DE76C3}"/>
                  </a:ext>
                </a:extLst>
              </p:cNvPr>
              <p:cNvSpPr/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625DCD-718E-8902-52B2-EA0E26DE7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8964DCA-26B5-0FAE-4CA8-80E2E44A0FFC}"/>
                  </a:ext>
                </a:extLst>
              </p:cNvPr>
              <p:cNvSpPr/>
              <p:nvPr/>
            </p:nvSpPr>
            <p:spPr>
              <a:xfrm>
                <a:off x="609606" y="2757682"/>
                <a:ext cx="3245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&lt;6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8964DCA-26B5-0FAE-4CA8-80E2E44A0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6" y="2757682"/>
                <a:ext cx="3245421" cy="523220"/>
              </a:xfrm>
              <a:prstGeom prst="rect">
                <a:avLst/>
              </a:prstGeom>
              <a:blipFill>
                <a:blip r:embed="rId6"/>
                <a:stretch>
                  <a:fillRect l="-375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12DEF7-7360-BA51-2E8E-8E673AEC292F}"/>
                  </a:ext>
                </a:extLst>
              </p:cNvPr>
              <p:cNvSpPr/>
              <p:nvPr/>
            </p:nvSpPr>
            <p:spPr>
              <a:xfrm>
                <a:off x="2830871" y="2499163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12DEF7-7360-BA51-2E8E-8E673AEC29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871" y="2499163"/>
                <a:ext cx="3739002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62166F-7723-BDC9-3396-5D771711AE77}"/>
                  </a:ext>
                </a:extLst>
              </p:cNvPr>
              <p:cNvSpPr/>
              <p:nvPr/>
            </p:nvSpPr>
            <p:spPr>
              <a:xfrm>
                <a:off x="2820480" y="4032260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62166F-7723-BDC9-3396-5D771711AE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480" y="4032260"/>
                <a:ext cx="3739002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0D2BA5-D73E-6440-3DE1-B4B598997244}"/>
                  </a:ext>
                </a:extLst>
              </p:cNvPr>
              <p:cNvSpPr/>
              <p:nvPr/>
            </p:nvSpPr>
            <p:spPr>
              <a:xfrm>
                <a:off x="1074772" y="5612129"/>
                <a:ext cx="543275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&lt;−2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0D2BA5-D73E-6440-3DE1-B4B598997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72" y="5612129"/>
                <a:ext cx="543275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69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96928" y="1888541"/>
                <a:ext cx="290318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0.5−0.4772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28" y="1888541"/>
                <a:ext cx="2903184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996928" y="1365321"/>
                <a:ext cx="67210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(−2&lt;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28" y="1365321"/>
                <a:ext cx="67210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1585A2-4B66-46D3-56C7-C65AC06B6031}"/>
                  </a:ext>
                </a:extLst>
              </p:cNvPr>
              <p:cNvSpPr/>
              <p:nvPr/>
            </p:nvSpPr>
            <p:spPr>
              <a:xfrm>
                <a:off x="228035" y="796139"/>
                <a:ext cx="543275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&lt;−2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1585A2-4B66-46D3-56C7-C65AC06B60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35" y="796139"/>
                <a:ext cx="543275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AF926D-76E1-5C80-7898-49E55C541B87}"/>
                  </a:ext>
                </a:extLst>
              </p:cNvPr>
              <p:cNvSpPr/>
              <p:nvPr/>
            </p:nvSpPr>
            <p:spPr>
              <a:xfrm>
                <a:off x="1996928" y="2513519"/>
                <a:ext cx="234647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0228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AF926D-76E1-5C80-7898-49E55C541B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28" y="2513519"/>
                <a:ext cx="2346472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8E0B00F-6E45-2A85-8A11-79ED7217D38F}"/>
                  </a:ext>
                </a:extLst>
              </p:cNvPr>
              <p:cNvSpPr/>
              <p:nvPr/>
            </p:nvSpPr>
            <p:spPr>
              <a:xfrm>
                <a:off x="133039" y="3137647"/>
                <a:ext cx="491694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2.28%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8E0B00F-6E45-2A85-8A11-79ED7217D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39" y="3137647"/>
                <a:ext cx="4916944" cy="7386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F2EE7EE-6A37-8DBF-FE00-85BD8BC1C658}"/>
                  </a:ext>
                </a:extLst>
              </p:cNvPr>
              <p:cNvSpPr/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600" b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6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F2EE7EE-6A37-8DBF-FE00-85BD8BC1C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9CACAAD-8C22-1ACB-4F66-C30487165864}"/>
                  </a:ext>
                </a:extLst>
              </p:cNvPr>
              <p:cNvSpPr/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9CACAAD-8C22-1ACB-4F66-C30487165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18CE09F-1713-D7A3-8A0C-AC0AEB0990BA}"/>
              </a:ext>
            </a:extLst>
          </p:cNvPr>
          <p:cNvGrpSpPr/>
          <p:nvPr/>
        </p:nvGrpSpPr>
        <p:grpSpPr>
          <a:xfrm>
            <a:off x="-31173" y="3989867"/>
            <a:ext cx="12160134" cy="2659571"/>
            <a:chOff x="-101174" y="3706710"/>
            <a:chExt cx="12394347" cy="274008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B47248-09EA-E879-C470-F587595CFE36}"/>
                </a:ext>
              </a:extLst>
            </p:cNvPr>
            <p:cNvSpPr/>
            <p:nvPr/>
          </p:nvSpPr>
          <p:spPr>
            <a:xfrm flipH="1">
              <a:off x="9547431" y="3727644"/>
              <a:ext cx="956483" cy="2222362"/>
            </a:xfrm>
            <a:custGeom>
              <a:avLst/>
              <a:gdLst>
                <a:gd name="csX0" fmla="*/ 0 w 956483"/>
                <a:gd name="csY0" fmla="*/ 0 h 2222362"/>
                <a:gd name="csX1" fmla="*/ 0 w 956483"/>
                <a:gd name="csY1" fmla="*/ 2222362 h 2222362"/>
                <a:gd name="csX2" fmla="*/ 956483 w 956483"/>
                <a:gd name="csY2" fmla="*/ 2222362 h 2222362"/>
                <a:gd name="csX3" fmla="*/ 956483 w 956483"/>
                <a:gd name="csY3" fmla="*/ 1374964 h 2222362"/>
                <a:gd name="csX4" fmla="*/ 934719 w 956483"/>
                <a:gd name="csY4" fmla="*/ 1328942 h 2222362"/>
                <a:gd name="csX5" fmla="*/ 23587 w 956483"/>
                <a:gd name="csY5" fmla="*/ 2246 h 2222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56483" h="2222362">
                  <a:moveTo>
                    <a:pt x="0" y="0"/>
                  </a:moveTo>
                  <a:lnTo>
                    <a:pt x="0" y="2222362"/>
                  </a:lnTo>
                  <a:lnTo>
                    <a:pt x="956483" y="2222362"/>
                  </a:lnTo>
                  <a:lnTo>
                    <a:pt x="956483" y="1374964"/>
                  </a:lnTo>
                  <a:lnTo>
                    <a:pt x="934719" y="1328942"/>
                  </a:lnTo>
                  <a:cubicBezTo>
                    <a:pt x="717038" y="865434"/>
                    <a:pt x="350669" y="63224"/>
                    <a:pt x="23587" y="2246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2D7ED2B-5CF9-4351-4814-91B42D5C5640}"/>
                </a:ext>
              </a:extLst>
            </p:cNvPr>
            <p:cNvSpPr/>
            <p:nvPr/>
          </p:nvSpPr>
          <p:spPr>
            <a:xfrm flipH="1">
              <a:off x="434037" y="5001141"/>
              <a:ext cx="830374" cy="952911"/>
            </a:xfrm>
            <a:custGeom>
              <a:avLst/>
              <a:gdLst>
                <a:gd name="csX0" fmla="*/ 0 w 824532"/>
                <a:gd name="csY0" fmla="*/ 0 h 952911"/>
                <a:gd name="csX1" fmla="*/ 0 w 824532"/>
                <a:gd name="csY1" fmla="*/ 952911 h 952911"/>
                <a:gd name="csX2" fmla="*/ 824532 w 824532"/>
                <a:gd name="csY2" fmla="*/ 952911 h 952911"/>
                <a:gd name="csX3" fmla="*/ 824532 w 824532"/>
                <a:gd name="csY3" fmla="*/ 836363 h 952911"/>
                <a:gd name="csX4" fmla="*/ 824525 w 824532"/>
                <a:gd name="csY4" fmla="*/ 836363 h 952911"/>
                <a:gd name="csX5" fmla="*/ 714988 w 824532"/>
                <a:gd name="csY5" fmla="*/ 825131 h 952911"/>
                <a:gd name="csX6" fmla="*/ 148127 w 824532"/>
                <a:gd name="csY6" fmla="*/ 305075 h 952911"/>
                <a:gd name="csX7" fmla="*/ 18671 w 824532"/>
                <a:gd name="csY7" fmla="*/ 39973 h 952911"/>
                <a:gd name="csX8" fmla="*/ 0 w 824532"/>
                <a:gd name="csY8" fmla="*/ 0 h 952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24532" h="952911">
                  <a:moveTo>
                    <a:pt x="0" y="0"/>
                  </a:moveTo>
                  <a:lnTo>
                    <a:pt x="0" y="952911"/>
                  </a:lnTo>
                  <a:lnTo>
                    <a:pt x="824532" y="952911"/>
                  </a:lnTo>
                  <a:lnTo>
                    <a:pt x="824532" y="836363"/>
                  </a:lnTo>
                  <a:lnTo>
                    <a:pt x="824525" y="836363"/>
                  </a:lnTo>
                  <a:lnTo>
                    <a:pt x="714988" y="825131"/>
                  </a:lnTo>
                  <a:cubicBezTo>
                    <a:pt x="470699" y="777616"/>
                    <a:pt x="302617" y="583877"/>
                    <a:pt x="148127" y="305075"/>
                  </a:cubicBezTo>
                  <a:cubicBezTo>
                    <a:pt x="115022" y="245332"/>
                    <a:pt x="71023" y="152076"/>
                    <a:pt x="18671" y="39973"/>
                  </a:cubicBezTo>
                  <a:lnTo>
                    <a:pt x="0" y="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099EFB-A07E-1BDF-3DE6-6E5C1A0306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9755" y="4992661"/>
              <a:ext cx="9312" cy="95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F718549-65A0-4599-76F6-44FBB82BF2A1}"/>
                </a:ext>
              </a:extLst>
            </p:cNvPr>
            <p:cNvSpPr/>
            <p:nvPr/>
          </p:nvSpPr>
          <p:spPr>
            <a:xfrm flipH="1">
              <a:off x="4679142" y="3731690"/>
              <a:ext cx="1737305" cy="2222362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980FDC-7CC0-5434-3353-CCC39F01AD38}"/>
                </a:ext>
              </a:extLst>
            </p:cNvPr>
            <p:cNvCxnSpPr>
              <a:cxnSpLocks/>
            </p:cNvCxnSpPr>
            <p:nvPr/>
          </p:nvCxnSpPr>
          <p:spPr>
            <a:xfrm>
              <a:off x="2171349" y="371100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BCD7224-E99D-D7AF-8CC9-91ED9F723578}"/>
                </a:ext>
              </a:extLst>
            </p:cNvPr>
            <p:cNvSpPr/>
            <p:nvPr/>
          </p:nvSpPr>
          <p:spPr>
            <a:xfrm>
              <a:off x="435237" y="3706711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07ACED-70D7-C284-D692-6650E7B10F5A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7" y="5935537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32497368-3253-5527-929B-D8911FC5771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7947" y="5974316"/>
                  <a:ext cx="1267620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32497368-3253-5527-929B-D8911FC57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47" y="5974316"/>
                  <a:ext cx="1267620" cy="424732"/>
                </a:xfrm>
                <a:prstGeom prst="rect">
                  <a:avLst/>
                </a:prstGeom>
                <a:blipFill>
                  <a:blip r:embed="rId17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4361390F-1D76-9AB7-9922-5E1242DF89C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9441" y="5954052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0639395A-07B7-1412-6D00-1E748A44A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441" y="5954052"/>
                  <a:ext cx="603815" cy="4862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ontent Placeholder 2">
                  <a:extLst>
                    <a:ext uri="{FF2B5EF4-FFF2-40B4-BE49-F238E27FC236}">
                      <a16:creationId xmlns:a16="http://schemas.microsoft.com/office/drawing/2014/main" id="{E8D4E084-34D7-CAF2-D927-AD48D4C38B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01174" y="5945572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35B76541-7D6C-2C2B-8551-4473F9B66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174" y="5945572"/>
                  <a:ext cx="747890" cy="494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D2777D94-57CB-2E6F-621C-D9BF4A7D3C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23217" y="4647195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BD48B324-BAD8-9E32-880A-A25C94524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17" y="4647195"/>
                  <a:ext cx="576480" cy="35214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64940E-BCFB-3B36-D725-4C55BFF39D91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114" y="3711002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3E207D-017F-34D9-DDEC-EF84D8461EC4}"/>
                </a:ext>
              </a:extLst>
            </p:cNvPr>
            <p:cNvSpPr/>
            <p:nvPr/>
          </p:nvSpPr>
          <p:spPr>
            <a:xfrm>
              <a:off x="8769002" y="370671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4DEA92-F542-A93B-52E1-FDFABB7B1919}"/>
                </a:ext>
              </a:extLst>
            </p:cNvPr>
            <p:cNvCxnSpPr>
              <a:cxnSpLocks/>
            </p:cNvCxnSpPr>
            <p:nvPr/>
          </p:nvCxnSpPr>
          <p:spPr>
            <a:xfrm>
              <a:off x="8769002" y="593553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3BA39AE2-170C-2A4F-FA3E-977DAEACC2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827810" y="5974316"/>
                  <a:ext cx="1197862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3BA39AE2-170C-2A4F-FA3E-977DAEACC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7810" y="5974316"/>
                  <a:ext cx="1197862" cy="424732"/>
                </a:xfrm>
                <a:prstGeom prst="rect">
                  <a:avLst/>
                </a:prstGeom>
                <a:blipFill>
                  <a:blip r:embed="rId18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2">
                  <a:extLst>
                    <a:ext uri="{FF2B5EF4-FFF2-40B4-BE49-F238E27FC236}">
                      <a16:creationId xmlns:a16="http://schemas.microsoft.com/office/drawing/2014/main" id="{4DB03E7D-E013-EBB3-05EB-1464DCECEFE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42847" y="594837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871D438A-35B9-B45A-F54C-6BCC22520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2847" y="5948370"/>
                  <a:ext cx="576480" cy="35214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5E082F1-1ADE-EBC6-C458-0D44EBF72429}"/>
                </a:ext>
              </a:extLst>
            </p:cNvPr>
            <p:cNvCxnSpPr>
              <a:cxnSpLocks/>
            </p:cNvCxnSpPr>
            <p:nvPr/>
          </p:nvCxnSpPr>
          <p:spPr>
            <a:xfrm>
              <a:off x="6416455" y="3711003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6E193D7-A636-7A95-EB9B-45904C8D4D00}"/>
                </a:ext>
              </a:extLst>
            </p:cNvPr>
            <p:cNvSpPr/>
            <p:nvPr/>
          </p:nvSpPr>
          <p:spPr>
            <a:xfrm>
              <a:off x="4680343" y="3706710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3D7F78C-EF33-3033-3084-46CB6BB8FC18}"/>
                </a:ext>
              </a:extLst>
            </p:cNvPr>
            <p:cNvCxnSpPr>
              <a:cxnSpLocks/>
            </p:cNvCxnSpPr>
            <p:nvPr/>
          </p:nvCxnSpPr>
          <p:spPr>
            <a:xfrm>
              <a:off x="4680343" y="5935536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DD4F6245-8DF0-9A16-1B77-29BADE276B7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18078" y="5960516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87417C97-E590-ADCD-BD0F-41F7D376A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78" y="5960516"/>
                  <a:ext cx="603815" cy="48628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2">
                  <a:extLst>
                    <a:ext uri="{FF2B5EF4-FFF2-40B4-BE49-F238E27FC236}">
                      <a16:creationId xmlns:a16="http://schemas.microsoft.com/office/drawing/2014/main" id="{A88D8D3E-92B9-697E-A186-BB8E38D130B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27156" y="5929844"/>
                  <a:ext cx="747890" cy="49476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7779336-E76F-81EF-BD5D-F18FCB1D14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156" y="5929844"/>
                  <a:ext cx="747890" cy="49476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DFFB951D-7472-46CC-0D09-5091E1C8F7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85386" y="4647195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7AF7E5B7-3CE7-78C1-5E25-F42D751DC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386" y="4647195"/>
                  <a:ext cx="576480" cy="4801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D2AFBF-99D5-DB72-3373-93BADC839A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7519" y="5183918"/>
              <a:ext cx="0" cy="7536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060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5" grpId="0"/>
      <p:bldP spid="33" grpId="0"/>
      <p:bldP spid="34" grpId="0" animBg="1"/>
      <p:bldP spid="35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43693"/>
                <a:ext cx="11998124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(c) Find the Percentage of cells with life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43693"/>
                <a:ext cx="11998124" cy="523220"/>
              </a:xfrm>
              <a:prstGeom prst="rect">
                <a:avLst/>
              </a:prstGeom>
              <a:blipFill>
                <a:blip r:embed="rId2"/>
                <a:stretch>
                  <a:fillRect l="-101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12C1370-E453-48A4-C8E0-AA718C3CFCD5}"/>
                  </a:ext>
                </a:extLst>
              </p:cNvPr>
              <p:cNvSpPr/>
              <p:nvPr/>
            </p:nvSpPr>
            <p:spPr>
              <a:xfrm>
                <a:off x="10375181" y="2549588"/>
                <a:ext cx="1692322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12C1370-E453-48A4-C8E0-AA718C3CFC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181" y="2549588"/>
                <a:ext cx="169232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FC2ADEF-5305-D30A-12DA-02E5A121F169}"/>
                  </a:ext>
                </a:extLst>
              </p:cNvPr>
              <p:cNvSpPr/>
              <p:nvPr/>
            </p:nvSpPr>
            <p:spPr>
              <a:xfrm>
                <a:off x="10375182" y="3429000"/>
                <a:ext cx="1692322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FC2ADEF-5305-D30A-12DA-02E5A121F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182" y="3429000"/>
                <a:ext cx="1692322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C47E7B-98B9-506B-2A15-9391B39A3243}"/>
                  </a:ext>
                </a:extLst>
              </p:cNvPr>
              <p:cNvSpPr/>
              <p:nvPr/>
            </p:nvSpPr>
            <p:spPr>
              <a:xfrm>
                <a:off x="8729386" y="1569327"/>
                <a:ext cx="3338117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C47E7B-98B9-506B-2A15-9391B39A3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386" y="1569327"/>
                <a:ext cx="3338117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497F0E9-C60B-415C-0715-881F154D2598}"/>
              </a:ext>
            </a:extLst>
          </p:cNvPr>
          <p:cNvSpPr/>
          <p:nvPr/>
        </p:nvSpPr>
        <p:spPr>
          <a:xfrm>
            <a:off x="609606" y="1667109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723CB3-9EBB-B630-57C4-60743AFEC186}"/>
                  </a:ext>
                </a:extLst>
              </p:cNvPr>
              <p:cNvSpPr/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723CB3-9EBB-B630-57C4-60743AFEC1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398F6C-9BA9-E6FF-4952-A0386460F8DF}"/>
                  </a:ext>
                </a:extLst>
              </p:cNvPr>
              <p:cNvSpPr/>
              <p:nvPr/>
            </p:nvSpPr>
            <p:spPr>
              <a:xfrm>
                <a:off x="609606" y="2812496"/>
                <a:ext cx="35259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&lt;14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398F6C-9BA9-E6FF-4952-A0386460F8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6" y="2812496"/>
                <a:ext cx="3525976" cy="523220"/>
              </a:xfrm>
              <a:prstGeom prst="rect">
                <a:avLst/>
              </a:prstGeom>
              <a:blipFill>
                <a:blip r:embed="rId7"/>
                <a:stretch>
                  <a:fillRect l="-346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164164-7C23-0900-3AD8-6847386F7F6C}"/>
                  </a:ext>
                </a:extLst>
              </p:cNvPr>
              <p:cNvSpPr/>
              <p:nvPr/>
            </p:nvSpPr>
            <p:spPr>
              <a:xfrm>
                <a:off x="3877533" y="2549588"/>
                <a:ext cx="5235294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164164-7C23-0900-3AD8-6847386F7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33" y="2549588"/>
                <a:ext cx="5235294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6BF9DFB-0595-6D9E-A519-C9EF5D9925EE}"/>
                  </a:ext>
                </a:extLst>
              </p:cNvPr>
              <p:cNvSpPr/>
              <p:nvPr/>
            </p:nvSpPr>
            <p:spPr>
              <a:xfrm>
                <a:off x="3877533" y="4065411"/>
                <a:ext cx="5235294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6BF9DFB-0595-6D9E-A519-C9EF5D992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33" y="4065411"/>
                <a:ext cx="5235294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E2EA000-90AA-4F7C-69F8-0C4787C8E988}"/>
                  </a:ext>
                </a:extLst>
              </p:cNvPr>
              <p:cNvSpPr/>
              <p:nvPr/>
            </p:nvSpPr>
            <p:spPr>
              <a:xfrm>
                <a:off x="1064381" y="5581234"/>
                <a:ext cx="77654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&lt;14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−0.67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.67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E2EA000-90AA-4F7C-69F8-0C4787C8E9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81" y="5581234"/>
                <a:ext cx="776549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76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64067" y="1402930"/>
                <a:ext cx="66618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1402930"/>
                <a:ext cx="66618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64067" y="2760110"/>
                <a:ext cx="334019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0.2486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2486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2760110"/>
                <a:ext cx="334019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3B5D65-94F3-7989-1A63-D467673A8954}"/>
                  </a:ext>
                </a:extLst>
              </p:cNvPr>
              <p:cNvSpPr/>
              <p:nvPr/>
            </p:nvSpPr>
            <p:spPr>
              <a:xfrm>
                <a:off x="263443" y="761394"/>
                <a:ext cx="77654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&lt;14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−0.67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.67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3B5D65-94F3-7989-1A63-D467673A89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43" y="761394"/>
                <a:ext cx="776549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2C7450-3F32-129B-4655-F75D7713341B}"/>
                  </a:ext>
                </a:extLst>
              </p:cNvPr>
              <p:cNvSpPr/>
              <p:nvPr/>
            </p:nvSpPr>
            <p:spPr>
              <a:xfrm>
                <a:off x="3064067" y="3246276"/>
                <a:ext cx="277456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4972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2C7450-3F32-129B-4655-F75D771334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3246276"/>
                <a:ext cx="277456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8E91DFF-6429-81D3-4E44-8DDF92649A81}"/>
                  </a:ext>
                </a:extLst>
              </p:cNvPr>
              <p:cNvSpPr/>
              <p:nvPr/>
            </p:nvSpPr>
            <p:spPr>
              <a:xfrm>
                <a:off x="3064067" y="2081520"/>
                <a:ext cx="647478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67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67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8E91DFF-6429-81D3-4E44-8DDF92649A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2081520"/>
                <a:ext cx="647478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835215-91A7-AB71-3647-CE80689E3210}"/>
                  </a:ext>
                </a:extLst>
              </p:cNvPr>
              <p:cNvSpPr/>
              <p:nvPr/>
            </p:nvSpPr>
            <p:spPr>
              <a:xfrm>
                <a:off x="159534" y="3913965"/>
                <a:ext cx="517763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&lt;14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=49.72%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835215-91A7-AB71-3647-CE80689E3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34" y="3913965"/>
                <a:ext cx="5177632" cy="7386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9460405-8010-3151-EC3C-5276A2D1D43B}"/>
                  </a:ext>
                </a:extLst>
              </p:cNvPr>
              <p:cNvSpPr/>
              <p:nvPr/>
            </p:nvSpPr>
            <p:spPr>
              <a:xfrm>
                <a:off x="9377916" y="2684637"/>
                <a:ext cx="2667177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𝟔𝟕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𝟐𝟒𝟔𝟖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9460405-8010-3151-EC3C-5276A2D1D4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916" y="2684637"/>
                <a:ext cx="2667177" cy="98299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BFF00A0-605E-E3C8-6619-EEC269810195}"/>
              </a:ext>
            </a:extLst>
          </p:cNvPr>
          <p:cNvGrpSpPr/>
          <p:nvPr/>
        </p:nvGrpSpPr>
        <p:grpSpPr>
          <a:xfrm>
            <a:off x="1191569" y="4555501"/>
            <a:ext cx="10406819" cy="2003203"/>
            <a:chOff x="167032" y="3160174"/>
            <a:chExt cx="11909883" cy="275905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FB1F6D-A35C-FFF3-9DB7-1FA9AEE900C0}"/>
                </a:ext>
              </a:extLst>
            </p:cNvPr>
            <p:cNvSpPr/>
            <p:nvPr/>
          </p:nvSpPr>
          <p:spPr>
            <a:xfrm>
              <a:off x="10301536" y="3214426"/>
              <a:ext cx="1189499" cy="2218521"/>
            </a:xfrm>
            <a:custGeom>
              <a:avLst/>
              <a:gdLst>
                <a:gd name="csX0" fmla="*/ 10117 w 1189499"/>
                <a:gd name="csY0" fmla="*/ 0 h 2224533"/>
                <a:gd name="csX1" fmla="*/ 1093225 w 1189499"/>
                <a:gd name="csY1" fmla="*/ 1580842 h 2224533"/>
                <a:gd name="csX2" fmla="*/ 1152417 w 1189499"/>
                <a:gd name="csY2" fmla="*/ 1680644 h 2224533"/>
                <a:gd name="csX3" fmla="*/ 1189499 w 1189499"/>
                <a:gd name="csY3" fmla="*/ 1735868 h 2224533"/>
                <a:gd name="csX4" fmla="*/ 1189499 w 1189499"/>
                <a:gd name="csY4" fmla="*/ 2224533 h 2224533"/>
                <a:gd name="csX5" fmla="*/ 0 w 1189499"/>
                <a:gd name="csY5" fmla="*/ 2224533 h 2224533"/>
                <a:gd name="csX6" fmla="*/ 0 w 1189499"/>
                <a:gd name="csY6" fmla="*/ 1827 h 2224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89499" h="2224533">
                  <a:moveTo>
                    <a:pt x="10117" y="0"/>
                  </a:moveTo>
                  <a:cubicBezTo>
                    <a:pt x="424610" y="530"/>
                    <a:pt x="915164" y="1264250"/>
                    <a:pt x="1093225" y="1580842"/>
                  </a:cubicBezTo>
                  <a:cubicBezTo>
                    <a:pt x="1112701" y="1615470"/>
                    <a:pt x="1132390" y="1648776"/>
                    <a:pt x="1152417" y="1680644"/>
                  </a:cubicBezTo>
                  <a:lnTo>
                    <a:pt x="1189499" y="1735868"/>
                  </a:lnTo>
                  <a:lnTo>
                    <a:pt x="1189499" y="2224533"/>
                  </a:lnTo>
                  <a:lnTo>
                    <a:pt x="0" y="2224533"/>
                  </a:lnTo>
                  <a:lnTo>
                    <a:pt x="0" y="1827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5251220-E7E9-7E42-0C58-CE59AA37CA24}"/>
                </a:ext>
              </a:extLst>
            </p:cNvPr>
            <p:cNvSpPr/>
            <p:nvPr/>
          </p:nvSpPr>
          <p:spPr>
            <a:xfrm>
              <a:off x="1215804" y="3189445"/>
              <a:ext cx="1898919" cy="2224534"/>
            </a:xfrm>
            <a:custGeom>
              <a:avLst/>
              <a:gdLst>
                <a:gd name="csX0" fmla="*/ 703269 w 1892051"/>
                <a:gd name="csY0" fmla="*/ 1 h 2224534"/>
                <a:gd name="csX1" fmla="*/ 1786377 w 1892051"/>
                <a:gd name="csY1" fmla="*/ 1580843 h 2224534"/>
                <a:gd name="csX2" fmla="*/ 1845569 w 1892051"/>
                <a:gd name="csY2" fmla="*/ 1680645 h 2224534"/>
                <a:gd name="csX3" fmla="*/ 1892051 w 1892051"/>
                <a:gd name="csY3" fmla="*/ 1749867 h 2224534"/>
                <a:gd name="csX4" fmla="*/ 1892051 w 1892051"/>
                <a:gd name="csY4" fmla="*/ 2224534 h 2224534"/>
                <a:gd name="csX5" fmla="*/ 0 w 1892051"/>
                <a:gd name="csY5" fmla="*/ 2224534 h 2224534"/>
                <a:gd name="csX6" fmla="*/ 0 w 1892051"/>
                <a:gd name="csY6" fmla="*/ 843177 h 2224534"/>
                <a:gd name="csX7" fmla="*/ 88111 w 1892051"/>
                <a:gd name="csY7" fmla="*/ 668751 h 2224534"/>
                <a:gd name="csX8" fmla="*/ 703269 w 1892051"/>
                <a:gd name="csY8" fmla="*/ 1 h 2224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2051" h="2224534">
                  <a:moveTo>
                    <a:pt x="703269" y="1"/>
                  </a:moveTo>
                  <a:cubicBezTo>
                    <a:pt x="1117762" y="531"/>
                    <a:pt x="1608316" y="1264251"/>
                    <a:pt x="1786377" y="1580843"/>
                  </a:cubicBezTo>
                  <a:cubicBezTo>
                    <a:pt x="1805853" y="1615471"/>
                    <a:pt x="1825542" y="1648777"/>
                    <a:pt x="1845569" y="1680645"/>
                  </a:cubicBezTo>
                  <a:lnTo>
                    <a:pt x="1892051" y="1749867"/>
                  </a:lnTo>
                  <a:lnTo>
                    <a:pt x="1892051" y="2224534"/>
                  </a:lnTo>
                  <a:lnTo>
                    <a:pt x="0" y="2224534"/>
                  </a:lnTo>
                  <a:lnTo>
                    <a:pt x="0" y="843177"/>
                  </a:lnTo>
                  <a:lnTo>
                    <a:pt x="88111" y="668751"/>
                  </a:lnTo>
                  <a:cubicBezTo>
                    <a:pt x="277490" y="314230"/>
                    <a:pt x="496023" y="-264"/>
                    <a:pt x="703269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BCA3A3-4B2E-8294-1737-339142D13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588" y="3962400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22C1B4-A392-A238-BDE5-FB2B94ECA308}"/>
                </a:ext>
              </a:extLst>
            </p:cNvPr>
            <p:cNvCxnSpPr>
              <a:cxnSpLocks/>
            </p:cNvCxnSpPr>
            <p:nvPr/>
          </p:nvCxnSpPr>
          <p:spPr>
            <a:xfrm>
              <a:off x="1903144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D9CF5C2-3E07-DB98-60C6-572CA58A9CFD}"/>
                </a:ext>
              </a:extLst>
            </p:cNvPr>
            <p:cNvSpPr/>
            <p:nvPr/>
          </p:nvSpPr>
          <p:spPr>
            <a:xfrm>
              <a:off x="167032" y="3160174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E4B4309-A340-42FD-619A-B623FF7604D2}"/>
                </a:ext>
              </a:extLst>
            </p:cNvPr>
            <p:cNvCxnSpPr>
              <a:cxnSpLocks/>
            </p:cNvCxnSpPr>
            <p:nvPr/>
          </p:nvCxnSpPr>
          <p:spPr>
            <a:xfrm>
              <a:off x="167032" y="5389000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D237BB7D-F53F-6B3D-7D5E-035EB50AC99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3987" y="5407515"/>
                  <a:ext cx="1188613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𝟔𝟕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D237BB7D-F53F-6B3D-7D5E-035EB50AC9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987" y="5407515"/>
                  <a:ext cx="1188613" cy="424732"/>
                </a:xfrm>
                <a:prstGeom prst="rect">
                  <a:avLst/>
                </a:prstGeom>
                <a:blipFill>
                  <a:blip r:embed="rId19"/>
                  <a:stretch>
                    <a:fillRect r="-4706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2">
                  <a:extLst>
                    <a:ext uri="{FF2B5EF4-FFF2-40B4-BE49-F238E27FC236}">
                      <a16:creationId xmlns:a16="http://schemas.microsoft.com/office/drawing/2014/main" id="{40A9C191-C8FB-5F34-1A89-63A27BCDCFC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F61803BE-C231-9D22-F077-F2E1075A2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2">
                  <a:extLst>
                    <a:ext uri="{FF2B5EF4-FFF2-40B4-BE49-F238E27FC236}">
                      <a16:creationId xmlns:a16="http://schemas.microsoft.com/office/drawing/2014/main" id="{9FC612FC-1F1D-9EE2-36F7-0AC50B33DF5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53877" y="4100660"/>
                  <a:ext cx="576480" cy="352145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6076CE40-706F-8AF3-B734-731DBE523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3877" y="4100660"/>
                  <a:ext cx="576480" cy="35214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9924401D-03CA-DF6F-5F59-2551100A2B0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51B815C-CD67-91F1-BC5F-3BAE886E7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C429E9-319E-E418-ACEF-C9BEDE14E3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3274" y="4984925"/>
              <a:ext cx="6563" cy="4290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2FA21BD5-114F-0E90-2295-514066655C3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49241" y="5417140"/>
                  <a:ext cx="846334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𝟔𝟕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2FA21BD5-114F-0E90-2295-514066655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9241" y="5417140"/>
                  <a:ext cx="846334" cy="424732"/>
                </a:xfrm>
                <a:prstGeom prst="rect">
                  <a:avLst/>
                </a:prstGeom>
                <a:blipFill>
                  <a:blip r:embed="rId23"/>
                  <a:stretch>
                    <a:fillRect l="-2479" r="-15702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9F25B0-63C9-2874-64DB-A410409959EF}"/>
                </a:ext>
              </a:extLst>
            </p:cNvPr>
            <p:cNvSpPr/>
            <p:nvPr/>
          </p:nvSpPr>
          <p:spPr>
            <a:xfrm>
              <a:off x="5400708" y="3218544"/>
              <a:ext cx="695292" cy="2220415"/>
            </a:xfrm>
            <a:custGeom>
              <a:avLst/>
              <a:gdLst>
                <a:gd name="csX0" fmla="*/ 680472 w 680472"/>
                <a:gd name="csY0" fmla="*/ 0 h 2220415"/>
                <a:gd name="csX1" fmla="*/ 680472 w 680472"/>
                <a:gd name="csY1" fmla="*/ 2220415 h 2220415"/>
                <a:gd name="csX2" fmla="*/ 0 w 680472"/>
                <a:gd name="csY2" fmla="*/ 2220415 h 2220415"/>
                <a:gd name="csX3" fmla="*/ 0 w 680472"/>
                <a:gd name="csY3" fmla="*/ 839058 h 2220415"/>
                <a:gd name="csX4" fmla="*/ 88111 w 680472"/>
                <a:gd name="csY4" fmla="*/ 664632 h 2220415"/>
                <a:gd name="csX5" fmla="*/ 625102 w 680472"/>
                <a:gd name="csY5" fmla="*/ 10001 h 222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0472" h="2220415">
                  <a:moveTo>
                    <a:pt x="680472" y="0"/>
                  </a:moveTo>
                  <a:lnTo>
                    <a:pt x="680472" y="2220415"/>
                  </a:lnTo>
                  <a:lnTo>
                    <a:pt x="0" y="2220415"/>
                  </a:lnTo>
                  <a:lnTo>
                    <a:pt x="0" y="839058"/>
                  </a:lnTo>
                  <a:lnTo>
                    <a:pt x="88111" y="664632"/>
                  </a:lnTo>
                  <a:cubicBezTo>
                    <a:pt x="253818" y="354426"/>
                    <a:pt x="441846" y="74866"/>
                    <a:pt x="625102" y="1000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2BE3BD-78E4-D28C-CB00-64612A72A9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7444" y="3987379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17B3539-7ED8-DCAE-0D2D-241132311E4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C73A350-BAD0-6138-03AC-8C9B459054B6}"/>
                </a:ext>
              </a:extLst>
            </p:cNvPr>
            <p:cNvSpPr/>
            <p:nvPr/>
          </p:nvSpPr>
          <p:spPr>
            <a:xfrm>
              <a:off x="4359888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54C5CC5-733C-CF3D-1455-98B8FEB609DC}"/>
                </a:ext>
              </a:extLst>
            </p:cNvPr>
            <p:cNvCxnSpPr>
              <a:cxnSpLocks/>
            </p:cNvCxnSpPr>
            <p:nvPr/>
          </p:nvCxnSpPr>
          <p:spPr>
            <a:xfrm>
              <a:off x="4359888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19040422-C95B-85CA-74FA-6F66B59582B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805561" y="5435999"/>
                  <a:ext cx="1077612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𝟔𝟕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19040422-C95B-85CA-74FA-6F66B5958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561" y="5435999"/>
                  <a:ext cx="1077612" cy="424732"/>
                </a:xfrm>
                <a:prstGeom prst="rect">
                  <a:avLst/>
                </a:prstGeom>
                <a:blipFill>
                  <a:blip r:embed="rId24"/>
                  <a:stretch>
                    <a:fillRect r="-15484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E650514E-A544-8568-5C4C-DD7302BFAA9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7" name="Content Placeholder 2">
                  <a:extLst>
                    <a:ext uri="{FF2B5EF4-FFF2-40B4-BE49-F238E27FC236}">
                      <a16:creationId xmlns:a16="http://schemas.microsoft.com/office/drawing/2014/main" id="{F86C07EF-4510-0921-7A41-9966490B0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2F78C5-305E-4D4F-5E5A-6D47821971FE}"/>
                </a:ext>
              </a:extLst>
            </p:cNvPr>
            <p:cNvCxnSpPr>
              <a:cxnSpLocks/>
            </p:cNvCxnSpPr>
            <p:nvPr/>
          </p:nvCxnSpPr>
          <p:spPr>
            <a:xfrm>
              <a:off x="10288856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C4A6D02-32A4-3AF7-1918-30FDCE9D4C99}"/>
                </a:ext>
              </a:extLst>
            </p:cNvPr>
            <p:cNvSpPr/>
            <p:nvPr/>
          </p:nvSpPr>
          <p:spPr>
            <a:xfrm>
              <a:off x="8552744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B8E56-427C-41C5-990C-30EFC985F8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2744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911600B5-B2DD-28C8-F2C4-C5CB740EED6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Content Placeholder 2">
                  <a:extLst>
                    <a:ext uri="{FF2B5EF4-FFF2-40B4-BE49-F238E27FC236}">
                      <a16:creationId xmlns:a16="http://schemas.microsoft.com/office/drawing/2014/main" id="{CFC457A5-47FD-1F2C-749B-33850976C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A6927BB-90E4-6FF8-6DE3-E9C25FE22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8986" y="5009904"/>
              <a:ext cx="6563" cy="4290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ontent Placeholder 2">
                  <a:extLst>
                    <a:ext uri="{FF2B5EF4-FFF2-40B4-BE49-F238E27FC236}">
                      <a16:creationId xmlns:a16="http://schemas.microsoft.com/office/drawing/2014/main" id="{4E65A441-F0A8-3ECB-9DE4-80CAD6758FC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49612" y="5428672"/>
                  <a:ext cx="859014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𝟔𝟕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Content Placeholder 2">
                  <a:extLst>
                    <a:ext uri="{FF2B5EF4-FFF2-40B4-BE49-F238E27FC236}">
                      <a16:creationId xmlns:a16="http://schemas.microsoft.com/office/drawing/2014/main" id="{4E65A441-F0A8-3ECB-9DE4-80CAD6758F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9612" y="5428672"/>
                  <a:ext cx="859014" cy="424732"/>
                </a:xfrm>
                <a:prstGeom prst="rect">
                  <a:avLst/>
                </a:prstGeom>
                <a:blipFill>
                  <a:blip r:embed="rId25"/>
                  <a:stretch>
                    <a:fillRect l="-2439" r="-13821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060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23" grpId="0"/>
      <p:bldP spid="24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D0A2-836E-4A33-578A-60340E0A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38D4030-F5E7-9596-9297-3B7B7CE6C5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Assuming that the diameters of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1000</a:t>
                </a:r>
                <a:r>
                  <a:rPr lang="en-US" dirty="0"/>
                  <a:t> brass plugs taken consecutively from a machine form a normal distribution with mean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0.7515</a:t>
                </a:r>
                <a:r>
                  <a:rPr lang="en-US" dirty="0"/>
                  <a:t> cm and standard deviation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0.002</a:t>
                </a:r>
                <a:r>
                  <a:rPr lang="en-US" dirty="0"/>
                  <a:t> cm. Find the number of plugs likely to be rejected if the approved diameter is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0.752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0.004 </a:t>
                </a:r>
                <a:r>
                  <a:rPr lang="en-US" dirty="0"/>
                  <a:t>cm.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𝟕𝟓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𝟒𝟓𝟗𝟗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𝟐𝟓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𝟒𝟖𝟕𝟖</m:t>
                          </m:r>
                          <m:r>
                            <a:rPr lang="en-IN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38D4030-F5E7-9596-9297-3B7B7CE6C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261554-F976-0D6F-C193-ABA1E37E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B5FC18B-66B8-9717-3F70-17DCDC305A52}"/>
              </a:ext>
            </a:extLst>
          </p:cNvPr>
          <p:cNvGrpSpPr/>
          <p:nvPr/>
        </p:nvGrpSpPr>
        <p:grpSpPr>
          <a:xfrm>
            <a:off x="5024435" y="3796258"/>
            <a:ext cx="2143125" cy="2681892"/>
            <a:chOff x="5024435" y="3796258"/>
            <a:chExt cx="2143125" cy="268189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BFA86DB-BFA5-3D2A-5C23-A044143A5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4435" y="3796258"/>
              <a:ext cx="2143125" cy="214312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CDC955-58A1-9FB8-7717-DA75A049EA0C}"/>
                </a:ext>
              </a:extLst>
            </p:cNvPr>
            <p:cNvSpPr txBox="1"/>
            <p:nvPr/>
          </p:nvSpPr>
          <p:spPr>
            <a:xfrm>
              <a:off x="5472543" y="6078040"/>
              <a:ext cx="14581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Brass Plugs</a:t>
              </a:r>
              <a:endParaRPr lang="en-I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2133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4C2F-4DF8-95D2-5E3A-3A4E1FFD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BF44-A1D2-3D0A-2E51-285DA7C2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Method 4 ⇝ Example 14 ⇝ </a:t>
            </a:r>
            <a:r>
              <a:rPr lang="en-US" dirty="0"/>
              <a:t>Meaning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36C88E5F-D2FF-9D65-CBF8-7050D57321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009" y="711202"/>
                <a:ext cx="11589327" cy="57831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Approved diameter: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0.752±0.004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That means:</a:t>
                </a:r>
              </a:p>
              <a:p>
                <a:pPr lvl="1"/>
                <a:r>
                  <a:rPr lang="en-US" dirty="0"/>
                  <a:t>Lower limit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0.752−0.004=0.748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Upper limit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0.752+0.004=0.756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plug is accepted if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0.748≤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≤0.756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plug is rejected if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&lt;0.748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&gt;0.756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36C88E5F-D2FF-9D65-CBF8-7050D5732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9" y="711202"/>
                <a:ext cx="11589327" cy="5783116"/>
              </a:xfrm>
              <a:prstGeom prst="rect">
                <a:avLst/>
              </a:prstGeom>
              <a:blipFill>
                <a:blip r:embed="rId2"/>
                <a:stretch>
                  <a:fillRect l="-947" b="-30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3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27C4-D396-6DC0-FAF9-D7DC136D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A3A0CF9-74B1-DFEC-76AD-BEEDAA0812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Assuming that the diameters of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1000</a:t>
                </a:r>
                <a:r>
                  <a:rPr lang="en-US" dirty="0"/>
                  <a:t> brass plugs taken consecutively from a machine form a normal distribution with mean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0.7515</a:t>
                </a:r>
                <a:r>
                  <a:rPr lang="en-US" dirty="0"/>
                  <a:t> cm and standard deviation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0.002</a:t>
                </a:r>
                <a:r>
                  <a:rPr lang="en-US" dirty="0"/>
                  <a:t> cm. Find the number of plugs likely to be rejected if the approved diameter is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0.752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0.004 </a:t>
                </a:r>
                <a:r>
                  <a:rPr lang="en-US" dirty="0"/>
                  <a:t>cm.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𝟕𝟓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𝟒𝟓𝟗𝟗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𝟐𝟓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𝟒𝟖𝟕𝟖</m:t>
                          </m:r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A3A0CF9-74B1-DFEC-76AD-BEEDAA081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22134D0-B1A4-FF25-E29E-E88E2D7A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52C2D-E36D-CF1A-2E1A-7E5DE2850C19}"/>
              </a:ext>
            </a:extLst>
          </p:cNvPr>
          <p:cNvSpPr/>
          <p:nvPr/>
        </p:nvSpPr>
        <p:spPr>
          <a:xfrm>
            <a:off x="131177" y="379625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BB12C42-1B20-03AD-2358-F8D4D617E2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1949" y="5740568"/>
                <a:ext cx="7331799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=0.7515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cm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=0.002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cm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BB12C42-1B20-03AD-2358-F8D4D617E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5740568"/>
                <a:ext cx="7331799" cy="665631"/>
              </a:xfrm>
              <a:prstGeom prst="rect">
                <a:avLst/>
              </a:prstGeom>
              <a:blipFill>
                <a:blip r:embed="rId3"/>
                <a:stretch>
                  <a:fillRect l="-166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1D8F6A-BEBB-7CE8-67D2-F3081DE265ED}"/>
                  </a:ext>
                </a:extLst>
              </p:cNvPr>
              <p:cNvSpPr/>
              <p:nvPr/>
            </p:nvSpPr>
            <p:spPr>
              <a:xfrm>
                <a:off x="1611949" y="3789723"/>
                <a:ext cx="103093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diameter (in cm) of a randomly selected brass plug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1D8F6A-BEBB-7CE8-67D2-F3081DE26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3789723"/>
                <a:ext cx="10309358" cy="523220"/>
              </a:xfrm>
              <a:prstGeom prst="rect">
                <a:avLst/>
              </a:prstGeom>
              <a:blipFill>
                <a:blip r:embed="rId4"/>
                <a:stretch>
                  <a:fillRect l="-118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673FD47-A0D9-87CB-16C2-61059012CD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5052417"/>
                <a:ext cx="5291544" cy="66684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Number of brass plugs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673FD47-A0D9-87CB-16C2-61059012C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052417"/>
                <a:ext cx="5291544" cy="666849"/>
              </a:xfrm>
              <a:prstGeom prst="rect">
                <a:avLst/>
              </a:prstGeom>
              <a:blipFill>
                <a:blip r:embed="rId5"/>
                <a:stretch>
                  <a:fillRect l="-241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7D18796-484A-C068-DB98-CAED253D98F2}"/>
                  </a:ext>
                </a:extLst>
              </p:cNvPr>
              <p:cNvSpPr/>
              <p:nvPr/>
            </p:nvSpPr>
            <p:spPr>
              <a:xfrm>
                <a:off x="1611949" y="4365484"/>
                <a:ext cx="103093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7D18796-484A-C068-DB98-CAED253D98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4365484"/>
                <a:ext cx="10309358" cy="665631"/>
              </a:xfrm>
              <a:prstGeom prst="rect">
                <a:avLst/>
              </a:prstGeom>
              <a:blipFill>
                <a:blip r:embed="rId6"/>
                <a:stretch>
                  <a:fillRect l="-11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51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4396" y="801536"/>
                <a:ext cx="1186164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Find the probability of plugs with approved diameter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𝟕𝟓𝟐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𝟎𝟎𝟒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cm. 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6" y="801536"/>
                <a:ext cx="11861644" cy="480131"/>
              </a:xfrm>
              <a:prstGeom prst="rect">
                <a:avLst/>
              </a:prstGeom>
              <a:blipFill>
                <a:blip r:embed="rId2"/>
                <a:stretch>
                  <a:fillRect l="-1080" t="-22785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B631553-3DD1-420A-4239-7331CD5F3537}"/>
                  </a:ext>
                </a:extLst>
              </p:cNvPr>
              <p:cNvSpPr/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𝟕𝟓𝟏𝟓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B631553-3DD1-420A-4239-7331CD5F3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EB56D83-23D9-BF0A-1589-718F2E0E5FF1}"/>
                  </a:ext>
                </a:extLst>
              </p:cNvPr>
              <p:cNvSpPr/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𝟎𝟎𝟐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EB56D83-23D9-BF0A-1589-718F2E0E5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86275D-192A-3D82-4A67-33144D0E2C4E}"/>
                  </a:ext>
                </a:extLst>
              </p:cNvPr>
              <p:cNvSpPr/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𝟕𝟒𝟖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𝟕𝟓𝟔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86275D-192A-3D82-4A67-33144D0E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4797D6F7-9503-F9D8-187B-A16431BA70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32058" y="1261850"/>
                <a:ext cx="6570513" cy="1450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Lower limit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0.752−0.004=0.748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Upper limit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0.752+0.004=0.756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4797D6F7-9503-F9D8-187B-A16431BA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2058" y="1261850"/>
                <a:ext cx="6570513" cy="1450837"/>
              </a:xfrm>
              <a:prstGeom prst="rect">
                <a:avLst/>
              </a:prstGeom>
              <a:blipFill>
                <a:blip r:embed="rId6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AEAFB19-F1DA-A531-DF76-6B152DB730F2}"/>
              </a:ext>
            </a:extLst>
          </p:cNvPr>
          <p:cNvSpPr/>
          <p:nvPr/>
        </p:nvSpPr>
        <p:spPr>
          <a:xfrm>
            <a:off x="484914" y="3038477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20FDA3E-F2EB-0B1A-D40F-712F8E6D304F}"/>
                  </a:ext>
                </a:extLst>
              </p:cNvPr>
              <p:cNvSpPr/>
              <p:nvPr/>
            </p:nvSpPr>
            <p:spPr>
              <a:xfrm>
                <a:off x="1002035" y="2824277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20FDA3E-F2EB-0B1A-D40F-712F8E6D3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35" y="2824277"/>
                <a:ext cx="1911100" cy="898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68ABF2-3883-14C7-F126-8386DFF61E20}"/>
                  </a:ext>
                </a:extLst>
              </p:cNvPr>
              <p:cNvSpPr/>
              <p:nvPr/>
            </p:nvSpPr>
            <p:spPr>
              <a:xfrm>
                <a:off x="484914" y="4050070"/>
                <a:ext cx="45027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0.748&lt;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&lt;0.756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68ABF2-3883-14C7-F126-8386DFF61E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14" y="4050070"/>
                <a:ext cx="4502721" cy="523220"/>
              </a:xfrm>
              <a:prstGeom prst="rect">
                <a:avLst/>
              </a:prstGeom>
              <a:blipFill>
                <a:blip r:embed="rId8"/>
                <a:stretch>
                  <a:fillRect l="-284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CB3277-8C47-4618-46DC-AE77C29A0D38}"/>
                  </a:ext>
                </a:extLst>
              </p:cNvPr>
              <p:cNvSpPr/>
              <p:nvPr/>
            </p:nvSpPr>
            <p:spPr>
              <a:xfrm>
                <a:off x="860705" y="5044368"/>
                <a:ext cx="6807785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0.748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0.756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CB3277-8C47-4618-46DC-AE77C29A0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05" y="5044368"/>
                <a:ext cx="6807785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73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8" grpId="0"/>
      <p:bldP spid="19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F74C-9292-6336-B13D-2E30D420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D2B9-E61E-B02A-E630-D679F249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7D2408-090E-EB06-C907-552701DD2DF4}"/>
                  </a:ext>
                </a:extLst>
              </p:cNvPr>
              <p:cNvSpPr/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𝟕𝟓𝟏𝟓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7D2408-090E-EB06-C907-552701DD2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29D1DE-8628-8ECE-6C28-E2D734127D1E}"/>
                  </a:ext>
                </a:extLst>
              </p:cNvPr>
              <p:cNvSpPr/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𝟎𝟎𝟐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29D1DE-8628-8ECE-6C28-E2D734127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B9F7C2-7125-3B97-5CED-4B87548951CF}"/>
                  </a:ext>
                </a:extLst>
              </p:cNvPr>
              <p:cNvSpPr/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𝟕𝟒𝟖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𝟕𝟓𝟔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B9F7C2-7125-3B97-5CED-4B8754895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FDAB91-2204-D736-8067-4B0DA5D40697}"/>
                  </a:ext>
                </a:extLst>
              </p:cNvPr>
              <p:cNvSpPr/>
              <p:nvPr/>
            </p:nvSpPr>
            <p:spPr>
              <a:xfrm>
                <a:off x="124496" y="828888"/>
                <a:ext cx="45027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0.748&lt;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&lt;0.756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FDAB91-2204-D736-8067-4B0DA5D40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96" y="828888"/>
                <a:ext cx="4502721" cy="523220"/>
              </a:xfrm>
              <a:prstGeom prst="rect">
                <a:avLst/>
              </a:prstGeom>
              <a:blipFill>
                <a:blip r:embed="rId5"/>
                <a:stretch>
                  <a:fillRect l="-270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81D18D1-5008-C0E3-4843-1A22F72D33F8}"/>
                  </a:ext>
                </a:extLst>
              </p:cNvPr>
              <p:cNvSpPr/>
              <p:nvPr/>
            </p:nvSpPr>
            <p:spPr>
              <a:xfrm>
                <a:off x="500287" y="1823186"/>
                <a:ext cx="6807785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0.748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0.756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81D18D1-5008-C0E3-4843-1A22F72D3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7" y="1823186"/>
                <a:ext cx="6807785" cy="10604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2CC4C2-871E-E7C4-3A59-B299ED25A09C}"/>
                  </a:ext>
                </a:extLst>
              </p:cNvPr>
              <p:cNvSpPr/>
              <p:nvPr/>
            </p:nvSpPr>
            <p:spPr>
              <a:xfrm>
                <a:off x="500287" y="3354747"/>
                <a:ext cx="7479931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0.748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0.7515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0.002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0.756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0.7515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0.002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2CC4C2-871E-E7C4-3A59-B299ED25A0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7" y="3354747"/>
                <a:ext cx="7479931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4B15EA-8A71-5FA2-DF82-CA956C27A280}"/>
                  </a:ext>
                </a:extLst>
              </p:cNvPr>
              <p:cNvSpPr/>
              <p:nvPr/>
            </p:nvSpPr>
            <p:spPr>
              <a:xfrm>
                <a:off x="500287" y="4886308"/>
                <a:ext cx="74799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−1.75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4B15EA-8A71-5FA2-DF82-CA956C27A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7" y="4886308"/>
                <a:ext cx="747993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D793E9-17C6-6B0B-FA67-6B0E9410DF63}"/>
                  </a:ext>
                </a:extLst>
              </p:cNvPr>
              <p:cNvSpPr/>
              <p:nvPr/>
            </p:nvSpPr>
            <p:spPr>
              <a:xfrm>
                <a:off x="124496" y="5880606"/>
                <a:ext cx="8915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−1.75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D793E9-17C6-6B0B-FA67-6B0E9410D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96" y="5880606"/>
                <a:ext cx="891540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0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53777" y="1377303"/>
                <a:ext cx="69527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777" y="1377303"/>
                <a:ext cx="69527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53777" y="2003411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777" y="2003411"/>
                <a:ext cx="63812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93E0A3-CE06-5665-6A7F-60D1E8AB45B5}"/>
                  </a:ext>
                </a:extLst>
              </p:cNvPr>
              <p:cNvSpPr/>
              <p:nvPr/>
            </p:nvSpPr>
            <p:spPr>
              <a:xfrm>
                <a:off x="96938" y="751195"/>
                <a:ext cx="8915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−1.75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93E0A3-CE06-5665-6A7F-60D1E8AB4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51195"/>
                <a:ext cx="89154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4746DE-D123-98FE-3C03-6A21BC72C84E}"/>
                  </a:ext>
                </a:extLst>
              </p:cNvPr>
              <p:cNvSpPr/>
              <p:nvPr/>
            </p:nvSpPr>
            <p:spPr>
              <a:xfrm>
                <a:off x="3853777" y="2689131"/>
                <a:ext cx="36172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4599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4878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4746DE-D123-98FE-3C03-6A21BC72C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777" y="2689131"/>
                <a:ext cx="361728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EC8EDA5-A90D-1A70-B07F-F763ED8C8184}"/>
                  </a:ext>
                </a:extLst>
              </p:cNvPr>
              <p:cNvSpPr/>
              <p:nvPr/>
            </p:nvSpPr>
            <p:spPr>
              <a:xfrm>
                <a:off x="96938" y="3395686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9477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EC8EDA5-A90D-1A70-B07F-F763ED8C8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3395686"/>
                <a:ext cx="63812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DE8F14-21B0-8B55-205B-35B807AECAA1}"/>
                  </a:ext>
                </a:extLst>
              </p:cNvPr>
              <p:cNvSpPr/>
              <p:nvPr/>
            </p:nvSpPr>
            <p:spPr>
              <a:xfrm>
                <a:off x="9314121" y="2737795"/>
                <a:ext cx="2745543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𝟕𝟓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𝟒𝟓𝟗𝟗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DE8F14-21B0-8B55-205B-35B807AEC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121" y="2737795"/>
                <a:ext cx="2745543" cy="9829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E90C733-AD87-5B24-1BD8-9D0F7DF47BE6}"/>
                  </a:ext>
                </a:extLst>
              </p:cNvPr>
              <p:cNvSpPr/>
              <p:nvPr/>
            </p:nvSpPr>
            <p:spPr>
              <a:xfrm>
                <a:off x="9314121" y="3990996"/>
                <a:ext cx="2745543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𝟒𝟖𝟕𝟖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E90C733-AD87-5B24-1BD8-9D0F7DF47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121" y="3990996"/>
                <a:ext cx="2745543" cy="9829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446CFE8-F88D-183D-2848-E1D963BAEE4F}"/>
              </a:ext>
            </a:extLst>
          </p:cNvPr>
          <p:cNvGrpSpPr/>
          <p:nvPr/>
        </p:nvGrpSpPr>
        <p:grpSpPr>
          <a:xfrm>
            <a:off x="168956" y="4589845"/>
            <a:ext cx="10066089" cy="1965521"/>
            <a:chOff x="167032" y="3160174"/>
            <a:chExt cx="11909883" cy="275905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6B62E83-7061-DED4-0690-EAAEF59B5A2D}"/>
                </a:ext>
              </a:extLst>
            </p:cNvPr>
            <p:cNvSpPr/>
            <p:nvPr/>
          </p:nvSpPr>
          <p:spPr>
            <a:xfrm>
              <a:off x="10301536" y="3214426"/>
              <a:ext cx="1189499" cy="2218521"/>
            </a:xfrm>
            <a:custGeom>
              <a:avLst/>
              <a:gdLst>
                <a:gd name="csX0" fmla="*/ 10117 w 1189499"/>
                <a:gd name="csY0" fmla="*/ 0 h 2224533"/>
                <a:gd name="csX1" fmla="*/ 1093225 w 1189499"/>
                <a:gd name="csY1" fmla="*/ 1580842 h 2224533"/>
                <a:gd name="csX2" fmla="*/ 1152417 w 1189499"/>
                <a:gd name="csY2" fmla="*/ 1680644 h 2224533"/>
                <a:gd name="csX3" fmla="*/ 1189499 w 1189499"/>
                <a:gd name="csY3" fmla="*/ 1735868 h 2224533"/>
                <a:gd name="csX4" fmla="*/ 1189499 w 1189499"/>
                <a:gd name="csY4" fmla="*/ 2224533 h 2224533"/>
                <a:gd name="csX5" fmla="*/ 0 w 1189499"/>
                <a:gd name="csY5" fmla="*/ 2224533 h 2224533"/>
                <a:gd name="csX6" fmla="*/ 0 w 1189499"/>
                <a:gd name="csY6" fmla="*/ 1827 h 2224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89499" h="2224533">
                  <a:moveTo>
                    <a:pt x="10117" y="0"/>
                  </a:moveTo>
                  <a:cubicBezTo>
                    <a:pt x="424610" y="530"/>
                    <a:pt x="915164" y="1264250"/>
                    <a:pt x="1093225" y="1580842"/>
                  </a:cubicBezTo>
                  <a:cubicBezTo>
                    <a:pt x="1112701" y="1615470"/>
                    <a:pt x="1132390" y="1648776"/>
                    <a:pt x="1152417" y="1680644"/>
                  </a:cubicBezTo>
                  <a:lnTo>
                    <a:pt x="1189499" y="1735868"/>
                  </a:lnTo>
                  <a:lnTo>
                    <a:pt x="1189499" y="2224533"/>
                  </a:lnTo>
                  <a:lnTo>
                    <a:pt x="0" y="2224533"/>
                  </a:lnTo>
                  <a:lnTo>
                    <a:pt x="0" y="1827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974A5E-FC97-CF11-8899-426E060FF932}"/>
                </a:ext>
              </a:extLst>
            </p:cNvPr>
            <p:cNvSpPr/>
            <p:nvPr/>
          </p:nvSpPr>
          <p:spPr>
            <a:xfrm>
              <a:off x="1215804" y="3189445"/>
              <a:ext cx="1898919" cy="2224534"/>
            </a:xfrm>
            <a:custGeom>
              <a:avLst/>
              <a:gdLst>
                <a:gd name="csX0" fmla="*/ 703269 w 1892051"/>
                <a:gd name="csY0" fmla="*/ 1 h 2224534"/>
                <a:gd name="csX1" fmla="*/ 1786377 w 1892051"/>
                <a:gd name="csY1" fmla="*/ 1580843 h 2224534"/>
                <a:gd name="csX2" fmla="*/ 1845569 w 1892051"/>
                <a:gd name="csY2" fmla="*/ 1680645 h 2224534"/>
                <a:gd name="csX3" fmla="*/ 1892051 w 1892051"/>
                <a:gd name="csY3" fmla="*/ 1749867 h 2224534"/>
                <a:gd name="csX4" fmla="*/ 1892051 w 1892051"/>
                <a:gd name="csY4" fmla="*/ 2224534 h 2224534"/>
                <a:gd name="csX5" fmla="*/ 0 w 1892051"/>
                <a:gd name="csY5" fmla="*/ 2224534 h 2224534"/>
                <a:gd name="csX6" fmla="*/ 0 w 1892051"/>
                <a:gd name="csY6" fmla="*/ 843177 h 2224534"/>
                <a:gd name="csX7" fmla="*/ 88111 w 1892051"/>
                <a:gd name="csY7" fmla="*/ 668751 h 2224534"/>
                <a:gd name="csX8" fmla="*/ 703269 w 1892051"/>
                <a:gd name="csY8" fmla="*/ 1 h 2224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2051" h="2224534">
                  <a:moveTo>
                    <a:pt x="703269" y="1"/>
                  </a:moveTo>
                  <a:cubicBezTo>
                    <a:pt x="1117762" y="531"/>
                    <a:pt x="1608316" y="1264251"/>
                    <a:pt x="1786377" y="1580843"/>
                  </a:cubicBezTo>
                  <a:cubicBezTo>
                    <a:pt x="1805853" y="1615471"/>
                    <a:pt x="1825542" y="1648777"/>
                    <a:pt x="1845569" y="1680645"/>
                  </a:cubicBezTo>
                  <a:lnTo>
                    <a:pt x="1892051" y="1749867"/>
                  </a:lnTo>
                  <a:lnTo>
                    <a:pt x="1892051" y="2224534"/>
                  </a:lnTo>
                  <a:lnTo>
                    <a:pt x="0" y="2224534"/>
                  </a:lnTo>
                  <a:lnTo>
                    <a:pt x="0" y="843177"/>
                  </a:lnTo>
                  <a:lnTo>
                    <a:pt x="88111" y="668751"/>
                  </a:lnTo>
                  <a:cubicBezTo>
                    <a:pt x="277490" y="314230"/>
                    <a:pt x="496023" y="-264"/>
                    <a:pt x="703269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C905B1B-1982-B9D8-0B80-35A74B67E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588" y="3962400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2DA755-5FA2-688B-792F-FD7C3C2A6CB7}"/>
                </a:ext>
              </a:extLst>
            </p:cNvPr>
            <p:cNvCxnSpPr>
              <a:cxnSpLocks/>
            </p:cNvCxnSpPr>
            <p:nvPr/>
          </p:nvCxnSpPr>
          <p:spPr>
            <a:xfrm>
              <a:off x="1903144" y="3164466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57F1D9B-7329-6A52-D0F4-5E4501391E22}"/>
                </a:ext>
              </a:extLst>
            </p:cNvPr>
            <p:cNvSpPr/>
            <p:nvPr/>
          </p:nvSpPr>
          <p:spPr>
            <a:xfrm>
              <a:off x="167032" y="3160174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AAF50C-B502-5C75-46F2-D15D5AC0752A}"/>
                </a:ext>
              </a:extLst>
            </p:cNvPr>
            <p:cNvCxnSpPr>
              <a:cxnSpLocks/>
            </p:cNvCxnSpPr>
            <p:nvPr/>
          </p:nvCxnSpPr>
          <p:spPr>
            <a:xfrm>
              <a:off x="167032" y="5389000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85D7BDD6-1AAF-2838-BAB0-951B03EF298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3987" y="5407515"/>
                  <a:ext cx="1188613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𝟕𝟓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85D7BDD6-1AAF-2838-BAB0-951B03EF2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987" y="5407515"/>
                  <a:ext cx="1188613" cy="424732"/>
                </a:xfrm>
                <a:prstGeom prst="rect">
                  <a:avLst/>
                </a:prstGeom>
                <a:blipFill>
                  <a:blip r:embed="rId9"/>
                  <a:stretch>
                    <a:fillRect r="-9091" b="-408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>
                  <a:extLst>
                    <a:ext uri="{FF2B5EF4-FFF2-40B4-BE49-F238E27FC236}">
                      <a16:creationId xmlns:a16="http://schemas.microsoft.com/office/drawing/2014/main" id="{887782ED-F187-B587-C159-CCBF4D6C94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F61803BE-C231-9D22-F077-F2E1075A2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237" y="5407968"/>
                  <a:ext cx="603815" cy="4862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EFF9400A-95A8-B40F-D5FF-B7B26D35B32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53877" y="4100661"/>
                  <a:ext cx="576480" cy="352144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2">
                  <a:extLst>
                    <a:ext uri="{FF2B5EF4-FFF2-40B4-BE49-F238E27FC236}">
                      <a16:creationId xmlns:a16="http://schemas.microsoft.com/office/drawing/2014/main" id="{EFF9400A-95A8-B40F-D5FF-B7B26D35B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3877" y="4100661"/>
                  <a:ext cx="576480" cy="352144"/>
                </a:xfrm>
                <a:prstGeom prst="rect">
                  <a:avLst/>
                </a:prstGeom>
                <a:blipFill>
                  <a:blip r:embed="rId11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042FAE1F-C3C6-1715-6E16-D1440E4C17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Content Placeholder 2">
                  <a:extLst>
                    <a:ext uri="{FF2B5EF4-FFF2-40B4-BE49-F238E27FC236}">
                      <a16:creationId xmlns:a16="http://schemas.microsoft.com/office/drawing/2014/main" id="{B51B815C-CD67-91F1-BC5F-3BAE886E7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4968" y="4100660"/>
                  <a:ext cx="576480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99F378C-EFF3-8532-4F09-232E50D6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3274" y="4959422"/>
              <a:ext cx="6563" cy="4290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54F839B1-090B-147B-FF2B-969259E3D84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49241" y="5417140"/>
                  <a:ext cx="846334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54F839B1-090B-147B-FF2B-969259E3D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9241" y="5417140"/>
                  <a:ext cx="846334" cy="424732"/>
                </a:xfrm>
                <a:prstGeom prst="rect">
                  <a:avLst/>
                </a:prstGeom>
                <a:blipFill>
                  <a:blip r:embed="rId13"/>
                  <a:stretch>
                    <a:fillRect l="-2564" r="-20513" b="-408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816A38A-8246-34DC-CC35-2D72A3FBCC39}"/>
                </a:ext>
              </a:extLst>
            </p:cNvPr>
            <p:cNvSpPr/>
            <p:nvPr/>
          </p:nvSpPr>
          <p:spPr>
            <a:xfrm>
              <a:off x="5400708" y="3218544"/>
              <a:ext cx="695292" cy="2220415"/>
            </a:xfrm>
            <a:custGeom>
              <a:avLst/>
              <a:gdLst>
                <a:gd name="csX0" fmla="*/ 680472 w 680472"/>
                <a:gd name="csY0" fmla="*/ 0 h 2220415"/>
                <a:gd name="csX1" fmla="*/ 680472 w 680472"/>
                <a:gd name="csY1" fmla="*/ 2220415 h 2220415"/>
                <a:gd name="csX2" fmla="*/ 0 w 680472"/>
                <a:gd name="csY2" fmla="*/ 2220415 h 2220415"/>
                <a:gd name="csX3" fmla="*/ 0 w 680472"/>
                <a:gd name="csY3" fmla="*/ 839058 h 2220415"/>
                <a:gd name="csX4" fmla="*/ 88111 w 680472"/>
                <a:gd name="csY4" fmla="*/ 664632 h 2220415"/>
                <a:gd name="csX5" fmla="*/ 625102 w 680472"/>
                <a:gd name="csY5" fmla="*/ 10001 h 222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0472" h="2220415">
                  <a:moveTo>
                    <a:pt x="680472" y="0"/>
                  </a:moveTo>
                  <a:lnTo>
                    <a:pt x="680472" y="2220415"/>
                  </a:lnTo>
                  <a:lnTo>
                    <a:pt x="0" y="2220415"/>
                  </a:lnTo>
                  <a:lnTo>
                    <a:pt x="0" y="839058"/>
                  </a:lnTo>
                  <a:lnTo>
                    <a:pt x="88111" y="664632"/>
                  </a:lnTo>
                  <a:cubicBezTo>
                    <a:pt x="253818" y="354426"/>
                    <a:pt x="441846" y="74866"/>
                    <a:pt x="625102" y="1000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7CE2411-0B50-805E-AB02-49F2EC7C6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7444" y="3987379"/>
              <a:ext cx="3265" cy="1408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E358F0-CF2B-ACF8-9973-AD3F5A1C7BD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554BAFE-6922-24E5-6E5B-236267B05F82}"/>
                </a:ext>
              </a:extLst>
            </p:cNvPr>
            <p:cNvSpPr/>
            <p:nvPr/>
          </p:nvSpPr>
          <p:spPr>
            <a:xfrm>
              <a:off x="4359888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D99C8A-AF70-818E-6842-C0490AAD9198}"/>
                </a:ext>
              </a:extLst>
            </p:cNvPr>
            <p:cNvCxnSpPr>
              <a:cxnSpLocks/>
            </p:cNvCxnSpPr>
            <p:nvPr/>
          </p:nvCxnSpPr>
          <p:spPr>
            <a:xfrm>
              <a:off x="4359888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42F6AC19-3F2C-A830-92FE-C7FC180602F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59006" y="5438742"/>
                  <a:ext cx="1077612" cy="4247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𝟕𝟓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42F6AC19-3F2C-A830-92FE-C7FC18060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9006" y="5438742"/>
                  <a:ext cx="1077612" cy="424731"/>
                </a:xfrm>
                <a:prstGeom prst="rect">
                  <a:avLst/>
                </a:prstGeom>
                <a:blipFill>
                  <a:blip r:embed="rId14"/>
                  <a:stretch>
                    <a:fillRect r="-20000" b="-3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7CA9E937-7D94-97ED-A9B9-A343AE16FF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7" name="Content Placeholder 2">
                  <a:extLst>
                    <a:ext uri="{FF2B5EF4-FFF2-40B4-BE49-F238E27FC236}">
                      <a16:creationId xmlns:a16="http://schemas.microsoft.com/office/drawing/2014/main" id="{F86C07EF-4510-0921-7A41-9966490B0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4093" y="5432947"/>
                  <a:ext cx="603815" cy="48628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664D5C3-F3DF-D072-0527-05943C53E64F}"/>
                </a:ext>
              </a:extLst>
            </p:cNvPr>
            <p:cNvCxnSpPr>
              <a:cxnSpLocks/>
            </p:cNvCxnSpPr>
            <p:nvPr/>
          </p:nvCxnSpPr>
          <p:spPr>
            <a:xfrm>
              <a:off x="10288856" y="3189445"/>
              <a:ext cx="0" cy="22245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F60DDA-6C4A-651B-65C6-3E5D33BF3FE4}"/>
                </a:ext>
              </a:extLst>
            </p:cNvPr>
            <p:cNvSpPr/>
            <p:nvPr/>
          </p:nvSpPr>
          <p:spPr>
            <a:xfrm>
              <a:off x="8552744" y="3185153"/>
              <a:ext cx="3524171" cy="2112800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ED70D12-9FF9-0CB9-4DE2-63E433EF3793}"/>
                </a:ext>
              </a:extLst>
            </p:cNvPr>
            <p:cNvCxnSpPr>
              <a:cxnSpLocks/>
            </p:cNvCxnSpPr>
            <p:nvPr/>
          </p:nvCxnSpPr>
          <p:spPr>
            <a:xfrm>
              <a:off x="8552744" y="5413979"/>
              <a:ext cx="35241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BAC158C6-77BD-718D-F6CF-CC283AAFB60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Content Placeholder 2">
                  <a:extLst>
                    <a:ext uri="{FF2B5EF4-FFF2-40B4-BE49-F238E27FC236}">
                      <a16:creationId xmlns:a16="http://schemas.microsoft.com/office/drawing/2014/main" id="{CFC457A5-47FD-1F2C-749B-33850976C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949" y="5432947"/>
                  <a:ext cx="603815" cy="48628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700777-5F82-6109-0A5F-2D2D474DB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4655" y="4984402"/>
              <a:ext cx="6563" cy="4290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516AB193-C08C-FAA8-E996-1BFE3619CC9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49612" y="5428672"/>
                  <a:ext cx="859014" cy="4247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oMath>
                    </m:oMathPara>
                  </a14:m>
                  <a:endPara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516AB193-C08C-FAA8-E996-1BFE3619C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9612" y="5428672"/>
                  <a:ext cx="859014" cy="424732"/>
                </a:xfrm>
                <a:prstGeom prst="rect">
                  <a:avLst/>
                </a:prstGeom>
                <a:blipFill>
                  <a:blip r:embed="rId17"/>
                  <a:stretch>
                    <a:fillRect l="-1667" r="-18333" b="-3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2041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23" grpId="0"/>
      <p:bldP spid="24" grpId="0" animBg="1"/>
      <p:bldP spid="26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63397-776A-003E-7078-5DC2AF0C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075E-F5E8-759E-F081-B003D491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2B504E-82D4-36B3-E9E2-A87C6C1F74FA}"/>
                  </a:ext>
                </a:extLst>
              </p:cNvPr>
              <p:cNvSpPr/>
              <p:nvPr/>
            </p:nvSpPr>
            <p:spPr>
              <a:xfrm>
                <a:off x="76156" y="797959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9477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2B504E-82D4-36B3-E9E2-A87C6C1F74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797959"/>
                <a:ext cx="63812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11173CB-353B-27EA-C9F9-213864B30732}"/>
                  </a:ext>
                </a:extLst>
              </p:cNvPr>
              <p:cNvSpPr/>
              <p:nvPr/>
            </p:nvSpPr>
            <p:spPr>
              <a:xfrm>
                <a:off x="346342" y="1321179"/>
                <a:ext cx="11759068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If you pick one brass plug at random from the machine, the chance that it will be selected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0.9477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(about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94.77%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).</a:t>
                </a:r>
                <a:endParaRPr lang="en-IN" sz="28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11173CB-353B-27EA-C9F9-213864B30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42" y="1321179"/>
                <a:ext cx="11759068" cy="1161152"/>
              </a:xfrm>
              <a:prstGeom prst="rect">
                <a:avLst/>
              </a:prstGeom>
              <a:blipFill>
                <a:blip r:embed="rId3"/>
                <a:stretch>
                  <a:fillRect l="-1089" r="-1037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7C9DCF-5F4C-84F4-B324-599710CAE24C}"/>
                  </a:ext>
                </a:extLst>
              </p:cNvPr>
              <p:cNvSpPr/>
              <p:nvPr/>
            </p:nvSpPr>
            <p:spPr>
              <a:xfrm>
                <a:off x="76156" y="2743941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rejected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sele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cted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7C9DCF-5F4C-84F4-B324-599710CAE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2743941"/>
                <a:ext cx="638126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B108FD7-EECD-7CED-CF38-E447F52451CE}"/>
                  </a:ext>
                </a:extLst>
              </p:cNvPr>
              <p:cNvSpPr/>
              <p:nvPr/>
            </p:nvSpPr>
            <p:spPr>
              <a:xfrm>
                <a:off x="76156" y="3528771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rejected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9477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B108FD7-EECD-7CED-CF38-E447F52451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3528771"/>
                <a:ext cx="638126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37D5D5-5078-C580-7C87-523893C5224A}"/>
                  </a:ext>
                </a:extLst>
              </p:cNvPr>
              <p:cNvSpPr/>
              <p:nvPr/>
            </p:nvSpPr>
            <p:spPr>
              <a:xfrm>
                <a:off x="76156" y="4313601"/>
                <a:ext cx="41321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rejected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0.0523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37D5D5-5078-C580-7C87-523893C522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4313601"/>
                <a:ext cx="413216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E4C85E-48E5-6D17-7D70-88F147174938}"/>
                  </a:ext>
                </a:extLst>
              </p:cNvPr>
              <p:cNvSpPr/>
              <p:nvPr/>
            </p:nvSpPr>
            <p:spPr>
              <a:xfrm>
                <a:off x="346342" y="4956245"/>
                <a:ext cx="11759068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ea typeface="Cambria Math" panose="02040503050406030204" pitchFamily="18" charset="0"/>
                  </a:rPr>
                  <a:t>If you pick one brass plug at random from the machine, the chance that it will be rejected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0.0523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(about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5.23%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).</a:t>
                </a:r>
                <a:endParaRPr lang="en-IN" sz="2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E4C85E-48E5-6D17-7D70-88F147174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42" y="4956245"/>
                <a:ext cx="11759068" cy="1161152"/>
              </a:xfrm>
              <a:prstGeom prst="rect">
                <a:avLst/>
              </a:prstGeom>
              <a:blipFill>
                <a:blip r:embed="rId7"/>
                <a:stretch>
                  <a:fillRect l="-1089" r="-1037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91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3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14 (Continue)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2412" y="770364"/>
            <a:ext cx="6238779" cy="66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ea typeface="Cambria Math" panose="02040503050406030204" pitchFamily="18" charset="0"/>
              </a:rPr>
              <a:t>Number of Plugs Rejected (Out of 1000) 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090F483-D6DD-B904-9F91-D58E0527C8A5}"/>
                  </a:ext>
                </a:extLst>
              </p:cNvPr>
              <p:cNvSpPr/>
              <p:nvPr/>
            </p:nvSpPr>
            <p:spPr>
              <a:xfrm>
                <a:off x="1034857" y="1474713"/>
                <a:ext cx="395277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0.0523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090F483-D6DD-B904-9F91-D58E0527C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857" y="1474713"/>
                <a:ext cx="3952779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B8279C-6C25-6562-D5B3-EC5444FE69C2}"/>
                  </a:ext>
                </a:extLst>
              </p:cNvPr>
              <p:cNvSpPr/>
              <p:nvPr/>
            </p:nvSpPr>
            <p:spPr>
              <a:xfrm>
                <a:off x="1034857" y="2313288"/>
                <a:ext cx="283056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B8279C-6C25-6562-D5B3-EC5444FE6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857" y="2313288"/>
                <a:ext cx="283056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79D4530-DA6A-9D99-275A-AF1B4365090D}"/>
              </a:ext>
            </a:extLst>
          </p:cNvPr>
          <p:cNvSpPr/>
          <p:nvPr/>
        </p:nvSpPr>
        <p:spPr>
          <a:xfrm>
            <a:off x="172412" y="3050138"/>
            <a:ext cx="8994488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Since we cannot reject a fraction of a plug,</a:t>
            </a:r>
            <a:endParaRPr lang="en-IN" sz="2800" i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DD5C1B-112B-0466-7904-F6A898D34876}"/>
                  </a:ext>
                </a:extLst>
              </p:cNvPr>
              <p:cNvSpPr/>
              <p:nvPr/>
            </p:nvSpPr>
            <p:spPr>
              <a:xfrm>
                <a:off x="490392" y="3815680"/>
                <a:ext cx="816523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Number of plugs likely to be rejected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≈52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DD5C1B-112B-0466-7904-F6A898D34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2" y="3815680"/>
                <a:ext cx="8165235" cy="665631"/>
              </a:xfrm>
              <a:prstGeom prst="rect">
                <a:avLst/>
              </a:prstGeom>
              <a:blipFill>
                <a:blip r:embed="rId4"/>
                <a:stretch>
                  <a:fillRect l="-149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64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249D3-9883-3A50-8944-D25AEF88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A6AE4C0-7B0C-C1CA-8023-1B4007C4E5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43323"/>
                <a:ext cx="11929643" cy="241602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an examination, minimum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marks are required for passing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 marks for distinction.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45%</m:t>
                    </m:r>
                  </m:oMath>
                </a14:m>
                <a:r>
                  <a:rPr lang="en-US" dirty="0"/>
                  <a:t> of the students passed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9%</m:t>
                    </m:r>
                  </m:oMath>
                </a14:m>
                <a:r>
                  <a:rPr lang="en-US" dirty="0"/>
                  <a:t> obtained distinction, find the mean and standard deviation of the distribution of marks.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I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𝟏𝟐𝟓</m:t>
                              </m:r>
                            </m:e>
                          </m:d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𝟎𝟓</m:t>
                          </m:r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𝟑𝟒</m:t>
                              </m:r>
                            </m:e>
                          </m:d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𝟒𝟎𝟗𝟗</m:t>
                          </m:r>
                          <m:r>
                            <a:rPr lang="en-IN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A6AE4C0-7B0C-C1CA-8023-1B4007C4E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43323"/>
                <a:ext cx="11929643" cy="2416024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70BA1B9-AFA0-A709-2730-3E53BF53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18ECF-3096-D20E-9432-63C0079FFBA6}"/>
              </a:ext>
            </a:extLst>
          </p:cNvPr>
          <p:cNvSpPr/>
          <p:nvPr/>
        </p:nvSpPr>
        <p:spPr>
          <a:xfrm>
            <a:off x="131177" y="3429000"/>
            <a:ext cx="1514204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58118A-912A-2A22-5D41-4257D37A1534}"/>
                  </a:ext>
                </a:extLst>
              </p:cNvPr>
              <p:cNvSpPr/>
              <p:nvPr/>
            </p:nvSpPr>
            <p:spPr>
              <a:xfrm>
                <a:off x="1645381" y="3429000"/>
                <a:ext cx="57841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marks obtained by a student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58118A-912A-2A22-5D41-4257D37A1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381" y="3429000"/>
                <a:ext cx="5784119" cy="523220"/>
              </a:xfrm>
              <a:prstGeom prst="rect">
                <a:avLst/>
              </a:prstGeom>
              <a:blipFill>
                <a:blip r:embed="rId3"/>
                <a:stretch>
                  <a:fillRect l="-2213" t="-11765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2D27C5-FD12-32D3-18B8-FC2A73890767}"/>
                  </a:ext>
                </a:extLst>
              </p:cNvPr>
              <p:cNvSpPr/>
              <p:nvPr/>
            </p:nvSpPr>
            <p:spPr>
              <a:xfrm>
                <a:off x="1645381" y="4121873"/>
                <a:ext cx="10415439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normal distribution with mean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standard deviation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2D27C5-FD12-32D3-18B8-FC2A73890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381" y="4121873"/>
                <a:ext cx="10415439" cy="1161152"/>
              </a:xfrm>
              <a:prstGeom prst="rect">
                <a:avLst/>
              </a:prstGeom>
              <a:blipFill>
                <a:blip r:embed="rId4"/>
                <a:stretch>
                  <a:fillRect l="-1230" r="-1171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144E0F-DD3B-8DA5-DD97-3C5870C2EF20}"/>
                  </a:ext>
                </a:extLst>
              </p:cNvPr>
              <p:cNvSpPr/>
              <p:nvPr/>
            </p:nvSpPr>
            <p:spPr>
              <a:xfrm>
                <a:off x="10693717" y="4826583"/>
                <a:ext cx="1367103" cy="767573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144E0F-DD3B-8DA5-DD97-3C5870C2EF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717" y="4826583"/>
                <a:ext cx="1367103" cy="767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22DA9C-133A-E327-FF78-BB69845A5233}"/>
                  </a:ext>
                </a:extLst>
              </p:cNvPr>
              <p:cNvSpPr/>
              <p:nvPr/>
            </p:nvSpPr>
            <p:spPr>
              <a:xfrm>
                <a:off x="10693716" y="5761764"/>
                <a:ext cx="1367103" cy="767573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22DA9C-133A-E327-FF78-BB69845A52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716" y="5761764"/>
                <a:ext cx="1367103" cy="767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4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6938" y="785953"/>
                <a:ext cx="11998123" cy="5155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Given, </a:t>
                </a:r>
                <a14:m>
                  <m:oMath xmlns:m="http://schemas.openxmlformats.org/officeDocument/2006/math">
                    <m:r>
                      <a:rPr lang="en-US" sz="275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</m:t>
                    </m:r>
                    <m:r>
                      <a:rPr lang="en-US" sz="275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students passed in the exam</a:t>
                </a:r>
                <a:r>
                  <a:rPr lang="en-US" sz="27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for which minimum </a:t>
                </a:r>
                <a14:m>
                  <m:oMath xmlns:m="http://schemas.openxmlformats.org/officeDocument/2006/math">
                    <m:r>
                      <a:rPr lang="en-US" sz="275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marks are required.</a:t>
                </a:r>
                <a:endParaRPr lang="en-IN" sz="275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85953"/>
                <a:ext cx="11998123" cy="515526"/>
              </a:xfrm>
              <a:prstGeom prst="rect">
                <a:avLst/>
              </a:prstGeom>
              <a:blipFill>
                <a:blip r:embed="rId2"/>
                <a:stretch>
                  <a:fillRect l="-1016" t="-11905" b="-3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4920" y="4879699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4879699"/>
                <a:ext cx="399708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4920" y="3214868"/>
                <a:ext cx="5264454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3214868"/>
                <a:ext cx="5264454" cy="10604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2090327-1D1F-A6B6-F7FE-AEBF1FE71A74}"/>
                  </a:ext>
                </a:extLst>
              </p:cNvPr>
              <p:cNvSpPr/>
              <p:nvPr/>
            </p:nvSpPr>
            <p:spPr>
              <a:xfrm>
                <a:off x="96938" y="1273811"/>
                <a:ext cx="432958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That is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45%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2090327-1D1F-A6B6-F7FE-AEBF1FE71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1273811"/>
                <a:ext cx="4329589" cy="664221"/>
              </a:xfrm>
              <a:prstGeom prst="rect">
                <a:avLst/>
              </a:prstGeom>
              <a:blipFill>
                <a:blip r:embed="rId6"/>
                <a:stretch>
                  <a:fillRect l="-295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5A3782-9857-C65A-BBBE-F27ED674E9E9}"/>
                  </a:ext>
                </a:extLst>
              </p:cNvPr>
              <p:cNvSpPr/>
              <p:nvPr/>
            </p:nvSpPr>
            <p:spPr>
              <a:xfrm>
                <a:off x="574920" y="2105222"/>
                <a:ext cx="432958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5A3782-9857-C65A-BBBE-F27ED674E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2105222"/>
                <a:ext cx="4329589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69B09F28-32BF-05D8-997C-FE6CCCAF64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3751" y="4358478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dirty="0" smtClean="0">
                          <a:solidFill>
                            <a:srgbClr val="002060"/>
                          </a:solidFill>
                        </a:rPr>
                        <m:t>; where 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69B09F28-32BF-05D8-997C-FE6CCCAF6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751" y="4358478"/>
                <a:ext cx="3263630" cy="14708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25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/>
      <p:bldP spid="11" grpId="0"/>
      <p:bldP spid="10" grpId="0"/>
      <p:bldP spid="12" grpId="0"/>
      <p:bldP spid="15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BA56-6BC9-E5EF-CDC3-DD91DBA0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70ED-510C-5A85-6CCB-5A608897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⇝ </a:t>
            </a:r>
            <a:r>
              <a:rPr lang="en-GB" dirty="0">
                <a:solidFill>
                  <a:srgbClr val="FF0000"/>
                </a:solidFill>
              </a:rPr>
              <a:t>For Understanding Only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B002B8F-1A47-AC1B-1195-C17590C75AEA}"/>
                  </a:ext>
                </a:extLst>
              </p:cNvPr>
              <p:cNvSpPr/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B002B8F-1A47-AC1B-1195-C17590C75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B713DBC-2751-1EBF-F7F6-CD484C00B2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dirty="0" smtClean="0">
                          <a:solidFill>
                            <a:srgbClr val="002060"/>
                          </a:solidFill>
                        </a:rPr>
                        <m:t>; where 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B713DBC-2751-1EBF-F7F6-CD484C00B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74068066-EDD8-5B35-3341-40EABA447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For which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=0.45</m:t>
                    </m:r>
                  </m:oMath>
                </a14:m>
                <a:r>
                  <a:rPr lang="en-US" dirty="0"/>
                  <a:t> is true? : </a:t>
                </a: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74068066-EDD8-5B35-3341-40EABA447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  <a:blipFill>
                <a:blip r:embed="rId6"/>
                <a:stretch>
                  <a:fillRect l="-1837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E4DD115-F256-62CB-593C-667761448AA5}"/>
              </a:ext>
            </a:extLst>
          </p:cNvPr>
          <p:cNvSpPr/>
          <p:nvPr/>
        </p:nvSpPr>
        <p:spPr>
          <a:xfrm>
            <a:off x="2101700" y="1824578"/>
            <a:ext cx="2632858" cy="3038881"/>
          </a:xfrm>
          <a:custGeom>
            <a:avLst/>
            <a:gdLst>
              <a:gd name="csX0" fmla="*/ 620725 w 2632858"/>
              <a:gd name="csY0" fmla="*/ 1 h 3038881"/>
              <a:gd name="csX1" fmla="*/ 1864232 w 2632858"/>
              <a:gd name="csY1" fmla="*/ 2159551 h 3038881"/>
              <a:gd name="csX2" fmla="*/ 2520571 w 2632858"/>
              <a:gd name="csY2" fmla="*/ 2865441 h 3038881"/>
              <a:gd name="csX3" fmla="*/ 2632858 w 2632858"/>
              <a:gd name="csY3" fmla="*/ 2878938 h 3038881"/>
              <a:gd name="csX4" fmla="*/ 2632858 w 2632858"/>
              <a:gd name="csY4" fmla="*/ 3038881 h 3038881"/>
              <a:gd name="csX5" fmla="*/ 0 w 2632858"/>
              <a:gd name="csY5" fmla="*/ 3038881 h 3038881"/>
              <a:gd name="csX6" fmla="*/ 0 w 2632858"/>
              <a:gd name="csY6" fmla="*/ 730277 h 3038881"/>
              <a:gd name="csX7" fmla="*/ 83086 w 2632858"/>
              <a:gd name="csY7" fmla="*/ 566454 h 3038881"/>
              <a:gd name="csX8" fmla="*/ 620725 w 2632858"/>
              <a:gd name="csY8" fmla="*/ 1 h 303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32858" h="3038881">
                <a:moveTo>
                  <a:pt x="620725" y="1"/>
                </a:moveTo>
                <a:cubicBezTo>
                  <a:pt x="1096600" y="725"/>
                  <a:pt x="1659801" y="1727062"/>
                  <a:pt x="1864232" y="2159551"/>
                </a:cubicBezTo>
                <a:cubicBezTo>
                  <a:pt x="2043108" y="2537979"/>
                  <a:pt x="2237721" y="2800947"/>
                  <a:pt x="2520571" y="2865441"/>
                </a:cubicBezTo>
                <a:lnTo>
                  <a:pt x="2632858" y="2878938"/>
                </a:lnTo>
                <a:lnTo>
                  <a:pt x="2632858" y="3038881"/>
                </a:lnTo>
                <a:lnTo>
                  <a:pt x="0" y="3038881"/>
                </a:lnTo>
                <a:lnTo>
                  <a:pt x="0" y="730277"/>
                </a:lnTo>
                <a:lnTo>
                  <a:pt x="83086" y="566454"/>
                </a:lnTo>
                <a:cubicBezTo>
                  <a:pt x="256530" y="241325"/>
                  <a:pt x="442272" y="-270"/>
                  <a:pt x="620725" y="1"/>
                </a:cubicBez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5A9F4BE-19F2-0BF0-D530-A2F65EF19CBE}"/>
              </a:ext>
            </a:extLst>
          </p:cNvPr>
          <p:cNvCxnSpPr>
            <a:cxnSpLocks/>
          </p:cNvCxnSpPr>
          <p:nvPr/>
        </p:nvCxnSpPr>
        <p:spPr>
          <a:xfrm flipV="1">
            <a:off x="2087665" y="2570928"/>
            <a:ext cx="0" cy="23040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27B21799-010C-C878-1AC6-DFEAF4739B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7607" y="4875018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27B21799-010C-C878-1AC6-DFEAF4739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607" y="4875018"/>
                <a:ext cx="657306" cy="4801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79224B7D-9DF6-7EAA-38C6-F928ADF5B19E}"/>
              </a:ext>
            </a:extLst>
          </p:cNvPr>
          <p:cNvGrpSpPr/>
          <p:nvPr/>
        </p:nvGrpSpPr>
        <p:grpSpPr>
          <a:xfrm>
            <a:off x="720437" y="1837304"/>
            <a:ext cx="4798693" cy="3554157"/>
            <a:chOff x="720437" y="1837304"/>
            <a:chExt cx="4798693" cy="355415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050916-EF8E-02CA-B45E-CBE33CF1762C}"/>
                </a:ext>
              </a:extLst>
            </p:cNvPr>
            <p:cNvCxnSpPr>
              <a:cxnSpLocks/>
            </p:cNvCxnSpPr>
            <p:nvPr/>
          </p:nvCxnSpPr>
          <p:spPr>
            <a:xfrm>
              <a:off x="2699961" y="18431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AA1C560-8049-24C0-8FE0-D5D437AF4CCC}"/>
                </a:ext>
              </a:extLst>
            </p:cNvPr>
            <p:cNvSpPr/>
            <p:nvPr/>
          </p:nvSpPr>
          <p:spPr>
            <a:xfrm>
              <a:off x="720437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14E6786-950A-0C38-33B2-8EFB545289CF}"/>
                </a:ext>
              </a:extLst>
            </p:cNvPr>
            <p:cNvCxnSpPr>
              <a:cxnSpLocks/>
            </p:cNvCxnSpPr>
            <p:nvPr/>
          </p:nvCxnSpPr>
          <p:spPr>
            <a:xfrm>
              <a:off x="720437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D10138DE-3E6E-4A69-EE14-CFE1CCB3217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94097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D10138DE-3E6E-4A69-EE14-CFE1CCB32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4097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6895426A-478F-756F-5727-903BA31C28E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80141" y="491133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6895426A-478F-756F-5727-903BA31C2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0141" y="4911330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8DEA5ED3-D75E-CA7E-65D7-35739A871B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10062" y="488235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8DEA5ED3-D75E-CA7E-65D7-35739A871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062" y="4882358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F5CEB7C6-D07E-7ADC-BB9F-5B20DF9C96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400" b="1">
                    <a:solidFill>
                      <a:srgbClr val="002060"/>
                    </a:solidFill>
                  </a:defRPr>
                </a:lvl1pPr>
                <a:lvl2pPr marL="714375" indent="-352425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Curve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F5CEB7C6-D07E-7ADC-BB9F-5B20DF9C9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blipFill>
                <a:blip r:embed="rId11"/>
                <a:stretch>
                  <a:fillRect l="-5042"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424C45D-B2B1-D5D8-240D-0FFE6745B4EF}"/>
              </a:ext>
            </a:extLst>
          </p:cNvPr>
          <p:cNvSpPr/>
          <p:nvPr/>
        </p:nvSpPr>
        <p:spPr>
          <a:xfrm>
            <a:off x="9707665" y="2560537"/>
            <a:ext cx="1418991" cy="2302922"/>
          </a:xfrm>
          <a:custGeom>
            <a:avLst/>
            <a:gdLst>
              <a:gd name="csX0" fmla="*/ 0 w 1397547"/>
              <a:gd name="csY0" fmla="*/ 0 h 2302922"/>
              <a:gd name="csX1" fmla="*/ 8245 w 1397547"/>
              <a:gd name="csY1" fmla="*/ 15746 h 2302922"/>
              <a:gd name="csX2" fmla="*/ 614378 w 1397547"/>
              <a:gd name="csY2" fmla="*/ 1436317 h 2302922"/>
              <a:gd name="csX3" fmla="*/ 1270717 w 1397547"/>
              <a:gd name="csY3" fmla="*/ 2142207 h 2302922"/>
              <a:gd name="csX4" fmla="*/ 1397544 w 1397547"/>
              <a:gd name="csY4" fmla="*/ 2157452 h 2302922"/>
              <a:gd name="csX5" fmla="*/ 1397547 w 1397547"/>
              <a:gd name="csY5" fmla="*/ 2157452 h 2302922"/>
              <a:gd name="csX6" fmla="*/ 1397547 w 1397547"/>
              <a:gd name="csY6" fmla="*/ 2302922 h 2302922"/>
              <a:gd name="csX7" fmla="*/ 0 w 1397547"/>
              <a:gd name="csY7" fmla="*/ 2302922 h 2302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97547" h="2302922">
                <a:moveTo>
                  <a:pt x="0" y="0"/>
                </a:moveTo>
                <a:lnTo>
                  <a:pt x="8245" y="15746"/>
                </a:lnTo>
                <a:cubicBezTo>
                  <a:pt x="270876" y="540385"/>
                  <a:pt x="499386" y="1193042"/>
                  <a:pt x="614378" y="1436317"/>
                </a:cubicBezTo>
                <a:cubicBezTo>
                  <a:pt x="793254" y="1814745"/>
                  <a:pt x="987867" y="2077713"/>
                  <a:pt x="1270717" y="2142207"/>
                </a:cubicBezTo>
                <a:lnTo>
                  <a:pt x="1397544" y="2157452"/>
                </a:lnTo>
                <a:lnTo>
                  <a:pt x="1397547" y="2157452"/>
                </a:lnTo>
                <a:lnTo>
                  <a:pt x="1397547" y="2302922"/>
                </a:lnTo>
                <a:lnTo>
                  <a:pt x="0" y="2302922"/>
                </a:ln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719816-97CA-378A-9162-F156361D6073}"/>
              </a:ext>
            </a:extLst>
          </p:cNvPr>
          <p:cNvCxnSpPr>
            <a:cxnSpLocks/>
          </p:cNvCxnSpPr>
          <p:nvPr/>
        </p:nvCxnSpPr>
        <p:spPr>
          <a:xfrm flipV="1">
            <a:off x="9707665" y="2524991"/>
            <a:ext cx="0" cy="23511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D614F50A-2ACF-3A84-2871-A0D5D62D32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2032" y="4888913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D614F50A-2ACF-3A84-2871-A0D5D62D3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032" y="4888913"/>
                <a:ext cx="657306" cy="4801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EA7EB7F-E8B9-9D8B-9D96-98D7BF59A1BA}"/>
              </a:ext>
            </a:extLst>
          </p:cNvPr>
          <p:cNvGrpSpPr/>
          <p:nvPr/>
        </p:nvGrpSpPr>
        <p:grpSpPr>
          <a:xfrm>
            <a:off x="7108382" y="1837304"/>
            <a:ext cx="4845197" cy="3567713"/>
            <a:chOff x="7108382" y="1837304"/>
            <a:chExt cx="4845197" cy="356771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91F8028-C96A-C446-01F4-2D996458E298}"/>
                </a:ext>
              </a:extLst>
            </p:cNvPr>
            <p:cNvCxnSpPr>
              <a:cxnSpLocks/>
            </p:cNvCxnSpPr>
            <p:nvPr/>
          </p:nvCxnSpPr>
          <p:spPr>
            <a:xfrm>
              <a:off x="9087906" y="18431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8ABF1AD-A06F-C34D-5054-8D89C3A66E1A}"/>
                </a:ext>
              </a:extLst>
            </p:cNvPr>
            <p:cNvSpPr/>
            <p:nvPr/>
          </p:nvSpPr>
          <p:spPr>
            <a:xfrm>
              <a:off x="7108382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4C4DEF-587C-3C6F-1525-904DA63CD7BA}"/>
                </a:ext>
              </a:extLst>
            </p:cNvPr>
            <p:cNvCxnSpPr>
              <a:cxnSpLocks/>
            </p:cNvCxnSpPr>
            <p:nvPr/>
          </p:nvCxnSpPr>
          <p:spPr>
            <a:xfrm>
              <a:off x="7108382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D4158F5-82CB-2181-A8CB-ACFE424149C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59253" y="49248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D4158F5-82CB-2181-A8CB-ACFE42414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9253" y="4924886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8A80753B-AFCB-4E58-9125-BDBEDC1738B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798005" y="488540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8A80753B-AFCB-4E58-9125-BDBEDC173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8005" y="4885408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4">
                  <a:extLst>
                    <a:ext uri="{FF2B5EF4-FFF2-40B4-BE49-F238E27FC236}">
                      <a16:creationId xmlns:a16="http://schemas.microsoft.com/office/drawing/2014/main" id="{412AA80C-6061-1785-C07A-331B7F6639D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4" name="Content Placeholder 4">
                  <a:extLst>
                    <a:ext uri="{FF2B5EF4-FFF2-40B4-BE49-F238E27FC236}">
                      <a16:creationId xmlns:a16="http://schemas.microsoft.com/office/drawing/2014/main" id="{412AA80C-6061-1785-C07A-331B7F663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0490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allAtOnce"/>
      <p:bldP spid="41" grpId="0" animBg="1"/>
      <p:bldP spid="22" grpId="0"/>
      <p:bldP spid="33" grpId="0" build="allAtOnce" animBg="1"/>
      <p:bldP spid="44" grpId="0" animBg="1"/>
      <p:bldP spid="26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F356-1A51-5452-6EFB-095D6CB5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8C3F-7483-0ED5-809B-F9D67744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B06AE4-1DAF-6CA8-7FAF-E4FC359E663D}"/>
                  </a:ext>
                </a:extLst>
              </p:cNvPr>
              <p:cNvSpPr/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B06AE4-1DAF-6CA8-7FAF-E4FC359E6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B8E492D-27F2-EF6A-8175-3155D0883E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dirty="0" smtClean="0">
                          <a:solidFill>
                            <a:srgbClr val="002060"/>
                          </a:solidFill>
                        </a:rPr>
                        <m:t>; where 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B8E492D-27F2-EF6A-8175-3155D0883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4AC27ABB-D5EB-5F73-C196-D2F81FD4289C}"/>
              </a:ext>
            </a:extLst>
          </p:cNvPr>
          <p:cNvGrpSpPr/>
          <p:nvPr/>
        </p:nvGrpSpPr>
        <p:grpSpPr>
          <a:xfrm>
            <a:off x="654626" y="3891660"/>
            <a:ext cx="10659323" cy="2550704"/>
            <a:chOff x="250382" y="3047782"/>
            <a:chExt cx="13563772" cy="3572972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5F03419-FCDF-8E83-8481-75D0BE8A5DEE}"/>
                </a:ext>
              </a:extLst>
            </p:cNvPr>
            <p:cNvSpPr/>
            <p:nvPr/>
          </p:nvSpPr>
          <p:spPr>
            <a:xfrm>
              <a:off x="6867942" y="3095916"/>
              <a:ext cx="2009137" cy="3013994"/>
            </a:xfrm>
            <a:custGeom>
              <a:avLst/>
              <a:gdLst>
                <a:gd name="csX0" fmla="*/ 0 w 2009137"/>
                <a:gd name="csY0" fmla="*/ 0 h 3013994"/>
                <a:gd name="csX1" fmla="*/ 40066 w 2009137"/>
                <a:gd name="csY1" fmla="*/ 4494 h 3013994"/>
                <a:gd name="csX2" fmla="*/ 1238717 w 2009137"/>
                <a:gd name="csY2" fmla="*/ 2159013 h 3013994"/>
                <a:gd name="csX3" fmla="*/ 1895056 w 2009137"/>
                <a:gd name="csY3" fmla="*/ 2864903 h 3013994"/>
                <a:gd name="csX4" fmla="*/ 2009137 w 2009137"/>
                <a:gd name="csY4" fmla="*/ 2878616 h 3013994"/>
                <a:gd name="csX5" fmla="*/ 2009137 w 2009137"/>
                <a:gd name="csY5" fmla="*/ 3013994 h 3013994"/>
                <a:gd name="csX6" fmla="*/ 0 w 2009137"/>
                <a:gd name="csY6" fmla="*/ 3013994 h 3013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009137" h="3013994">
                  <a:moveTo>
                    <a:pt x="0" y="0"/>
                  </a:moveTo>
                  <a:lnTo>
                    <a:pt x="40066" y="4494"/>
                  </a:lnTo>
                  <a:cubicBezTo>
                    <a:pt x="505935" y="106820"/>
                    <a:pt x="1040675" y="1740040"/>
                    <a:pt x="1238717" y="2159013"/>
                  </a:cubicBezTo>
                  <a:cubicBezTo>
                    <a:pt x="1417593" y="2537441"/>
                    <a:pt x="1612206" y="2800409"/>
                    <a:pt x="1895056" y="2864903"/>
                  </a:cubicBezTo>
                  <a:lnTo>
                    <a:pt x="2009137" y="2878616"/>
                  </a:lnTo>
                  <a:lnTo>
                    <a:pt x="2009137" y="3013994"/>
                  </a:lnTo>
                  <a:lnTo>
                    <a:pt x="0" y="3013994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E7D202A-3AFF-DD88-FACF-7843B0B44BFD}"/>
                </a:ext>
              </a:extLst>
            </p:cNvPr>
            <p:cNvSpPr/>
            <p:nvPr/>
          </p:nvSpPr>
          <p:spPr>
            <a:xfrm>
              <a:off x="11439862" y="3047782"/>
              <a:ext cx="626647" cy="3038880"/>
            </a:xfrm>
            <a:custGeom>
              <a:avLst/>
              <a:gdLst>
                <a:gd name="csX0" fmla="*/ 18962 w 626647"/>
                <a:gd name="csY0" fmla="*/ 0 h 3038880"/>
                <a:gd name="csX1" fmla="*/ 567637 w 626647"/>
                <a:gd name="csY1" fmla="*/ 569578 h 3038880"/>
                <a:gd name="csX2" fmla="*/ 626647 w 626647"/>
                <a:gd name="csY2" fmla="*/ 682278 h 3038880"/>
                <a:gd name="csX3" fmla="*/ 626647 w 626647"/>
                <a:gd name="csY3" fmla="*/ 3038880 h 3038880"/>
                <a:gd name="csX4" fmla="*/ 0 w 626647"/>
                <a:gd name="csY4" fmla="*/ 3038880 h 3038880"/>
                <a:gd name="csX5" fmla="*/ 0 w 626647"/>
                <a:gd name="csY5" fmla="*/ 2068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6647" h="3038880">
                  <a:moveTo>
                    <a:pt x="18962" y="0"/>
                  </a:moveTo>
                  <a:cubicBezTo>
                    <a:pt x="197415" y="272"/>
                    <a:pt x="388149" y="243208"/>
                    <a:pt x="567637" y="569578"/>
                  </a:cubicBezTo>
                  <a:lnTo>
                    <a:pt x="626647" y="682278"/>
                  </a:lnTo>
                  <a:lnTo>
                    <a:pt x="626647" y="3038880"/>
                  </a:lnTo>
                  <a:lnTo>
                    <a:pt x="0" y="3038880"/>
                  </a:lnTo>
                  <a:lnTo>
                    <a:pt x="0" y="2068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EBB14DE-543E-7F13-ACC0-64E9A6FF9AD7}"/>
                </a:ext>
              </a:extLst>
            </p:cNvPr>
            <p:cNvSpPr/>
            <p:nvPr/>
          </p:nvSpPr>
          <p:spPr>
            <a:xfrm>
              <a:off x="2871109" y="3776274"/>
              <a:ext cx="1397547" cy="2302922"/>
            </a:xfrm>
            <a:custGeom>
              <a:avLst/>
              <a:gdLst>
                <a:gd name="csX0" fmla="*/ 0 w 1397547"/>
                <a:gd name="csY0" fmla="*/ 0 h 2302922"/>
                <a:gd name="csX1" fmla="*/ 8245 w 1397547"/>
                <a:gd name="csY1" fmla="*/ 15746 h 2302922"/>
                <a:gd name="csX2" fmla="*/ 614378 w 1397547"/>
                <a:gd name="csY2" fmla="*/ 1436317 h 2302922"/>
                <a:gd name="csX3" fmla="*/ 1270717 w 1397547"/>
                <a:gd name="csY3" fmla="*/ 2142207 h 2302922"/>
                <a:gd name="csX4" fmla="*/ 1397544 w 1397547"/>
                <a:gd name="csY4" fmla="*/ 2157452 h 2302922"/>
                <a:gd name="csX5" fmla="*/ 1397547 w 1397547"/>
                <a:gd name="csY5" fmla="*/ 2157452 h 2302922"/>
                <a:gd name="csX6" fmla="*/ 1397547 w 1397547"/>
                <a:gd name="csY6" fmla="*/ 2302922 h 2302922"/>
                <a:gd name="csX7" fmla="*/ 0 w 1397547"/>
                <a:gd name="csY7" fmla="*/ 2302922 h 23029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97547" h="2302922">
                  <a:moveTo>
                    <a:pt x="0" y="0"/>
                  </a:moveTo>
                  <a:lnTo>
                    <a:pt x="8245" y="15746"/>
                  </a:lnTo>
                  <a:cubicBezTo>
                    <a:pt x="270876" y="540385"/>
                    <a:pt x="499386" y="1193042"/>
                    <a:pt x="614378" y="1436317"/>
                  </a:cubicBezTo>
                  <a:cubicBezTo>
                    <a:pt x="793254" y="1814745"/>
                    <a:pt x="987867" y="2077713"/>
                    <a:pt x="1270717" y="2142207"/>
                  </a:cubicBezTo>
                  <a:lnTo>
                    <a:pt x="1397544" y="2157452"/>
                  </a:lnTo>
                  <a:lnTo>
                    <a:pt x="1397547" y="2157452"/>
                  </a:lnTo>
                  <a:lnTo>
                    <a:pt x="1397547" y="2302922"/>
                  </a:lnTo>
                  <a:lnTo>
                    <a:pt x="0" y="2302922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DE08D1-1B7C-B734-447D-4268047DA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9665" y="3740728"/>
              <a:ext cx="0" cy="2351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05F21B8-BBF6-EBEC-5EDE-324B2BA5CFD2}"/>
                </a:ext>
              </a:extLst>
            </p:cNvPr>
            <p:cNvCxnSpPr>
              <a:cxnSpLocks/>
            </p:cNvCxnSpPr>
            <p:nvPr/>
          </p:nvCxnSpPr>
          <p:spPr>
            <a:xfrm>
              <a:off x="2229906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D5E48D-F931-4A67-530B-DB2346D5E34F}"/>
                </a:ext>
              </a:extLst>
            </p:cNvPr>
            <p:cNvSpPr/>
            <p:nvPr/>
          </p:nvSpPr>
          <p:spPr>
            <a:xfrm>
              <a:off x="250382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F57F06-BFB7-AE58-A43A-CDB6DF098CD8}"/>
                </a:ext>
              </a:extLst>
            </p:cNvPr>
            <p:cNvCxnSpPr>
              <a:cxnSpLocks/>
            </p:cNvCxnSpPr>
            <p:nvPr/>
          </p:nvCxnSpPr>
          <p:spPr>
            <a:xfrm>
              <a:off x="250382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5FE25645-5D75-6A11-7646-FB527ABE1B3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93004" y="607798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5FE25645-5D75-6A11-7646-FB527ABE1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004" y="6077981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9A3980A1-701C-DD92-416B-D391B27C25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904338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9A3980A1-701C-DD92-416B-D391B27C2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4338" y="6104650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 b="-35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9F376356-B154-4368-5AB9-F33D6E06532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40004" y="614062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9F376356-B154-4368-5AB9-F33D6E065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0004" y="6140623"/>
                  <a:ext cx="657306" cy="4801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C5D68A5-F740-C361-4B72-BCE68F66C2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8087" y="3740728"/>
              <a:ext cx="0" cy="2351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1BF0D2-140C-DD47-15A9-5F4D5F999028}"/>
                </a:ext>
              </a:extLst>
            </p:cNvPr>
            <p:cNvCxnSpPr>
              <a:cxnSpLocks/>
            </p:cNvCxnSpPr>
            <p:nvPr/>
          </p:nvCxnSpPr>
          <p:spPr>
            <a:xfrm>
              <a:off x="6838328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3675BA9-5B3F-A118-68B9-D71AA81C4EEB}"/>
                </a:ext>
              </a:extLst>
            </p:cNvPr>
            <p:cNvSpPr/>
            <p:nvPr/>
          </p:nvSpPr>
          <p:spPr>
            <a:xfrm>
              <a:off x="4858804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8D4B9D-7F5B-B025-5A3B-E6CDC72DA4FC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04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ontent Placeholder 2">
                  <a:extLst>
                    <a:ext uri="{FF2B5EF4-FFF2-40B4-BE49-F238E27FC236}">
                      <a16:creationId xmlns:a16="http://schemas.microsoft.com/office/drawing/2014/main" id="{D00C07E5-C9FB-80E1-C2A7-5978E895626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2454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Content Placeholder 2">
                  <a:extLst>
                    <a:ext uri="{FF2B5EF4-FFF2-40B4-BE49-F238E27FC236}">
                      <a16:creationId xmlns:a16="http://schemas.microsoft.com/office/drawing/2014/main" id="{D00C07E5-C9FB-80E1-C2A7-5978E8956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2454" y="6104650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1A3F85A0-9296-A672-5BE7-ED94F158CE0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12760" y="612896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1A3F85A0-9296-A672-5BE7-ED94F158C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760" y="6128967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F3EC7A32-D935-33D1-3179-F7AE3CDA394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48426" y="614062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F3EC7A32-D935-33D1-3179-F7AE3CDA3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8426" y="6140623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FA3AA95-CD81-E311-20EF-28C525A5D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66509" y="3740728"/>
              <a:ext cx="0" cy="2351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B0C59E-6372-A1E3-6C8B-7C024F8B2F3F}"/>
                </a:ext>
              </a:extLst>
            </p:cNvPr>
            <p:cNvCxnSpPr>
              <a:cxnSpLocks/>
            </p:cNvCxnSpPr>
            <p:nvPr/>
          </p:nvCxnSpPr>
          <p:spPr>
            <a:xfrm>
              <a:off x="11446750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8499F4-B49A-7DBF-ECDB-FF53C3C46551}"/>
                </a:ext>
              </a:extLst>
            </p:cNvPr>
            <p:cNvSpPr/>
            <p:nvPr/>
          </p:nvSpPr>
          <p:spPr>
            <a:xfrm>
              <a:off x="9467226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49717F-5E64-A474-71C9-9807406D0667}"/>
                </a:ext>
              </a:extLst>
            </p:cNvPr>
            <p:cNvCxnSpPr>
              <a:cxnSpLocks/>
            </p:cNvCxnSpPr>
            <p:nvPr/>
          </p:nvCxnSpPr>
          <p:spPr>
            <a:xfrm>
              <a:off x="9467226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5F5F7ED-2254-F573-9B21-163EE426E6D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810876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5F5F7ED-2254-F573-9B21-163EE426E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0876" y="6104650"/>
                  <a:ext cx="657306" cy="480131"/>
                </a:xfrm>
                <a:prstGeom prst="rect">
                  <a:avLst/>
                </a:prstGeom>
                <a:blipFill>
                  <a:blip r:embed="rId11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F7C247A1-449D-A89E-3044-5606F07A692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53570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F7C247A1-449D-A89E-3044-5606F07A6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3570" y="6104650"/>
                  <a:ext cx="657306" cy="480131"/>
                </a:xfrm>
                <a:prstGeom prst="rect">
                  <a:avLst/>
                </a:prstGeom>
                <a:blipFill>
                  <a:blip r:embed="rId12"/>
                  <a:stretch>
                    <a:fillRect b="-35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2199704B-147F-AB72-5507-3581C637E4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156848" y="614062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2199704B-147F-AB72-5507-3581C637E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6848" y="6140623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B0E0A6F-702C-6869-17A4-B088FBCAF57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75544" y="448176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B0E0A6F-702C-6869-17A4-B088FBCAF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5544" y="4481767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EF82DAA6-C851-1A34-A1E1-33DA26ABC4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992238" y="448176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EF82DAA6-C851-1A34-A1E1-33DA26ABC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2238" y="4481766"/>
                  <a:ext cx="657306" cy="4801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E9FF40C-7D09-01B5-FDFE-9DB010AE5DD7}"/>
                  </a:ext>
                </a:extLst>
              </p:cNvPr>
              <p:cNvSpPr/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E9FF40C-7D09-01B5-FDFE-9DB010AE5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5FE393E-03F9-57B5-D934-598CAD61EC32}"/>
                  </a:ext>
                </a:extLst>
              </p:cNvPr>
              <p:cNvSpPr/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5FE393E-03F9-57B5-D934-598CAD61E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FB0610D-CCE7-DECD-1F8C-49CA1261003E}"/>
                  </a:ext>
                </a:extLst>
              </p:cNvPr>
              <p:cNvSpPr/>
              <p:nvPr/>
            </p:nvSpPr>
            <p:spPr>
              <a:xfrm>
                <a:off x="128109" y="3299402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0.5−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FB0610D-CCE7-DECD-1F8C-49CA126100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9" y="3299402"/>
                <a:ext cx="691692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97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allAtOnce"/>
      <p:bldP spid="52" grpId="0" build="allAtOnce"/>
      <p:bldP spid="53" grpId="0" build="allAtOnce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247E-3B5E-91CC-A795-DC2B58BD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A09A-6EEA-8F1A-2DE9-00C0E133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466FF2-863B-A4E0-0222-73ABE12E0908}"/>
                  </a:ext>
                </a:extLst>
              </p:cNvPr>
              <p:cNvSpPr/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466FF2-863B-A4E0-0222-73ABE12E0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09E7B226-52C9-6613-FB4C-FAEDBEB01F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dirty="0" smtClean="0">
                          <a:solidFill>
                            <a:srgbClr val="002060"/>
                          </a:solidFill>
                        </a:rPr>
                        <m:t>; where 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09E7B226-52C9-6613-FB4C-FAEDBEB01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2677524-79AF-327B-0138-C2480F2D3B7F}"/>
                  </a:ext>
                </a:extLst>
              </p:cNvPr>
              <p:cNvSpPr/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2677524-79AF-327B-0138-C2480F2D3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215BF9A-F9EE-C87A-2B3A-FE0D40F22D51}"/>
                  </a:ext>
                </a:extLst>
              </p:cNvPr>
              <p:cNvSpPr/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215BF9A-F9EE-C87A-2B3A-FE0D40F22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FB4F4D0-4475-C7BE-236A-B05C18070B66}"/>
                  </a:ext>
                </a:extLst>
              </p:cNvPr>
              <p:cNvSpPr/>
              <p:nvPr/>
            </p:nvSpPr>
            <p:spPr>
              <a:xfrm>
                <a:off x="128110" y="3373011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0.5−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FB4F4D0-4475-C7BE-236A-B05C18070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3373011"/>
                <a:ext cx="691692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23DF45-6364-E7BE-BBDE-5B52BFC76D56}"/>
                  </a:ext>
                </a:extLst>
              </p:cNvPr>
              <p:cNvSpPr/>
              <p:nvPr/>
            </p:nvSpPr>
            <p:spPr>
              <a:xfrm>
                <a:off x="128110" y="4107043"/>
                <a:ext cx="51920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23DF45-6364-E7BE-BBDE-5B52BFC76D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4107043"/>
                <a:ext cx="519203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A2C86A-F92D-554C-6237-986962BE38AA}"/>
              </a:ext>
            </a:extLst>
          </p:cNvPr>
          <p:cNvCxnSpPr>
            <a:cxnSpLocks/>
          </p:cNvCxnSpPr>
          <p:nvPr/>
        </p:nvCxnSpPr>
        <p:spPr>
          <a:xfrm flipV="1">
            <a:off x="4121424" y="4407900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B8BDB2B-447D-CF10-0264-485F7D78E9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0146" y="4000309"/>
                <a:ext cx="701829" cy="702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B8BDB2B-447D-CF10-0264-485F7D78E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46" y="4000309"/>
                <a:ext cx="701829" cy="7026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7395C2-B319-8B62-B6D7-9196FEF6EC35}"/>
                  </a:ext>
                </a:extLst>
              </p:cNvPr>
              <p:cNvSpPr/>
              <p:nvPr/>
            </p:nvSpPr>
            <p:spPr>
              <a:xfrm>
                <a:off x="128110" y="4841075"/>
                <a:ext cx="780015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Also, 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&lt;0.125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7395C2-B319-8B62-B6D7-9196FEF6E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4841075"/>
                <a:ext cx="7800154" cy="523220"/>
              </a:xfrm>
              <a:prstGeom prst="rect">
                <a:avLst/>
              </a:prstGeom>
              <a:blipFill>
                <a:blip r:embed="rId9"/>
                <a:stretch>
                  <a:fillRect l="-156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00CF6D44-48B3-E5D9-E5A2-62300880EF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2446" y="4703000"/>
                <a:ext cx="70182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00CF6D44-48B3-E5D9-E5A2-62300880E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446" y="4703000"/>
                <a:ext cx="701829" cy="711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400FDB-6556-0C72-0D68-C0D31BB94AEF}"/>
              </a:ext>
            </a:extLst>
          </p:cNvPr>
          <p:cNvCxnSpPr>
            <a:cxnSpLocks/>
          </p:cNvCxnSpPr>
          <p:nvPr/>
        </p:nvCxnSpPr>
        <p:spPr>
          <a:xfrm flipV="1">
            <a:off x="6362399" y="5111019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C6E96BD9-D8D6-496D-8600-4E2B17332D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110" y="5502370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C6E96BD9-D8D6-496D-8600-4E2B17332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5502370"/>
                <a:ext cx="5857894" cy="930202"/>
              </a:xfrm>
              <a:prstGeom prst="rect">
                <a:avLst/>
              </a:prstGeom>
              <a:blipFill>
                <a:blip r:embed="rId11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335D7BA-7AF4-5DAA-861B-6FBAD0DBF3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7412" y="5497437"/>
                <a:ext cx="2023648" cy="867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=0.125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335D7BA-7AF4-5DAA-861B-6FBAD0DBF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12" y="5497437"/>
                <a:ext cx="2023648" cy="867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2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20" grpId="0"/>
      <p:bldP spid="22" grpId="0"/>
      <p:bldP spid="28" grpId="0"/>
      <p:bldP spid="29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16BE-B35D-BB6A-F67B-D3EFB6C6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7AD9-8BE5-0AB0-A5FC-EA1479F4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C708EE9-8BC1-A2F9-E44B-FA52F68CC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83" y="548950"/>
                <a:ext cx="3035472" cy="1478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C708EE9-8BC1-A2F9-E44B-FA52F68CC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3" y="548950"/>
                <a:ext cx="3035472" cy="1478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25AF6EE-3821-6335-F9AA-82C39DA129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2027675"/>
                <a:ext cx="358619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40−</m:t>
                          </m:r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0.125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25AF6EE-3821-6335-F9AA-82C39DA12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2027675"/>
                <a:ext cx="3586190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A57C271-3B10-8199-C59D-D7710AD270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3730379"/>
                <a:ext cx="5394208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12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A57C271-3B10-8199-C59D-D7710AD27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3730379"/>
                <a:ext cx="5394208" cy="87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1631F9-65FB-0F49-F421-82249F5038CE}"/>
                  </a:ext>
                </a:extLst>
              </p:cNvPr>
              <p:cNvSpPr/>
              <p:nvPr/>
            </p:nvSpPr>
            <p:spPr>
              <a:xfrm>
                <a:off x="9756601" y="911720"/>
                <a:ext cx="2332816" cy="6720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1631F9-65FB-0F49-F421-82249F5038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1" y="911720"/>
                <a:ext cx="2332816" cy="672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03170534-A599-3710-BD56-86D16A1851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2536" y="3740770"/>
                <a:ext cx="70182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03170534-A599-3710-BD56-86D16A185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536" y="3740770"/>
                <a:ext cx="701829" cy="711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647D8B-D756-877C-AA4A-84A7526C9373}"/>
              </a:ext>
            </a:extLst>
          </p:cNvPr>
          <p:cNvCxnSpPr>
            <a:cxnSpLocks/>
          </p:cNvCxnSpPr>
          <p:nvPr/>
        </p:nvCxnSpPr>
        <p:spPr>
          <a:xfrm flipV="1">
            <a:off x="3972489" y="4148789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78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6938" y="801168"/>
                <a:ext cx="1199812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Also,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students obtained distinction</a:t>
                </a: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for which minimum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marks are required.</a:t>
                </a:r>
                <a:endParaRPr lang="en-IN" sz="28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801168"/>
                <a:ext cx="11998123" cy="523220"/>
              </a:xfrm>
              <a:prstGeom prst="rect">
                <a:avLst/>
              </a:prstGeom>
              <a:blipFill>
                <a:blip r:embed="rId2"/>
                <a:stretch>
                  <a:fillRect l="-1067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4920" y="5240103"/>
                <a:ext cx="33841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5240103"/>
                <a:ext cx="33841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74920" y="3519151"/>
                <a:ext cx="5089214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3519151"/>
                <a:ext cx="5089214" cy="10604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A0ADD5-FDF7-F02A-D78C-3F08D54C3871}"/>
                  </a:ext>
                </a:extLst>
              </p:cNvPr>
              <p:cNvSpPr/>
              <p:nvPr/>
            </p:nvSpPr>
            <p:spPr>
              <a:xfrm>
                <a:off x="96938" y="1391340"/>
                <a:ext cx="4766007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That is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9%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A0ADD5-FDF7-F02A-D78C-3F08D54C38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1391340"/>
                <a:ext cx="4766007" cy="664221"/>
              </a:xfrm>
              <a:prstGeom prst="rect">
                <a:avLst/>
              </a:prstGeom>
              <a:blipFill>
                <a:blip r:embed="rId6"/>
                <a:stretch>
                  <a:fillRect l="-268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2DD6EF-519B-9181-4CAC-E73E1AF77A8A}"/>
                  </a:ext>
                </a:extLst>
              </p:cNvPr>
              <p:cNvSpPr/>
              <p:nvPr/>
            </p:nvSpPr>
            <p:spPr>
              <a:xfrm>
                <a:off x="574920" y="2289479"/>
                <a:ext cx="476600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2DD6EF-519B-9181-4CAC-E73E1AF77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2289479"/>
                <a:ext cx="4766007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DC483869-E6E1-A994-38DE-30230A6C21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3751" y="4731249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i="0" dirty="0" smtClean="0">
                          <a:solidFill>
                            <a:srgbClr val="002060"/>
                          </a:solidFill>
                        </a:rPr>
                        <m:t>; where </m:t>
                      </m:r>
                      <m:f>
                        <m:f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DC483869-E6E1-A994-38DE-30230A6C2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751" y="4731249"/>
                <a:ext cx="3263630" cy="14708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66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/>
      <p:bldP spid="10" grpId="0"/>
      <p:bldP spid="11" grpId="0"/>
      <p:bldP spid="12" grpId="0"/>
      <p:bldP spid="13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15C6-201B-FD3D-E289-EDB96F1C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A7D14DB-741E-8506-97B4-61EE6D6C9799}"/>
              </a:ext>
            </a:extLst>
          </p:cNvPr>
          <p:cNvSpPr/>
          <p:nvPr/>
        </p:nvSpPr>
        <p:spPr>
          <a:xfrm>
            <a:off x="10507765" y="4331895"/>
            <a:ext cx="618893" cy="544284"/>
          </a:xfrm>
          <a:custGeom>
            <a:avLst/>
            <a:gdLst>
              <a:gd name="csX0" fmla="*/ 0 w 598111"/>
              <a:gd name="csY0" fmla="*/ 0 h 544284"/>
              <a:gd name="csX1" fmla="*/ 26638 w 598111"/>
              <a:gd name="csY1" fmla="*/ 40530 h 544284"/>
              <a:gd name="csX2" fmla="*/ 471279 w 598111"/>
              <a:gd name="csY2" fmla="*/ 373776 h 544284"/>
              <a:gd name="csX3" fmla="*/ 598106 w 598111"/>
              <a:gd name="csY3" fmla="*/ 389021 h 544284"/>
              <a:gd name="csX4" fmla="*/ 598111 w 598111"/>
              <a:gd name="csY4" fmla="*/ 389021 h 544284"/>
              <a:gd name="csX5" fmla="*/ 598111 w 598111"/>
              <a:gd name="csY5" fmla="*/ 544284 h 544284"/>
              <a:gd name="csX6" fmla="*/ 0 w 598111"/>
              <a:gd name="csY6" fmla="*/ 544284 h 544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98111" h="544284">
                <a:moveTo>
                  <a:pt x="0" y="0"/>
                </a:moveTo>
                <a:lnTo>
                  <a:pt x="26638" y="40530"/>
                </a:lnTo>
                <a:cubicBezTo>
                  <a:pt x="152184" y="215630"/>
                  <a:pt x="294498" y="333468"/>
                  <a:pt x="471279" y="373776"/>
                </a:cubicBezTo>
                <a:lnTo>
                  <a:pt x="598106" y="389021"/>
                </a:lnTo>
                <a:lnTo>
                  <a:pt x="598111" y="389021"/>
                </a:lnTo>
                <a:lnTo>
                  <a:pt x="598111" y="544284"/>
                </a:lnTo>
                <a:lnTo>
                  <a:pt x="0" y="544284"/>
                </a:ln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174746-4FD6-6351-9F31-5C642367E389}"/>
              </a:ext>
            </a:extLst>
          </p:cNvPr>
          <p:cNvCxnSpPr>
            <a:cxnSpLocks/>
          </p:cNvCxnSpPr>
          <p:nvPr/>
        </p:nvCxnSpPr>
        <p:spPr>
          <a:xfrm flipV="1">
            <a:off x="10507765" y="4311112"/>
            <a:ext cx="0" cy="54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B8735F8-CB87-E420-9105-0FEF6ED23148}"/>
              </a:ext>
            </a:extLst>
          </p:cNvPr>
          <p:cNvSpPr/>
          <p:nvPr/>
        </p:nvSpPr>
        <p:spPr>
          <a:xfrm>
            <a:off x="1299327" y="1823620"/>
            <a:ext cx="3449780" cy="3038881"/>
          </a:xfrm>
          <a:custGeom>
            <a:avLst/>
            <a:gdLst>
              <a:gd name="csX0" fmla="*/ 1433678 w 3460359"/>
              <a:gd name="csY0" fmla="*/ 1 h 3038881"/>
              <a:gd name="csX1" fmla="*/ 2677185 w 3460359"/>
              <a:gd name="csY1" fmla="*/ 2159551 h 3038881"/>
              <a:gd name="csX2" fmla="*/ 3333524 w 3460359"/>
              <a:gd name="csY2" fmla="*/ 2865441 h 3038881"/>
              <a:gd name="csX3" fmla="*/ 3460351 w 3460359"/>
              <a:gd name="csY3" fmla="*/ 2880686 h 3038881"/>
              <a:gd name="csX4" fmla="*/ 3460359 w 3460359"/>
              <a:gd name="csY4" fmla="*/ 2880686 h 3038881"/>
              <a:gd name="csX5" fmla="*/ 3460359 w 3460359"/>
              <a:gd name="csY5" fmla="*/ 2880687 h 3038881"/>
              <a:gd name="csX6" fmla="*/ 3460359 w 3460359"/>
              <a:gd name="csY6" fmla="*/ 3038881 h 3038881"/>
              <a:gd name="csX7" fmla="*/ 0 w 3460359"/>
              <a:gd name="csY7" fmla="*/ 3038881 h 3038881"/>
              <a:gd name="csX8" fmla="*/ 0 w 3460359"/>
              <a:gd name="csY8" fmla="*/ 2541983 h 3038881"/>
              <a:gd name="csX9" fmla="*/ 8118 w 3460359"/>
              <a:gd name="csY9" fmla="*/ 2531631 h 3038881"/>
              <a:gd name="csX10" fmla="*/ 221987 w 3460359"/>
              <a:gd name="csY10" fmla="*/ 2155212 h 3038881"/>
              <a:gd name="csX11" fmla="*/ 1433678 w 3460359"/>
              <a:gd name="csY11" fmla="*/ 1 h 303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60359" h="3038881">
                <a:moveTo>
                  <a:pt x="1433678" y="1"/>
                </a:moveTo>
                <a:cubicBezTo>
                  <a:pt x="1909553" y="725"/>
                  <a:pt x="2472754" y="1727062"/>
                  <a:pt x="2677185" y="2159551"/>
                </a:cubicBezTo>
                <a:cubicBezTo>
                  <a:pt x="2856061" y="2537979"/>
                  <a:pt x="3050674" y="2800947"/>
                  <a:pt x="3333524" y="2865441"/>
                </a:cubicBezTo>
                <a:lnTo>
                  <a:pt x="3460351" y="2880686"/>
                </a:lnTo>
                <a:lnTo>
                  <a:pt x="3460359" y="2880686"/>
                </a:lnTo>
                <a:lnTo>
                  <a:pt x="3460359" y="2880687"/>
                </a:lnTo>
                <a:lnTo>
                  <a:pt x="3460359" y="3038881"/>
                </a:lnTo>
                <a:lnTo>
                  <a:pt x="0" y="3038881"/>
                </a:lnTo>
                <a:lnTo>
                  <a:pt x="0" y="2541983"/>
                </a:lnTo>
                <a:lnTo>
                  <a:pt x="8118" y="2531631"/>
                </a:lnTo>
                <a:cubicBezTo>
                  <a:pt x="83672" y="2425583"/>
                  <a:pt x="153702" y="2298512"/>
                  <a:pt x="221987" y="2155212"/>
                </a:cubicBezTo>
                <a:cubicBezTo>
                  <a:pt x="430095" y="1718489"/>
                  <a:pt x="957803" y="-722"/>
                  <a:pt x="1433678" y="1"/>
                </a:cubicBez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E56D5-139C-FE67-9CEC-D7CEFFAD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⇝ </a:t>
            </a:r>
            <a:r>
              <a:rPr lang="en-GB" dirty="0">
                <a:solidFill>
                  <a:srgbClr val="FF0000"/>
                </a:solidFill>
              </a:rPr>
              <a:t>For Understanding Only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EB3D16-47D7-A97B-23E1-1EC7356912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EB3D16-47D7-A97B-23E1-1EC735691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7CC596-83EC-9B62-3AA2-F8718967F6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i="0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7CC596-83EC-9B62-3AA2-F8718967F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E4D476-6380-79F0-B98E-53C2AF67840F}"/>
              </a:ext>
            </a:extLst>
          </p:cNvPr>
          <p:cNvCxnSpPr>
            <a:cxnSpLocks/>
          </p:cNvCxnSpPr>
          <p:nvPr/>
        </p:nvCxnSpPr>
        <p:spPr>
          <a:xfrm flipV="1">
            <a:off x="1299325" y="4384371"/>
            <a:ext cx="0" cy="4918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6447075-FE9D-AD3B-6B97-94D7CF8A7F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6447075-FE9D-AD3B-6B97-94D7CF8A7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0C1659D5-0A74-3B46-027D-0839D89B34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0C1659D5-0A74-3B46-027D-0839D89B3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70BCF57-91CD-D70C-9303-3C060029FD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For which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=0.09</m:t>
                    </m:r>
                  </m:oMath>
                </a14:m>
                <a:r>
                  <a:rPr lang="en-US" dirty="0"/>
                  <a:t> is true? :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70BCF57-91CD-D70C-9303-3C060029F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  <a:blipFill>
                <a:blip r:embed="rId6"/>
                <a:stretch>
                  <a:fillRect l="-1837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815F55F-5CEA-BF8E-595A-8D88F8CCDB44}"/>
              </a:ext>
            </a:extLst>
          </p:cNvPr>
          <p:cNvGrpSpPr/>
          <p:nvPr/>
        </p:nvGrpSpPr>
        <p:grpSpPr>
          <a:xfrm>
            <a:off x="730828" y="1837304"/>
            <a:ext cx="4798693" cy="3598847"/>
            <a:chOff x="730828" y="1837304"/>
            <a:chExt cx="4798693" cy="359884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68DF20-9375-C7D1-BE25-21663631D86E}"/>
                </a:ext>
              </a:extLst>
            </p:cNvPr>
            <p:cNvCxnSpPr>
              <a:cxnSpLocks/>
            </p:cNvCxnSpPr>
            <p:nvPr/>
          </p:nvCxnSpPr>
          <p:spPr>
            <a:xfrm>
              <a:off x="2710352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4F45E2-E9B8-3580-45F2-996060686B59}"/>
                </a:ext>
              </a:extLst>
            </p:cNvPr>
            <p:cNvSpPr/>
            <p:nvPr/>
          </p:nvSpPr>
          <p:spPr>
            <a:xfrm>
              <a:off x="730828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E903669-B4D3-5720-7FA9-5CAFF7C864D9}"/>
                </a:ext>
              </a:extLst>
            </p:cNvPr>
            <p:cNvCxnSpPr>
              <a:cxnSpLocks/>
            </p:cNvCxnSpPr>
            <p:nvPr/>
          </p:nvCxnSpPr>
          <p:spPr>
            <a:xfrm>
              <a:off x="730828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81485D3-7C76-348E-B461-39DAC49B511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04488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81485D3-7C76-348E-B461-39DAC49B5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4488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2133266-4B78-FEF7-9C86-9D686EA1DA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417175" y="495602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2133266-4B78-FEF7-9C86-9D686EA1D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175" y="4956020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29D9507-1BEE-796D-74AA-E1024A14E42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20453" y="491129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29D9507-1BEE-796D-74AA-E1024A14E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0453" y="4911294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6C359FA7-8F5C-EEC7-96E0-50DD98A73F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400" b="1">
                    <a:solidFill>
                      <a:srgbClr val="002060"/>
                    </a:solidFill>
                  </a:defRPr>
                </a:lvl1pPr>
                <a:lvl2pPr marL="714375" indent="-352425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Curve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6C359FA7-8F5C-EEC7-96E0-50DD98A73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blipFill>
                <a:blip r:embed="rId12"/>
                <a:stretch>
                  <a:fillRect l="-5042"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8E197DC-710D-58CA-474D-ECA02D9B2A78}"/>
              </a:ext>
            </a:extLst>
          </p:cNvPr>
          <p:cNvGrpSpPr/>
          <p:nvPr/>
        </p:nvGrpSpPr>
        <p:grpSpPr>
          <a:xfrm>
            <a:off x="7108382" y="1837304"/>
            <a:ext cx="4845197" cy="3567714"/>
            <a:chOff x="7108382" y="1837304"/>
            <a:chExt cx="4845197" cy="356771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955DD5-BCDF-455B-071A-434A1FF69945}"/>
                </a:ext>
              </a:extLst>
            </p:cNvPr>
            <p:cNvCxnSpPr>
              <a:cxnSpLocks/>
            </p:cNvCxnSpPr>
            <p:nvPr/>
          </p:nvCxnSpPr>
          <p:spPr>
            <a:xfrm>
              <a:off x="9087906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FE3CF7C-12F6-72CC-9BE9-4CC07271FCA4}"/>
                </a:ext>
              </a:extLst>
            </p:cNvPr>
            <p:cNvSpPr/>
            <p:nvPr/>
          </p:nvSpPr>
          <p:spPr>
            <a:xfrm>
              <a:off x="7108382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13FDED9-F9F8-B011-0460-1B36FD0165A1}"/>
                </a:ext>
              </a:extLst>
            </p:cNvPr>
            <p:cNvCxnSpPr>
              <a:cxnSpLocks/>
            </p:cNvCxnSpPr>
            <p:nvPr/>
          </p:nvCxnSpPr>
          <p:spPr>
            <a:xfrm>
              <a:off x="7108382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C6AAF0F0-D56B-4178-5377-8BF8B52D2E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94726" y="49248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C6AAF0F0-D56B-4178-5377-8BF8B52D2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4726" y="4924887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E8B7C455-9F96-C7FE-E7E5-2910CF38F62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798004" y="49248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E8B7C455-9F96-C7FE-E7E5-2910CF38F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8004" y="4924886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9BB00F3B-594E-D561-410C-74253EB45B1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9BB00F3B-594E-D561-410C-74253EB45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937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4" grpId="0" animBg="1"/>
      <p:bldP spid="12" grpId="0"/>
      <p:bldP spid="20" grpId="0"/>
      <p:bldP spid="29" grpId="0"/>
      <p:bldP spid="37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6F3E-374A-80EF-453A-BB5491E1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4D42-A592-ECDD-25DD-B9FF56B9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F4D9C3-F76E-A1C9-C69F-B58503B1B5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F4D9C3-F76E-A1C9-C69F-B58503B1B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282D6FA-03C7-46A1-99FA-0021266180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i="0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282D6FA-03C7-46A1-99FA-002126618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3C041AD6-27AD-F024-CE11-C536D0DB5AB6}"/>
              </a:ext>
            </a:extLst>
          </p:cNvPr>
          <p:cNvGrpSpPr/>
          <p:nvPr/>
        </p:nvGrpSpPr>
        <p:grpSpPr>
          <a:xfrm>
            <a:off x="259772" y="3590270"/>
            <a:ext cx="11841290" cy="2915589"/>
            <a:chOff x="116881" y="2894004"/>
            <a:chExt cx="13579700" cy="356771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DC2AD05-0DE2-4249-69C3-683CD4588A87}"/>
                </a:ext>
              </a:extLst>
            </p:cNvPr>
            <p:cNvSpPr/>
            <p:nvPr/>
          </p:nvSpPr>
          <p:spPr>
            <a:xfrm>
              <a:off x="11358793" y="2904042"/>
              <a:ext cx="1390244" cy="2994610"/>
            </a:xfrm>
            <a:custGeom>
              <a:avLst/>
              <a:gdLst>
                <a:gd name="csX0" fmla="*/ 0 w 1390244"/>
                <a:gd name="csY0" fmla="*/ 0 h 2994610"/>
                <a:gd name="csX1" fmla="*/ 21639 w 1390244"/>
                <a:gd name="csY1" fmla="*/ 2427 h 2994610"/>
                <a:gd name="csX2" fmla="*/ 1220290 w 1390244"/>
                <a:gd name="csY2" fmla="*/ 2156946 h 2994610"/>
                <a:gd name="csX3" fmla="*/ 1358531 w 1390244"/>
                <a:gd name="csY3" fmla="*/ 2417821 h 2994610"/>
                <a:gd name="csX4" fmla="*/ 1390244 w 1390244"/>
                <a:gd name="csY4" fmla="*/ 2466075 h 2994610"/>
                <a:gd name="csX5" fmla="*/ 1390244 w 1390244"/>
                <a:gd name="csY5" fmla="*/ 2994610 h 2994610"/>
                <a:gd name="csX6" fmla="*/ 0 w 1390244"/>
                <a:gd name="csY6" fmla="*/ 2994610 h 2994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0244" h="2994610">
                  <a:moveTo>
                    <a:pt x="0" y="0"/>
                  </a:moveTo>
                  <a:lnTo>
                    <a:pt x="21639" y="2427"/>
                  </a:lnTo>
                  <a:cubicBezTo>
                    <a:pt x="487508" y="104753"/>
                    <a:pt x="1022247" y="1737973"/>
                    <a:pt x="1220290" y="2156946"/>
                  </a:cubicBezTo>
                  <a:cubicBezTo>
                    <a:pt x="1265009" y="2251553"/>
                    <a:pt x="1310712" y="2338944"/>
                    <a:pt x="1358531" y="2417821"/>
                  </a:cubicBezTo>
                  <a:lnTo>
                    <a:pt x="1390244" y="2466075"/>
                  </a:lnTo>
                  <a:lnTo>
                    <a:pt x="1390244" y="2994610"/>
                  </a:lnTo>
                  <a:lnTo>
                    <a:pt x="0" y="299461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50F45EB-0A6B-FA52-8372-090CFDD79A22}"/>
                </a:ext>
              </a:extLst>
            </p:cNvPr>
            <p:cNvSpPr/>
            <p:nvPr/>
          </p:nvSpPr>
          <p:spPr>
            <a:xfrm>
              <a:off x="6748263" y="2904063"/>
              <a:ext cx="2003277" cy="3036255"/>
            </a:xfrm>
            <a:custGeom>
              <a:avLst/>
              <a:gdLst>
                <a:gd name="csX0" fmla="*/ 0 w 2003275"/>
                <a:gd name="csY0" fmla="*/ 0 h 3036255"/>
                <a:gd name="csX1" fmla="*/ 21456 w 2003275"/>
                <a:gd name="csY1" fmla="*/ 2406 h 3036255"/>
                <a:gd name="csX2" fmla="*/ 1220107 w 2003275"/>
                <a:gd name="csY2" fmla="*/ 2156925 h 3036255"/>
                <a:gd name="csX3" fmla="*/ 1876446 w 2003275"/>
                <a:gd name="csY3" fmla="*/ 2862815 h 3036255"/>
                <a:gd name="csX4" fmla="*/ 2003273 w 2003275"/>
                <a:gd name="csY4" fmla="*/ 2878060 h 3036255"/>
                <a:gd name="csX5" fmla="*/ 2003275 w 2003275"/>
                <a:gd name="csY5" fmla="*/ 2878060 h 3036255"/>
                <a:gd name="csX6" fmla="*/ 2003275 w 2003275"/>
                <a:gd name="csY6" fmla="*/ 3036255 h 3036255"/>
                <a:gd name="csX7" fmla="*/ 0 w 2003275"/>
                <a:gd name="csY7" fmla="*/ 3036255 h 3036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03275" h="3036255">
                  <a:moveTo>
                    <a:pt x="0" y="0"/>
                  </a:moveTo>
                  <a:lnTo>
                    <a:pt x="21456" y="2406"/>
                  </a:lnTo>
                  <a:cubicBezTo>
                    <a:pt x="487325" y="104732"/>
                    <a:pt x="1022065" y="1737952"/>
                    <a:pt x="1220107" y="2156925"/>
                  </a:cubicBezTo>
                  <a:cubicBezTo>
                    <a:pt x="1398983" y="2535353"/>
                    <a:pt x="1593596" y="2798321"/>
                    <a:pt x="1876446" y="2862815"/>
                  </a:cubicBezTo>
                  <a:lnTo>
                    <a:pt x="2003273" y="2878060"/>
                  </a:lnTo>
                  <a:lnTo>
                    <a:pt x="2003275" y="2878060"/>
                  </a:lnTo>
                  <a:lnTo>
                    <a:pt x="2003275" y="3036255"/>
                  </a:lnTo>
                  <a:lnTo>
                    <a:pt x="0" y="3036255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BFB1D8-0213-216E-86B4-CE130EE6D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6264" y="5388595"/>
              <a:ext cx="0" cy="510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FA1A4B-10D9-48E3-FFD4-8E4AAFEF7539}"/>
                </a:ext>
              </a:extLst>
            </p:cNvPr>
            <p:cNvSpPr/>
            <p:nvPr/>
          </p:nvSpPr>
          <p:spPr>
            <a:xfrm>
              <a:off x="3537045" y="5388595"/>
              <a:ext cx="598111" cy="544284"/>
            </a:xfrm>
            <a:custGeom>
              <a:avLst/>
              <a:gdLst>
                <a:gd name="csX0" fmla="*/ 0 w 598111"/>
                <a:gd name="csY0" fmla="*/ 0 h 544284"/>
                <a:gd name="csX1" fmla="*/ 26638 w 598111"/>
                <a:gd name="csY1" fmla="*/ 40530 h 544284"/>
                <a:gd name="csX2" fmla="*/ 471279 w 598111"/>
                <a:gd name="csY2" fmla="*/ 373776 h 544284"/>
                <a:gd name="csX3" fmla="*/ 598106 w 598111"/>
                <a:gd name="csY3" fmla="*/ 389021 h 544284"/>
                <a:gd name="csX4" fmla="*/ 598111 w 598111"/>
                <a:gd name="csY4" fmla="*/ 389021 h 544284"/>
                <a:gd name="csX5" fmla="*/ 598111 w 598111"/>
                <a:gd name="csY5" fmla="*/ 544284 h 544284"/>
                <a:gd name="csX6" fmla="*/ 0 w 598111"/>
                <a:gd name="csY6" fmla="*/ 544284 h 544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98111" h="544284">
                  <a:moveTo>
                    <a:pt x="0" y="0"/>
                  </a:moveTo>
                  <a:lnTo>
                    <a:pt x="26638" y="40530"/>
                  </a:lnTo>
                  <a:cubicBezTo>
                    <a:pt x="152184" y="215630"/>
                    <a:pt x="294498" y="333468"/>
                    <a:pt x="471279" y="373776"/>
                  </a:cubicBezTo>
                  <a:lnTo>
                    <a:pt x="598106" y="389021"/>
                  </a:lnTo>
                  <a:lnTo>
                    <a:pt x="598111" y="389021"/>
                  </a:lnTo>
                  <a:lnTo>
                    <a:pt x="598111" y="544284"/>
                  </a:lnTo>
                  <a:lnTo>
                    <a:pt x="0" y="544284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C66018EE-B89E-1B45-8BCD-593EADD076C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08392" y="596672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C66018EE-B89E-1B45-8BCD-593EADD07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8392" y="5966721"/>
                  <a:ext cx="657306" cy="480131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A54F86-702D-71BD-D79C-E2332B430AE6}"/>
                </a:ext>
              </a:extLst>
            </p:cNvPr>
            <p:cNvCxnSpPr>
              <a:cxnSpLocks/>
            </p:cNvCxnSpPr>
            <p:nvPr/>
          </p:nvCxnSpPr>
          <p:spPr>
            <a:xfrm>
              <a:off x="2096405" y="28998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06CE31-FDAC-0B2A-4649-3B7D272D18C4}"/>
                </a:ext>
              </a:extLst>
            </p:cNvPr>
            <p:cNvSpPr/>
            <p:nvPr/>
          </p:nvSpPr>
          <p:spPr>
            <a:xfrm>
              <a:off x="116881" y="28940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1312B4-82D2-FEEA-4DBB-5BA033494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6881" y="59328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DCC7C3D0-68E9-88D6-CE9A-384AD641EDC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03225" y="59815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DCC7C3D0-68E9-88D6-CE9A-384AD641E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225" y="5981587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CBFB5BC1-FCF6-ADA3-7FFA-1EC29A95A8C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6503" y="59815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CBFB5BC1-FCF6-ADA3-7FFA-1EC29A95A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6503" y="5981586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D1E46B-6389-50BC-0BFD-FB2AD9AEA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650" y="5388595"/>
              <a:ext cx="0" cy="510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07C04A8F-6729-0DF2-9862-A77E1EBAC76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4778" y="596672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07C04A8F-6729-0DF2-9862-A77E1EBAC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778" y="5966721"/>
                  <a:ext cx="657306" cy="480131"/>
                </a:xfrm>
                <a:prstGeom prst="rect">
                  <a:avLst/>
                </a:prstGeom>
                <a:blipFill>
                  <a:blip r:embed="rId7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A40F96-B3E6-0A82-DB7E-681A8CC9A635}"/>
                </a:ext>
              </a:extLst>
            </p:cNvPr>
            <p:cNvCxnSpPr>
              <a:cxnSpLocks/>
            </p:cNvCxnSpPr>
            <p:nvPr/>
          </p:nvCxnSpPr>
          <p:spPr>
            <a:xfrm>
              <a:off x="6712791" y="28998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D796FA-D9DE-12AF-5666-B0A21523F666}"/>
                </a:ext>
              </a:extLst>
            </p:cNvPr>
            <p:cNvSpPr/>
            <p:nvPr/>
          </p:nvSpPr>
          <p:spPr>
            <a:xfrm>
              <a:off x="4733267" y="28940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DF2133-543B-4149-E3E6-698A1254A6B2}"/>
                </a:ext>
              </a:extLst>
            </p:cNvPr>
            <p:cNvCxnSpPr>
              <a:cxnSpLocks/>
            </p:cNvCxnSpPr>
            <p:nvPr/>
          </p:nvCxnSpPr>
          <p:spPr>
            <a:xfrm>
              <a:off x="4733267" y="59328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B506577-C977-2B71-55D3-04A672C2763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19611" y="59815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B506577-C977-2B71-55D3-04A672C27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9611" y="5981587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81F3931E-EAE0-36EE-8165-386D5A64B36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22889" y="59815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81F3931E-EAE0-36EE-8165-386D5A64B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2889" y="5981586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4ABD43-B441-DEAF-1018-0B7369837A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9036" y="5388595"/>
              <a:ext cx="0" cy="510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952F016-EE58-BF9F-B085-AE85B029DA0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441164" y="596672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952F016-EE58-BF9F-B085-AE85B029D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1164" y="5966721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2ED715-5CFD-8F36-FDE4-0BDCF728B1B1}"/>
                </a:ext>
              </a:extLst>
            </p:cNvPr>
            <p:cNvCxnSpPr>
              <a:cxnSpLocks/>
            </p:cNvCxnSpPr>
            <p:nvPr/>
          </p:nvCxnSpPr>
          <p:spPr>
            <a:xfrm>
              <a:off x="11329177" y="28998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E44E1A9-2BE7-003E-07EB-89425041E736}"/>
                </a:ext>
              </a:extLst>
            </p:cNvPr>
            <p:cNvSpPr/>
            <p:nvPr/>
          </p:nvSpPr>
          <p:spPr>
            <a:xfrm>
              <a:off x="9349653" y="28940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035607-33CD-EC1C-B928-B367F7C065C5}"/>
                </a:ext>
              </a:extLst>
            </p:cNvPr>
            <p:cNvCxnSpPr>
              <a:cxnSpLocks/>
            </p:cNvCxnSpPr>
            <p:nvPr/>
          </p:nvCxnSpPr>
          <p:spPr>
            <a:xfrm>
              <a:off x="9349653" y="59328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0D67AC7E-34B0-6831-2D5A-3F52CE41A09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035997" y="59815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0D67AC7E-34B0-6831-2D5A-3F52CE41A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5997" y="5981587"/>
                  <a:ext cx="657306" cy="4801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147B9377-C40A-FE42-2651-7177EE5DF7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039275" y="59815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147B9377-C40A-FE42-2651-7177EE5DF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9275" y="5981586"/>
                  <a:ext cx="657306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669AAB96-26C4-463D-0B82-48B0D03AD3B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35156" y="430452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669AAB96-26C4-463D-0B82-48B0D03AD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5156" y="4304526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F8330E43-1691-33A4-7E70-4A4367A2160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51540" y="4304525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F8330E43-1691-33A4-7E70-4A4367A216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1540" y="4304525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A5CD8C38-4591-E170-3BF5-22C52E7E5C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A5CD8C38-4591-E170-3BF5-22C52E7E5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ontent Placeholder 4">
                <a:extLst>
                  <a:ext uri="{FF2B5EF4-FFF2-40B4-BE49-F238E27FC236}">
                    <a16:creationId xmlns:a16="http://schemas.microsoft.com/office/drawing/2014/main" id="{DB50E33F-F9CB-9A76-3E33-F2144B7B8E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∴0.5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Content Placeholder 4">
                <a:extLst>
                  <a:ext uri="{FF2B5EF4-FFF2-40B4-BE49-F238E27FC236}">
                    <a16:creationId xmlns:a16="http://schemas.microsoft.com/office/drawing/2014/main" id="{DB50E33F-F9CB-9A76-3E33-F2144B7B8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0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6DBE-AEBE-ABE8-58B6-515A27B3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047F-C1BD-2AF2-6DF2-CB826932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CA51B44-A391-0D8E-4512-9C05D0C1EC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CA51B44-A391-0D8E-4512-9C05D0C1E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B822AB-1047-C26E-4998-9D569635F4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i="0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B822AB-1047-C26E-4998-9D569635F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FAF23F2-F301-4ED3-374E-C3272D3F9C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FAF23F2-F301-4ED3-374E-C3272D3F9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DA7930EF-3BA3-81DE-7C09-F27EEEA946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∴0.5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DA7930EF-3BA3-81DE-7C09-F27EEEA94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E4E36CBB-3F63-1483-A1D8-FB78D0620A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3599559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E4E36CBB-3F63-1483-A1D8-FB78D0620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3599559"/>
                <a:ext cx="6896983" cy="765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7E0CAF-3900-0ACC-E0F8-1B8DE217BF32}"/>
              </a:ext>
            </a:extLst>
          </p:cNvPr>
          <p:cNvCxnSpPr>
            <a:cxnSpLocks/>
          </p:cNvCxnSpPr>
          <p:nvPr/>
        </p:nvCxnSpPr>
        <p:spPr>
          <a:xfrm flipV="1">
            <a:off x="3955170" y="4029381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EB4DCB0-4794-2125-1807-E6FD8DF634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3892" y="3621790"/>
                <a:ext cx="701829" cy="702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EB4DCB0-4794-2125-1807-E6FD8DF63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892" y="3621790"/>
                <a:ext cx="701829" cy="7026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08D76E2-A354-AFFB-95C1-9BE21B3FA968}"/>
                  </a:ext>
                </a:extLst>
              </p:cNvPr>
              <p:cNvSpPr/>
              <p:nvPr/>
            </p:nvSpPr>
            <p:spPr>
              <a:xfrm>
                <a:off x="116880" y="4533325"/>
                <a:ext cx="64813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𝟑𝟒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0.4099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08D76E2-A354-AFFB-95C1-9BE21B3FA9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4533325"/>
                <a:ext cx="6481347" cy="523220"/>
              </a:xfrm>
              <a:prstGeom prst="rect">
                <a:avLst/>
              </a:prstGeom>
              <a:blipFill>
                <a:blip r:embed="rId8"/>
                <a:stretch>
                  <a:fillRect l="-1881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878E07-77D9-DC63-97C6-85A81BECC831}"/>
                  </a:ext>
                </a:extLst>
              </p:cNvPr>
              <p:cNvSpPr/>
              <p:nvPr/>
            </p:nvSpPr>
            <p:spPr>
              <a:xfrm>
                <a:off x="5802882" y="4533325"/>
                <a:ext cx="15573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0.41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878E07-77D9-DC63-97C6-85A81BECC8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882" y="4533325"/>
                <a:ext cx="155734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635CE3-D02C-02DF-5F53-ACFC67254328}"/>
              </a:ext>
            </a:extLst>
          </p:cNvPr>
          <p:cNvCxnSpPr>
            <a:cxnSpLocks/>
          </p:cNvCxnSpPr>
          <p:nvPr/>
        </p:nvCxnSpPr>
        <p:spPr>
          <a:xfrm flipV="1">
            <a:off x="7027416" y="4814268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C69AE193-B867-1F8C-A256-EA45C90725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6138" y="4406677"/>
                <a:ext cx="701829" cy="702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C69AE193-B867-1F8C-A256-EA45C9072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6138" y="4406677"/>
                <a:ext cx="701829" cy="7026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C2A6BF-B00D-5BF2-DF10-0C7867DDC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166958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C2A6BF-B00D-5BF2-DF10-0C7867DDC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166958"/>
                <a:ext cx="5857894" cy="930202"/>
              </a:xfrm>
              <a:prstGeom prst="rect">
                <a:avLst/>
              </a:prstGeom>
              <a:blipFill>
                <a:blip r:embed="rId11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8154966D-78FD-2667-411E-8B4A9B2F1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3369" y="5773821"/>
                <a:ext cx="2023648" cy="867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=1.34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8154966D-78FD-2667-411E-8B4A9B2F1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369" y="5773821"/>
                <a:ext cx="2023648" cy="867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03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7" grpId="0" build="allAtOnce"/>
      <p:bldP spid="18" grpId="0" build="allAtOnce"/>
      <p:bldP spid="21" grpId="0" build="allAtOnce"/>
      <p:bldP spid="23" grpId="0" build="allAtOnce"/>
      <p:bldP spid="25" grpId="0" build="allAtOnce"/>
      <p:bldP spid="26" grpId="0" build="allAtOnce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150558B6-5CD6-121F-60FF-DEA17D3BB9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5677" y="5853881"/>
                <a:ext cx="2493488" cy="7922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1.2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150558B6-5CD6-121F-60FF-DEA17D3BB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677" y="5853881"/>
                <a:ext cx="2493488" cy="7922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02BBC4-C3DE-2198-913E-FD85BF5DA619}"/>
              </a:ext>
            </a:extLst>
          </p:cNvPr>
          <p:cNvGrpSpPr/>
          <p:nvPr/>
        </p:nvGrpSpPr>
        <p:grpSpPr>
          <a:xfrm>
            <a:off x="107329" y="795256"/>
            <a:ext cx="2900904" cy="910506"/>
            <a:chOff x="96938" y="2208419"/>
            <a:chExt cx="2900904" cy="910506"/>
          </a:xfrm>
        </p:grpSpPr>
        <p:sp>
          <p:nvSpPr>
            <p:cNvPr id="5" name="Rectangle 4"/>
            <p:cNvSpPr/>
            <p:nvPr/>
          </p:nvSpPr>
          <p:spPr>
            <a:xfrm>
              <a:off x="96938" y="2439116"/>
              <a:ext cx="105645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rgbClr val="002060"/>
                  </a:solidFill>
                  <a:ea typeface="Times New Roman" panose="02020603050405020304" pitchFamily="18" charset="0"/>
                  <a:cs typeface="Shruti"/>
                </a:rPr>
                <a:t>Now,</a:t>
              </a:r>
              <a:endParaRPr lang="en-IN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916375" y="2208419"/>
                  <a:ext cx="2081467" cy="9105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z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rPr>
                          <m:t>=</m:t>
                        </m:r>
                        <m:f>
                          <m:f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75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μ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σ</m:t>
                            </m:r>
                          </m:den>
                        </m:f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75" y="2208419"/>
                  <a:ext cx="2081467" cy="91050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2CF1651D-ABBC-B654-26C5-0323A7A63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722" y="1659328"/>
                <a:ext cx="358619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1.34=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75−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2CF1651D-ABBC-B654-26C5-0323A7A63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22" y="1659328"/>
                <a:ext cx="3586190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C4AA87B6-4B1E-453C-ACEA-44405ADAA3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825" y="3015047"/>
                <a:ext cx="3586190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1.34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C4AA87B6-4B1E-453C-ACEA-44405ADA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5" y="3015047"/>
                <a:ext cx="3586190" cy="87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D5A160E7-8A2B-530D-C7C7-6F90A88AEF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41075" y="3015047"/>
                <a:ext cx="70182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D5A160E7-8A2B-530D-C7C7-6F90A88AE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075" y="3015047"/>
                <a:ext cx="701829" cy="711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080E71-5EDE-0DC4-DFDE-C36C45D689F2}"/>
              </a:ext>
            </a:extLst>
          </p:cNvPr>
          <p:cNvCxnSpPr>
            <a:cxnSpLocks/>
          </p:cNvCxnSpPr>
          <p:nvPr/>
        </p:nvCxnSpPr>
        <p:spPr>
          <a:xfrm flipV="1">
            <a:off x="3460246" y="3410636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98582A2-0F49-9BCD-9F0C-0B745986D0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329" y="3688588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Solving equations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98582A2-0F49-9BCD-9F0C-0B745986D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9" y="3688588"/>
                <a:ext cx="4682880" cy="704736"/>
              </a:xfrm>
              <a:prstGeom prst="rect">
                <a:avLst/>
              </a:prstGeom>
              <a:blipFill>
                <a:blip r:embed="rId6"/>
                <a:stretch>
                  <a:fillRect l="-2734"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F9A0B42B-207F-A626-5046-FCBF65C6B4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4103" y="5010037"/>
                <a:ext cx="3586190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1.34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75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F9A0B42B-207F-A626-5046-FCBF65C6B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03" y="5010037"/>
                <a:ext cx="3586190" cy="8785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8675D2D5-6265-4FFF-99FA-C13CE5D72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7729" y="4374793"/>
                <a:ext cx="3586190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0.125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8675D2D5-6265-4FFF-99FA-C13CE5D72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29" y="4374793"/>
                <a:ext cx="3586190" cy="8785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B6C098-2E67-FE92-149E-76E86104084F}"/>
              </a:ext>
            </a:extLst>
          </p:cNvPr>
          <p:cNvCxnSpPr/>
          <p:nvPr/>
        </p:nvCxnSpPr>
        <p:spPr>
          <a:xfrm>
            <a:off x="1034103" y="5954730"/>
            <a:ext cx="2923505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275CB321-9163-C2DD-DC3A-D06BDC25BA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815" y="5363540"/>
                <a:ext cx="484852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275CB321-9163-C2DD-DC3A-D06BDC25B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15" y="5363540"/>
                <a:ext cx="484852" cy="711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74AA2971-8723-E6BD-8BE5-CDF8C78F58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2702" y="5363540"/>
                <a:ext cx="484852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74AA2971-8723-E6BD-8BE5-CDF8C78F5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702" y="5363540"/>
                <a:ext cx="484852" cy="711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FA6C6D4A-16A4-4987-3126-7CF7E2807B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20155" y="5363540"/>
                <a:ext cx="484852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FA6C6D4A-16A4-4987-3126-7CF7E280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55" y="5363540"/>
                <a:ext cx="484852" cy="711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BB9B77C2-8809-E4B7-E87A-6313D43620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807" y="5865204"/>
                <a:ext cx="2493488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81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BB9B77C2-8809-E4B7-E87A-6313D4362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807" y="5865204"/>
                <a:ext cx="2493488" cy="711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9C82B3F1-9A5D-E5DB-9CE5-EE98ED749B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4442" y="3619452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lang="en-US" dirty="0"/>
                  <a:t> in equation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9C82B3F1-9A5D-E5DB-9CE5-EE98ED749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442" y="3619452"/>
                <a:ext cx="4682880" cy="704736"/>
              </a:xfrm>
              <a:prstGeom prst="rect">
                <a:avLst/>
              </a:prstGeom>
              <a:blipFill>
                <a:blip r:embed="rId14"/>
                <a:stretch>
                  <a:fillRect l="-2604" b="-19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FDA76A19-DE26-D4EE-3258-9F25E181C8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1793" y="4374793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81</m:t>
                          </m:r>
                        </m:e>
                      </m:d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FDA76A19-DE26-D4EE-3258-9F25E181C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793" y="4374793"/>
                <a:ext cx="4682880" cy="7047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3419F984-75C6-078E-5610-764FAA9BB9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9773" y="5027829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40−3.6013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3419F984-75C6-078E-5610-764FAA9BB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773" y="5027829"/>
                <a:ext cx="4682880" cy="70473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ACDCD10B-3C4E-8F36-792D-261CF759C9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9773" y="5732565"/>
                <a:ext cx="3138314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36.40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ACDCD10B-3C4E-8F36-792D-261CF759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773" y="5732565"/>
                <a:ext cx="3138314" cy="70473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2D48A6F9-929C-E648-C281-58CE329E827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27931" y="925405"/>
            <a:ext cx="4706520" cy="1652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3D101F-ECA8-4033-560A-1581E70EC617}"/>
              </a:ext>
            </a:extLst>
          </p:cNvPr>
          <p:cNvCxnSpPr>
            <a:cxnSpLocks/>
          </p:cNvCxnSpPr>
          <p:nvPr/>
        </p:nvCxnSpPr>
        <p:spPr>
          <a:xfrm>
            <a:off x="6347476" y="3893639"/>
            <a:ext cx="0" cy="2644805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6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/>
      <p:bldP spid="8" grpId="0" build="allAtOnce"/>
      <p:bldP spid="9" grpId="0" build="allAtOnce"/>
      <p:bldP spid="10" grpId="0" build="allAtOnce"/>
      <p:bldP spid="14" grpId="0" build="allAtOnce"/>
      <p:bldP spid="15" grpId="0" build="allAtOnce"/>
      <p:bldP spid="16" grpId="0" build="allAtOnce"/>
      <p:bldP spid="18" grpId="0" build="allAtOnce"/>
      <p:bldP spid="19" grpId="0" build="allAtOnce"/>
      <p:bldP spid="20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3F05-CAA5-6A0C-C903-CF0E1261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EDA4CD-85F0-998A-FE47-DB1D234407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&amp; Science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04AFF-846D-A737-45F3-A6F7E396FF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Probability &amp; Statistics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37C3FD-7D8E-22CF-AB5A-193C44B205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Mr. Dhvanik H. Zala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8543A-1FD3-BE86-D16D-55307A1718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dhvanik.zala@darshan.ac.in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C461BE-B4C2-DAC0-3AED-5F17D5F256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82385 88865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DB0AA7CB-23AE-C261-4585-13A5EAB2FA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r="6193"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solidFill>
            <a:prstClr val="white"/>
          </a:solidFill>
          <a:ln>
            <a:solidFill>
              <a:prstClr val="white">
                <a:lumMod val="65000"/>
              </a:prstClr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B3B806E-CF0E-5FB6-9B61-1703F1BD0333}"/>
              </a:ext>
            </a:extLst>
          </p:cNvPr>
          <p:cNvGrpSpPr/>
          <p:nvPr/>
        </p:nvGrpSpPr>
        <p:grpSpPr>
          <a:xfrm>
            <a:off x="946" y="1462475"/>
            <a:ext cx="8044476" cy="3103418"/>
            <a:chOff x="-12804" y="1537545"/>
            <a:chExt cx="8044476" cy="3103418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74EEF030-254C-103D-FE1D-86E40239375D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F5284C96-DCB5-61EC-6791-FEC820B04609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B14440"/>
                  </a:solidFill>
                </a:rPr>
                <a:t>THANK YOU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B4860473-828E-566C-1308-2BBB9724291D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988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0CB386-78CA-4575-9F5B-1025EB3E0C65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32295</TotalTime>
  <Words>14868</Words>
  <Application>Microsoft Office PowerPoint</Application>
  <PresentationFormat>Widescreen</PresentationFormat>
  <Paragraphs>2159</Paragraphs>
  <Slides>232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232</vt:i4>
      </vt:variant>
    </vt:vector>
  </HeadingPairs>
  <TitlesOfParts>
    <vt:vector size="243" baseType="lpstr">
      <vt:lpstr>Wingdings</vt:lpstr>
      <vt:lpstr>Calibri</vt:lpstr>
      <vt:lpstr>Cambria</vt:lpstr>
      <vt:lpstr>Wingdings 3</vt:lpstr>
      <vt:lpstr>Arial</vt:lpstr>
      <vt:lpstr>Wingdings 2</vt:lpstr>
      <vt:lpstr>Cambria Math</vt:lpstr>
      <vt:lpstr>Roboto Condensed</vt:lpstr>
      <vt:lpstr>Roboto Condensed Light</vt:lpstr>
      <vt:lpstr>Times New Roman</vt:lpstr>
      <vt:lpstr>Office Theme</vt:lpstr>
      <vt:lpstr>Unit – 3 Probability Distribution</vt:lpstr>
      <vt:lpstr>PowerPoint Presentation</vt:lpstr>
      <vt:lpstr>PowerPoint Presentation</vt:lpstr>
      <vt:lpstr>Introduction</vt:lpstr>
      <vt:lpstr>What is a Probability Distribution?</vt:lpstr>
      <vt:lpstr>Probability Distribution</vt:lpstr>
      <vt:lpstr>Probability Distribution</vt:lpstr>
      <vt:lpstr>Probability Distribution</vt:lpstr>
      <vt:lpstr>Probability Distribution</vt:lpstr>
      <vt:lpstr>Why do we need different distributions?</vt:lpstr>
      <vt:lpstr>Method 1 Binomial Distribution</vt:lpstr>
      <vt:lpstr>Bernoulli’s Trial</vt:lpstr>
      <vt:lpstr>Bernoulli’s Trial</vt:lpstr>
      <vt:lpstr>Bernoulli’s Trial</vt:lpstr>
      <vt:lpstr>Bernoulli Random Variable</vt:lpstr>
      <vt:lpstr>Bernoulli Random Variable</vt:lpstr>
      <vt:lpstr>Binomial Distribution </vt:lpstr>
      <vt:lpstr>Binomial Random Variable</vt:lpstr>
      <vt:lpstr>Binomial Distribution </vt:lpstr>
      <vt:lpstr>Binomial Distribution </vt:lpstr>
      <vt:lpstr>Binomial Distribution : How to define X, n, p and q </vt:lpstr>
      <vt:lpstr>Conditions for a Binomial Experiment – Remember !</vt:lpstr>
      <vt:lpstr>Binomial Distribution </vt:lpstr>
      <vt:lpstr>Binomial Distribution </vt:lpstr>
      <vt:lpstr>Properties of Binomial Distribution </vt:lpstr>
      <vt:lpstr>Method 1 ⇝ Example 1</vt:lpstr>
      <vt:lpstr>Method 1 ⇝ Example 1 (Continue)</vt:lpstr>
      <vt:lpstr>Method 1 ⇝ Example 2</vt:lpstr>
      <vt:lpstr>Method 1 ⇝ Example 2 (Continue)</vt:lpstr>
      <vt:lpstr>Method 1 ⇝ Example 9</vt:lpstr>
      <vt:lpstr>Method 1 ⇝ Example 5 (Continue)</vt:lpstr>
      <vt:lpstr>Method 1 ⇝ Example 16</vt:lpstr>
      <vt:lpstr>Method 1 ⇝ Example 16 (Continue)</vt:lpstr>
      <vt:lpstr>Method 1 ⇝ Example 16 (Continue)</vt:lpstr>
      <vt:lpstr>Method 1 ⇝ Example 19</vt:lpstr>
      <vt:lpstr>Method 1 ⇝ Example 19 (Continue)</vt:lpstr>
      <vt:lpstr>Method 1 ⇝ Example 19 (Continue)</vt:lpstr>
      <vt:lpstr>Method 1 ⇝ Example 19 (Continue)</vt:lpstr>
      <vt:lpstr>Method 1 ⇝ Example 23 </vt:lpstr>
      <vt:lpstr>Method 1 ⇝ Example 23 (Continue)</vt:lpstr>
      <vt:lpstr>Method 1 ⇝ Example 23 (Continue)</vt:lpstr>
      <vt:lpstr>Method 1 ⇝ Example 23 (Continue)</vt:lpstr>
      <vt:lpstr>Method 1 ⇝ Example 23 (Continue)</vt:lpstr>
      <vt:lpstr>Method 1 ⇝ Example 23 (Continue)</vt:lpstr>
      <vt:lpstr>Method 1 ⇝ Example 23 (Continue)</vt:lpstr>
      <vt:lpstr>Method 1 ⇝ Example 23 (Continue)</vt:lpstr>
      <vt:lpstr>Method 1 ⇝ Example 25</vt:lpstr>
      <vt:lpstr>Method 1 ⇝ Example 25 (Continue)</vt:lpstr>
      <vt:lpstr>Method 1 ⇝ Example 25 (Continue)</vt:lpstr>
      <vt:lpstr>Method 1 ⇝ Example 25 (Continue)</vt:lpstr>
      <vt:lpstr>PowerPoint Presentation</vt:lpstr>
      <vt:lpstr>Method 2 Poisson Distribution</vt:lpstr>
      <vt:lpstr>Introduction</vt:lpstr>
      <vt:lpstr>Introduction</vt:lpstr>
      <vt:lpstr>Introduction</vt:lpstr>
      <vt:lpstr>Introduction</vt:lpstr>
      <vt:lpstr>Poisson Distribution </vt:lpstr>
      <vt:lpstr>Poisson Random Variable</vt:lpstr>
      <vt:lpstr>Poisson Parameter λ</vt:lpstr>
      <vt:lpstr>Poisson Parameter λ</vt:lpstr>
      <vt:lpstr>Poisson Parameter λ</vt:lpstr>
      <vt:lpstr>Poisson Parameter λ</vt:lpstr>
      <vt:lpstr>Why is Poisson called the Distribution of Rare Events?</vt:lpstr>
      <vt:lpstr>Why is Poisson called the Distribution of Rare Events?</vt:lpstr>
      <vt:lpstr>Why is Poisson called the Distribution of Rare Events?</vt:lpstr>
      <vt:lpstr>Relationship with the Binomial Distribution</vt:lpstr>
      <vt:lpstr>Properties of Poisson Distribution </vt:lpstr>
      <vt:lpstr>Method 2 ⇝ Example 1</vt:lpstr>
      <vt:lpstr>Method 2 ⇝ Example 5</vt:lpstr>
      <vt:lpstr>Method 2 ⇝ Example 5 (Continue)</vt:lpstr>
      <vt:lpstr>Method 2 ⇝ Example 7</vt:lpstr>
      <vt:lpstr>Method 2 ⇝ Example 7 (Continue)</vt:lpstr>
      <vt:lpstr>Method 2 ⇝ Example 9</vt:lpstr>
      <vt:lpstr>Method 2 ⇝ Example 9 (Continue)</vt:lpstr>
      <vt:lpstr>Method 2 ⇝ Example 9 (Continue)</vt:lpstr>
      <vt:lpstr>Method 2 ⇝ Example 17</vt:lpstr>
      <vt:lpstr>Method 2 ⇝ Example 17</vt:lpstr>
      <vt:lpstr>Method 2 ⇝ Example 17 (Continue)</vt:lpstr>
      <vt:lpstr>Method 2 ⇝ Example 17 (Continue)</vt:lpstr>
      <vt:lpstr>Method 2 ⇝ Example 20</vt:lpstr>
      <vt:lpstr>Method 2 ⇝ Example 20</vt:lpstr>
      <vt:lpstr>Method 2 ⇝ Example 20 (Continue)</vt:lpstr>
      <vt:lpstr>Method 2 ⇝ Example 20 (Continue)</vt:lpstr>
      <vt:lpstr>Method 2 ⇝ Example 20 (Continue)</vt:lpstr>
      <vt:lpstr>Method 3 Exponential Distribution</vt:lpstr>
      <vt:lpstr>Introduction</vt:lpstr>
      <vt:lpstr>Introduction</vt:lpstr>
      <vt:lpstr>What is the Exponential Distribution?</vt:lpstr>
      <vt:lpstr>How long will I have to wait from now until the next event occurs?</vt:lpstr>
      <vt:lpstr>How long will I have to wait from now until the next event occurs?</vt:lpstr>
      <vt:lpstr>How long will I have to wait from now until the next event occurs?</vt:lpstr>
      <vt:lpstr>How long will I have to wait from now until the next event occurs?</vt:lpstr>
      <vt:lpstr>How long will I have to wait from now until the next event occurs?</vt:lpstr>
      <vt:lpstr>Why is the Waiting Time Random?</vt:lpstr>
      <vt:lpstr>What exactly is random here?</vt:lpstr>
      <vt:lpstr>Summary</vt:lpstr>
      <vt:lpstr>Example : 2 - Waiting for Internet to Reconnect</vt:lpstr>
      <vt:lpstr>Example : 2 - Waiting for Internet to Reconnect</vt:lpstr>
      <vt:lpstr>Exponential Distribution</vt:lpstr>
      <vt:lpstr>Exponential Distribution</vt:lpstr>
      <vt:lpstr>Properties</vt:lpstr>
      <vt:lpstr>How do we find probabilities?</vt:lpstr>
      <vt:lpstr>How do we find probabilities?</vt:lpstr>
      <vt:lpstr>How do we find probabilities?</vt:lpstr>
      <vt:lpstr>Method 3 ⇝ Example 1</vt:lpstr>
      <vt:lpstr>Method 3 ⇝ Example 2</vt:lpstr>
      <vt:lpstr>Method 3 ⇝ Example 2 (Continue)</vt:lpstr>
      <vt:lpstr>Method 3 ⇝ Example 2 (Continue)</vt:lpstr>
      <vt:lpstr>Method 3 ⇝ Example 9</vt:lpstr>
      <vt:lpstr>Method 3 ⇝ Example 9 (Continue)</vt:lpstr>
      <vt:lpstr>Method 3 ⇝ Example 10</vt:lpstr>
      <vt:lpstr>Method 3 ⇝ Example 10 (Continue)</vt:lpstr>
      <vt:lpstr>Method 3 ⇝ Example 10 (Continue)</vt:lpstr>
      <vt:lpstr>Method 3 ⇝ Example 13</vt:lpstr>
      <vt:lpstr>Method 3 ⇝ Example 13</vt:lpstr>
      <vt:lpstr>Method 3 ⇝ Example 13 (Continue)</vt:lpstr>
      <vt:lpstr>Method 3 ⇝ Example 13 (Continue)</vt:lpstr>
      <vt:lpstr>Method 3 ⇝ Example 13 (Continue)</vt:lpstr>
      <vt:lpstr>Method 3 ⇝ Example 13 (Continue)</vt:lpstr>
      <vt:lpstr>Method 3 ⇝ Example 13 (Continue) – Another Method</vt:lpstr>
      <vt:lpstr>Method 3 ⇝ Example 13 (Continue) – Another Method</vt:lpstr>
      <vt:lpstr>Method 3 ⇝ Example 18</vt:lpstr>
      <vt:lpstr>Method 3 ⇝ Example 18 (Continue) </vt:lpstr>
      <vt:lpstr>Method 3 ⇝ Example 18 (Continue) </vt:lpstr>
      <vt:lpstr>The Memoryless Property – The Heart of Exponential distribution</vt:lpstr>
      <vt:lpstr>The Memoryless Property – The Heart of Exponential distribution</vt:lpstr>
      <vt:lpstr>Example</vt:lpstr>
      <vt:lpstr>Example</vt:lpstr>
      <vt:lpstr>Example</vt:lpstr>
      <vt:lpstr>The Memoryless Property - Derivation</vt:lpstr>
      <vt:lpstr>The Memoryless Property - Derivation</vt:lpstr>
      <vt:lpstr>Method 3 ⇝ Example 20</vt:lpstr>
      <vt:lpstr>Method 3 ⇝ Example 20 (Continue) </vt:lpstr>
      <vt:lpstr>Method 3 ⇝ Example 20 (Continue) </vt:lpstr>
      <vt:lpstr>Method 3 ⇝ Example 20 (Continue) </vt:lpstr>
      <vt:lpstr>Method 3 ⇝ Example 20 (Continue) </vt:lpstr>
      <vt:lpstr>Method 4 Normal Distribution</vt:lpstr>
      <vt:lpstr>Introduction</vt:lpstr>
      <vt:lpstr>Introduction</vt:lpstr>
      <vt:lpstr>Introduction</vt:lpstr>
      <vt:lpstr>Introduction</vt:lpstr>
      <vt:lpstr>Introduction</vt:lpstr>
      <vt:lpstr>Bell shape Curve</vt:lpstr>
      <vt:lpstr>Why does the bell shape appear everywhere?</vt:lpstr>
      <vt:lpstr>Why Binomial Distribution becomes Normal?</vt:lpstr>
      <vt:lpstr>Why Binomial Distribution becomes Normal?</vt:lpstr>
      <vt:lpstr>Why Poisson becomes Normal?</vt:lpstr>
      <vt:lpstr>Why Poisson becomes Normal?</vt:lpstr>
      <vt:lpstr>Why Poisson becomes Normal?</vt:lpstr>
      <vt:lpstr>Why sum of Exponentials becomes Normal?</vt:lpstr>
      <vt:lpstr>Why sum of Exponentials becomes Normal?</vt:lpstr>
      <vt:lpstr>Galton Board</vt:lpstr>
      <vt:lpstr>Normal Distribution </vt:lpstr>
      <vt:lpstr>Why is it called "Normal"?</vt:lpstr>
      <vt:lpstr>Normal Distribution </vt:lpstr>
      <vt:lpstr>Normal Distribution </vt:lpstr>
      <vt:lpstr>What problem do we face with a Normal random variable?</vt:lpstr>
      <vt:lpstr>What problem do we face with a Normal random variable?</vt:lpstr>
      <vt:lpstr>What problem do we face with a Normal random variable?</vt:lpstr>
      <vt:lpstr>What does "Standardizing" actually mean?</vt:lpstr>
      <vt:lpstr>What does "Standardizing" actually mean?</vt:lpstr>
      <vt:lpstr>What does “standardizing” actually mean?</vt:lpstr>
      <vt:lpstr>Standard Normal Variable</vt:lpstr>
      <vt:lpstr>Interpretation of Z-score</vt:lpstr>
      <vt:lpstr>Interpretation of Z-score</vt:lpstr>
      <vt:lpstr>Methods for Finding the Probability(area) from Z - Table</vt:lpstr>
      <vt:lpstr>Methods for Finding the Probability (area) from Z-Table  </vt:lpstr>
      <vt:lpstr>Important Cases</vt:lpstr>
      <vt:lpstr>Method 4 ⇝ Z – Table </vt:lpstr>
      <vt:lpstr>Important Cases</vt:lpstr>
      <vt:lpstr>Important Cases : Remark</vt:lpstr>
      <vt:lpstr>Important Cases</vt:lpstr>
      <vt:lpstr>Important Cases : Remark</vt:lpstr>
      <vt:lpstr>Important Cases : Remark</vt:lpstr>
      <vt:lpstr>Important Cases</vt:lpstr>
      <vt:lpstr>Important Cases : Remark</vt:lpstr>
      <vt:lpstr>Important Cases : Remark</vt:lpstr>
      <vt:lpstr>Important Cases</vt:lpstr>
      <vt:lpstr>Important Cases : Remark</vt:lpstr>
      <vt:lpstr>Important Cases : Remark</vt:lpstr>
      <vt:lpstr>Important Cases</vt:lpstr>
      <vt:lpstr>Method 4 ⇝ Example 4 </vt:lpstr>
      <vt:lpstr>Method 4 ⇝ Example 4 (Continue) </vt:lpstr>
      <vt:lpstr>Method 4 ⇝ Example 4 (Continue) </vt:lpstr>
      <vt:lpstr>Method 4 ⇝ Example 4 (Continue) </vt:lpstr>
      <vt:lpstr>Method 4 ⇝ Example 4 (Continue) </vt:lpstr>
      <vt:lpstr>Method 4 ⇝ Example 4 (Continue)</vt:lpstr>
      <vt:lpstr>Method 4 ⇝ Example 4 (Continue)</vt:lpstr>
      <vt:lpstr>Method 4 ⇝ Example 8</vt:lpstr>
      <vt:lpstr>Method 4 ⇝ Example 8 (Continue) </vt:lpstr>
      <vt:lpstr>Method 4 ⇝ Example 8 (Continue)</vt:lpstr>
      <vt:lpstr>Method 4 ⇝ Example 8 (Continue)</vt:lpstr>
      <vt:lpstr>Method 4 ⇝ Example 8 (Continue)</vt:lpstr>
      <vt:lpstr>Method 4 ⇝ Example 9</vt:lpstr>
      <vt:lpstr>Method 4 ⇝ Example 9 ⇝ Meaning</vt:lpstr>
      <vt:lpstr>Method 4 ⇝ Example 9 (Continue)</vt:lpstr>
      <vt:lpstr>Method 4 ⇝ Example 9 (Continue)</vt:lpstr>
      <vt:lpstr>Method 4 ⇝ Example 9 (Continue)</vt:lpstr>
      <vt:lpstr>Method 4 ⇝ Example 9 (Continue)</vt:lpstr>
      <vt:lpstr>Method 4 ⇝ Example 9 (Continue)</vt:lpstr>
      <vt:lpstr>Method 4 ⇝ Example 9 – For Understanding Only</vt:lpstr>
      <vt:lpstr>Method 4 ⇝ Example 9 (Continue)</vt:lpstr>
      <vt:lpstr>Method 4 ⇝ Example 9 (Continue)</vt:lpstr>
      <vt:lpstr>Method 4 ⇝ Example 9 (Continue)</vt:lpstr>
      <vt:lpstr>Method 4 ⇝ Example 9 (Continue)</vt:lpstr>
      <vt:lpstr>Method 4 ⇝ Example 10</vt:lpstr>
      <vt:lpstr>Method 4 ⇝ Example 10 (Continue)</vt:lpstr>
      <vt:lpstr>Method 4 ⇝ Example 10 (Continue)</vt:lpstr>
      <vt:lpstr>Method 4 ⇝ Example 10 (Continue)</vt:lpstr>
      <vt:lpstr>Method 4 ⇝ Example 10 (Continue)</vt:lpstr>
      <vt:lpstr>Method 4 ⇝ Example 10 (Continue)</vt:lpstr>
      <vt:lpstr>Method 4 ⇝ Example 10 (Continue)</vt:lpstr>
      <vt:lpstr>Method 4 ⇝ Example 14</vt:lpstr>
      <vt:lpstr>Method 4 ⇝ Example 14 ⇝ Meaning</vt:lpstr>
      <vt:lpstr>Method 4 ⇝ Example 14</vt:lpstr>
      <vt:lpstr>Method 4 ⇝ Example 14 (Continue)</vt:lpstr>
      <vt:lpstr>Method 4 ⇝ Example 14 (Continue)</vt:lpstr>
      <vt:lpstr>Method 4 ⇝ Example 14 (Continue)</vt:lpstr>
      <vt:lpstr>Method 4 ⇝ Example 14 (Continue)</vt:lpstr>
      <vt:lpstr>Method 4 ⇝ Example 14 (Continue)</vt:lpstr>
      <vt:lpstr>Method 4 ⇝ Example 17</vt:lpstr>
      <vt:lpstr>Method 4 ⇝ Example 17 (Continue)</vt:lpstr>
      <vt:lpstr>Method 4 ⇝ Example 17 ⇝ For Understanding Only</vt:lpstr>
      <vt:lpstr>Method 4 ⇝ Example 17 (Continue)</vt:lpstr>
      <vt:lpstr>Method 4 ⇝ Example 17 (Continue)</vt:lpstr>
      <vt:lpstr>Method 4 ⇝ Example 17 (Continue)</vt:lpstr>
      <vt:lpstr>Method 4 ⇝ Example 17 (Continue)</vt:lpstr>
      <vt:lpstr>Method 4 ⇝ Example 17 ⇝ For Understanding Only</vt:lpstr>
      <vt:lpstr>Method 4 ⇝ Example 17 (Continue)</vt:lpstr>
      <vt:lpstr>Method 4 ⇝ Example 17 (Continue)</vt:lpstr>
      <vt:lpstr>Method 4 ⇝ Example 17 (Continue)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Dhvanik Zala</cp:lastModifiedBy>
  <cp:revision>2007</cp:revision>
  <dcterms:created xsi:type="dcterms:W3CDTF">2020-05-01T05:09:15Z</dcterms:created>
  <dcterms:modified xsi:type="dcterms:W3CDTF">2026-08-22T02:20:12Z</dcterms:modified>
</cp:coreProperties>
</file>