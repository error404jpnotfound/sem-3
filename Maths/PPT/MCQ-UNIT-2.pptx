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4" r:id="rId6"/>
    <p:sldId id="266" r:id="rId7"/>
    <p:sldId id="267" r:id="rId8"/>
    <p:sldId id="268" r:id="rId9"/>
    <p:sldId id="270" r:id="rId10"/>
    <p:sldId id="271" r:id="rId11"/>
    <p:sldId id="272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93" r:id="rId27"/>
    <p:sldId id="296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2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7" r:id="rId64"/>
    <p:sldId id="338" r:id="rId65"/>
    <p:sldId id="340" r:id="rId66"/>
    <p:sldId id="341" r:id="rId67"/>
    <p:sldId id="345" r:id="rId68"/>
    <p:sldId id="346" r:id="rId69"/>
    <p:sldId id="347" r:id="rId70"/>
    <p:sldId id="348" r:id="rId71"/>
    <p:sldId id="349" r:id="rId72"/>
    <p:sldId id="350" r:id="rId73"/>
    <p:sldId id="351" r:id="rId74"/>
    <p:sldId id="352" r:id="rId75"/>
    <p:sldId id="353" r:id="rId76"/>
    <p:sldId id="354" r:id="rId77"/>
    <p:sldId id="355" r:id="rId78"/>
    <p:sldId id="356" r:id="rId7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3232" y="960120"/>
            <a:ext cx="109728" cy="4251960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94000" y="2459504"/>
            <a:ext cx="6204001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rPr lang="en-US" sz="6000" dirty="0"/>
              <a:t>Practice</a:t>
            </a:r>
            <a:r>
              <a:rPr sz="6000" dirty="0"/>
              <a:t> MCQs</a:t>
            </a:r>
            <a:r>
              <a:rPr lang="en-US" sz="6000" dirty="0"/>
              <a:t> </a:t>
            </a:r>
          </a:p>
          <a:p>
            <a:pPr algn="ctr">
              <a:defRPr sz="3800" b="1">
                <a:solidFill>
                  <a:srgbClr val="FFFFFF"/>
                </a:solidFill>
                <a:latin typeface="Aptos"/>
              </a:defRPr>
            </a:pPr>
            <a:r>
              <a:rPr lang="en-US" sz="6000" dirty="0"/>
              <a:t>of Unit - 2</a:t>
            </a:r>
            <a:endParaRPr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201168"/>
            <a:ext cx="71323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1. Random Experiments &amp; Sample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fair die is rolled three times. What is the probability that the three outcomes are all different?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25/36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5/9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1. Random Experiments &amp; Sample 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01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201168"/>
            <a:ext cx="71323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1. Random Experiments &amp; Sample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Two fair dice are rolled. What is the probability that the absolute difference between the two numbers is 2?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2/9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1. Random Experiments &amp; Sample 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02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1. Random Experiments &amp; Sample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Three fair dice are rolled. What is the probability that the sum is divisible by 3?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4/9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1/3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1. Random Experiments &amp; Sample 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06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1. Random Experiments &amp; Sample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fair coin is tossed until two consecutive Heads first appear. What is the probability that the process stops exactly on the 4th toss?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1/8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1. Random Experiments &amp; Sample 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08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1. Random Experiments &amp; Sample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number is selected uniformly from 1 to 100. What is the probability that it is divisible by 2 or 3, but not by 6?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51/100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49/100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33/50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51/100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1. Random Experiments &amp; Sample 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10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2. Types of Experiments &amp;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bag contains 5 red and 7 blue balls. Two balls are drawn without replacement. What is the probability of getting exactly one red?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35/66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35/132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7/22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35/66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2. Types of Experiments &amp;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11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2. Types of Experiments &amp;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The same bag is used, but the first ball is replaced before the second draw. What is the probability of getting exactly one red?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35/72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35/36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35/144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35/72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2. Types of Experiments &amp;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12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2. Types of Experiments &amp;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box has 4 defective and 8 good components. Two are selected without replacement. What is the probability that at least one is defective?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16/33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17/33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5/11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17/33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2. Types of Experiments &amp;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14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2. Types of Experiments &amp;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die is rolled twice. Let A = 'sum is 7' and B = 'at least one die is 6'. Find P(A∩B).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1/36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1/18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2. Types of Experiments &amp;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15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Q1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2. Types of Experiments &amp;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box contains 6 red, 5 blue and 4 green balls. Three are drawn without replacement. What is the probability that all three colours occur?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24/91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12/91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8/91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4/35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24/91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2. Types of Experiments &amp;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16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Q1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2. Types of Experiments &amp;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bag contains 5 red, 4 blue and 3 green balls. Four balls are drawn. What is the probability that no two drawn balls have the same colour?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1/55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2/55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2. Types of Experiments &amp;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18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Q1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2. Types of Experiments &amp;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Two cards are drawn without replacement. What is the probability that exactly one is an ace or both are kings?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192/1326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196/1326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200/1326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204/1326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192/1326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2. Types of Experiments &amp;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19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13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2. Types of Experiments &amp;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committee of 4 is chosen from 6 men and 5 women. What is the probability that the committee contains at least 2 men and at least 1 woman?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85/165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115/165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125/165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135/165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115/165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2. Types of Experiments &amp;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20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14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Probability Laws &amp;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P(A)=0.55, P(B)=0.48 and P(A∩B)=0.21. Find P(Aᶜ∩B).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3. Probability Laws &amp; Set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21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15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Probability Laws &amp;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P(A)=0.62, P(B)=0.51 and P(A∪B)=0.80. Find P(A∩B).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0.33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3. Probability Laws &amp; Set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22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16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Probability Laws &amp;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If P(A)=0.4 and P(B)=0.7, what is the minimum possible value of P(A∪B)?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0.7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3. Probability Laws &amp; Set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23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Q17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Probability Laws &amp;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If P(A)=0.35 and P(B)=0.45, what is the maximum possible value of P(A∩Bᶜ)?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0.55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3. Probability Laws &amp; Set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24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18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Probability Laws &amp;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P(A∪B)=0.92, P(A)=0.65 and P(B)=0.58. Find P(Aᶜ∪Bᶜ).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0.69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D. 0.69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3. Probability Laws &amp; Set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25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19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Probability Laws &amp;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P(A)=0.7, P(B)=0.6 and P(Aᶜ∩Bᶜ)=0.1. Find P(A∩B).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3. Probability Laws &amp; Set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26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Q2</a:t>
            </a:r>
            <a:r>
              <a:rPr lang="en-US" dirty="0"/>
              <a:t>0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Probability Laws &amp;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Three events satisfy P(A)=0.5, P(B)=0.4, P(C)=0.3; pairwise intersections are 0.2, 0.1, 0.15 and triple intersection is 0.05. Find P(A∪B∪C).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0.65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0.80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3. Probability Laws &amp; Set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27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Q2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Probability Laws &amp;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If P(A∪B)=0.85, P(A∩B)=0.25 and P(Aᶜ)=0.4, find P(B).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3. Probability Laws &amp; Set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28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Q2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Probability Laws &amp;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If P(A)=0.6, P(B)=0.5 and P(A∩B)=0.2, find P(Aᶜ∩Bᶜ | A∪B).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3. Probability Laws &amp; Set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29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23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3. Probability Laws &amp; Set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If P(A∩B)=0.12, P(A∪B)=0.72 and P(A)=0.30, find P(Bᶜ|Aᶜ).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4/7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0.4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3. Probability Laws &amp; Set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30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24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4. Classical Probability &amp; Counting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5-digit number is formed using 1,2,3,4,5 without repetition. What is the probability it is divisible by 3?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D.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4. Classical Probability &amp; Counting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31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25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4. Classical Probability &amp; Counting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6-digit number is formed from 0–9 without repetition. What is the probability that it is divisible by 5 and begins with a nonzero digit?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17/81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9/50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17/81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4. Classical Probability &amp; Counting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37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26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4. Classical Probability &amp; Counting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Eight people are arranged randomly. What is the probability that A and B are separated by exactly two people?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5/28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5/28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4. Classical Probability &amp; Counting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40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27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5. Conditional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box has 5 red and 7 blue balls. Two are drawn without replacement. Given that at least one is red, find P(both are 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10/33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10/33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5. Conditional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42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28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5. Conditional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Two dice are rolled. Given that the sum is 8, find P(one die is 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1/2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5. Conditional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43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29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5. Conditional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card is drawn. Given that it is a face card, what is the probability that it is a queen?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4/13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1/4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5. Conditional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44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30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5. Conditional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In a class, 70% know Python, 50% know Java, and 35% know both. Find P(Java|Python).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5. Conditional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45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5. Conditional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Two cards are drawn without replacement. Given that at least one is an ace, find the probability that both are 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2/51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4/51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5. Conditional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46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32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5. Conditional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die is rolled twice. Given that the maximum is 4, find the probability that the sum is 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2/7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5. Conditional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47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33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5. Conditional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Three children are selected from a family population model where each child is independently a boy or girl. Given at least one is a boy, what is the probability exactly two are boys?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4/7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3/7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5. Conditional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48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34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5. Conditional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Two dice are rolled. Given that their product is divisible by 3, what is the probability that the sum is 9?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2/15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5. Conditional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49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5. Conditional Probability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card is drawn from a deck. Given that it is either a heart or an ace, what is the probability it is the ace of hearts?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1/17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5. Conditional Probability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50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6. Independent Events &amp; Multiplication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Three independent events have probabilities 0.4, 0.5 and 0.8. Find the probability that exactly two occur.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6. Independent Events &amp; Multiplication Law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51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37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6. Independent Events &amp; Multiplication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Two independent machines fail with probabilities 0.1 and 0.2. Find the probability that at least one fails.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0.28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6. Independent Events &amp; Multiplication Law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52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38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6. Independent Events &amp; Multiplication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Three independent students solve a problem with probabilities 0.6, 0.7 and 0.8. Find P(at least two solve).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0.784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0.796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0.896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0.784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6. Independent Events &amp; Multiplication Law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53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39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6. Independent Events &amp; Multiplication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system has two independent components with reliabilities 0.9 and 0.8 in series. Find system reliability.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0.98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0.72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6. Independent Events &amp; Multiplication Law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54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40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6. Independent Events &amp; Multiplication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Four independent events have probabilities 0.2, 0.3, 0.4 and 0.5. Find P(exactly two occur).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0.370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0.380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6. Independent Events &amp; Multiplication Law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56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6. Independent Events &amp; Multiplication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Events A and B are independent, P(A)=x, P(B)=x and P(A∪B)=0.91. Find 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0.65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0.70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6. Independent Events &amp; Multiplication Law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59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42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6. Independent Events &amp; Multiplication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Three independent events have probabilities p, p and 2p. If P(at least one occurs)=0.936, find 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0.6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6. Independent Events &amp; Multiplication Law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60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43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7. Law of Total Probability &amp;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Machines M1, M2 produce 40%, 35% and 25% of items respectively; defect rates are 1%, 2%, 4%. Find overall defect probability.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0.019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0.021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0.024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0.030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7. Law of Total Probability &amp; Bayes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61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44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7. Law of Total Probability &amp;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Using the previous data, given that an item is defective, find P(M3|D).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10/21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20/21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4/21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10/21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7. Law of Total Probability &amp; Bayes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62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7. Law of Total Probability &amp;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company hires 60% through campus and 40% off-campus. Hire probabilities are 0.5 and 0.3. Given that a person is hired, find P(campus|hired).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15/23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5/7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7. Law of Total Probability &amp; Bayes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63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7. Law of Total Probability &amp;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box is chosen with probabilities 0.4 and 0.6. The probability of a red ball is 0.7 and 0.2 respectively. Find P(red).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0.28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D. 0.40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7. Law of Total Probability &amp; Bayes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64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47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7. Law of Total Probability &amp;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medical condition has prevalence 5%. A test has sensitivity 90% and false-positive rate 10%. Find P(positive).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7. Law of Total Probability &amp; Bayes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65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48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7. Law of Total Probability &amp;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Three factories produce 25%, 35%, 40% of items with defect rates 2%, 3%, 5%. Given a defective item, find P(factory 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40/71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25/41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40/71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7. Law of Total Probability &amp; Bayes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66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49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7. Law of Total Probability &amp;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spam filter detects 98% of spam and falsely flags 3% of genuine mail. If 8% of mail is spam, find P(spam|flagged).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0.739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0.755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0.739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7. Law of Total Probability &amp; Bayes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67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50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7. Law of Total Probability &amp;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test has P(+|D)=0.99, P(+|Dᶜ)=0.02 and P(D)=0.01. Find P(D|+).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0.99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1/3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7. Law of Total Probability &amp; Bayes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68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7. Law of Total Probability &amp;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Two urns are selected with probabilities 1/3 and 2/3. Urn 1 has 4 red, 6 blue; Urn 2 has 8 red, 2 blue. A red ball is drawn. Find P(Urn 2|red).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4/7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8/11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4/5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7. Law of Total Probability &amp; Bayes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69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52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7. Law of Total Probability &amp; Bayes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disease test has sensitivity 95%, specificity 98%, and prevalence 2%. If two independent tests are both positive, find P(disease|both positive).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0.98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0.9788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0.994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0.9788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7. Law of Total Probability &amp; Bayes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70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53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8. Random Variables, PMF &amp;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49808" y="1444415"/>
                <a:ext cx="10698480" cy="38472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1900" b="1">
                    <a:solidFill>
                      <a:srgbClr val="0D203A"/>
                    </a:solidFill>
                    <a:latin typeface="Aptos"/>
                  </a:defRPr>
                </a:pPr>
                <a:r>
                  <a:rPr dirty="0"/>
                  <a:t>X has PMF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dirty="0"/>
                  <a:t>. Find k.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1444415"/>
                <a:ext cx="10698480" cy="384721"/>
              </a:xfrm>
              <a:prstGeom prst="rect">
                <a:avLst/>
              </a:prstGeom>
              <a:blipFill>
                <a:blip r:embed="rId2"/>
                <a:stretch>
                  <a:fillRect l="-513" t="-7937" b="-269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8. Random Variables, PMF &amp;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71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54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8. Random Variables, PMF &amp;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For the PMF in Q1, find P(X≥2).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7/10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7/10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8. Random Variables, PMF &amp;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72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8. Random Variables, PMF &amp;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continuous X has PDF f(x)=kx on 0≤x≤2. Find P(X&gt;1).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3/4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8. Random Variables, PMF &amp;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73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8. Random Variables, PMF &amp;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continuous X has PDF f(x)=c(1+x), 0≤x≤1. Find 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2/3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8. Random Variables, PMF &amp;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74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57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8. Random Variables, PMF &amp;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For the PDF in Q4, find P(X&gt;1/2).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7/12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7/12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8. Random Variables, PMF &amp;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75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58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8. Random Variables, PMF &amp;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49808" y="1444415"/>
                <a:ext cx="10698480" cy="38472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1900" b="1">
                    <a:solidFill>
                      <a:srgbClr val="0D203A"/>
                    </a:solidFill>
                    <a:latin typeface="Aptos"/>
                  </a:defRPr>
                </a:pPr>
                <a:r>
                  <a:rPr dirty="0"/>
                  <a:t>A PMF is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0" dirty="0" err="1">
                        <a:latin typeface="Cambria Math" panose="02040503050406030204" pitchFamily="18" charset="0"/>
                      </a:rPr>
                      <m:t>𝐤</m:t>
                    </m:r>
                    <m:r>
                      <a:rPr lang="en-IN" i="0" dirty="0" err="1">
                        <a:latin typeface="Cambria Math" panose="02040503050406030204" pitchFamily="18" charset="0"/>
                      </a:rPr>
                      <m:t>·</m:t>
                    </m:r>
                    <m:r>
                      <a:rPr lang="en-IN" i="0" dirty="0" err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0" dirty="0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dirty="0"/>
                  <a:t>. Find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</a:rPr>
                      <m:t>𝐤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1444415"/>
                <a:ext cx="10698480" cy="384721"/>
              </a:xfrm>
              <a:prstGeom prst="rect">
                <a:avLst/>
              </a:prstGeom>
              <a:blipFill>
                <a:blip r:embed="rId2"/>
                <a:stretch>
                  <a:fillRect l="-513" t="-7937" b="-269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8. Random Variables, PMF &amp;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76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59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8. Random Variables, PMF &amp;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For the PMF in Q6, find P(X=2).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2/5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8. Random Variables, PMF &amp;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77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60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8. Random Variables, PMF &amp;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49808" y="1444415"/>
                <a:ext cx="10698480" cy="38472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1900" b="1">
                    <a:solidFill>
                      <a:srgbClr val="0D203A"/>
                    </a:solidFill>
                    <a:latin typeface="Aptos"/>
                  </a:defRPr>
                </a:pPr>
                <a:r>
                  <a:rPr dirty="0"/>
                  <a:t>A PDF is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² 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𝐨𝐧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dirty="0"/>
                  <a:t>. Find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1444415"/>
                <a:ext cx="10698480" cy="384721"/>
              </a:xfrm>
              <a:prstGeom prst="rect">
                <a:avLst/>
              </a:prstGeom>
              <a:blipFill>
                <a:blip r:embed="rId2"/>
                <a:stretch>
                  <a:fillRect l="-513" t="-7937" b="-269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7/8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7/8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8. Random Variables, PMF &amp;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78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8. Random Variables, PMF &amp;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49808" y="1444415"/>
                <a:ext cx="10698480" cy="38472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1900" b="1">
                    <a:solidFill>
                      <a:srgbClr val="0D203A"/>
                    </a:solidFill>
                    <a:latin typeface="Aptos"/>
                  </a:defRPr>
                </a:pPr>
                <a:r>
                  <a:rPr dirty="0"/>
                  <a:t>A PDF is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dirty="0"/>
                  <a:t>. Find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1444415"/>
                <a:ext cx="10698480" cy="384721"/>
              </a:xfrm>
              <a:prstGeom prst="rect">
                <a:avLst/>
              </a:prstGeom>
              <a:blipFill>
                <a:blip r:embed="rId2"/>
                <a:stretch>
                  <a:fillRect l="-513" t="-7937" b="-269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1/2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8. Random Variables, PMF &amp;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79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62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9. CDF &amp; Its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49808" y="1444415"/>
                <a:ext cx="10698480" cy="38472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defRPr sz="1900" b="1">
                    <a:solidFill>
                      <a:srgbClr val="0D203A"/>
                    </a:solidFill>
                    <a:latin typeface="Aptos"/>
                  </a:defRPr>
                </a:pPr>
                <a:r>
                  <a:rPr lang="en-IN" dirty="0"/>
                  <a:t>A discrete CDF has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ar-AE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ar-AE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ar-AE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ar-AE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𝟒𝟎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ar-AE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ar-AE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𝟕𝟓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ar-AE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ar-AE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ar-AE" dirty="0"/>
                  <a:t>. </a:t>
                </a:r>
                <a:r>
                  <a:rPr lang="en-IN" dirty="0"/>
                  <a:t>Find </a:t>
                </a:r>
                <a14:m>
                  <m:oMath xmlns:m="http://schemas.openxmlformats.org/officeDocument/2006/math">
                    <m:r>
                      <a:rPr lang="en-IN" i="0" dirty="0" smtClean="0"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ctrlPr>
                          <a:rPr lang="en-IN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IN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1444415"/>
                <a:ext cx="10698480" cy="384721"/>
              </a:xfrm>
              <a:prstGeom prst="rect">
                <a:avLst/>
              </a:prstGeom>
              <a:blipFill>
                <a:blip r:embed="rId2"/>
                <a:stretch>
                  <a:fillRect l="-513" t="-11111" b="-269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9. CDF &amp; Its 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81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63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9. CDF &amp; Its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rPr dirty="0"/>
              <a:t>If F(2)=0.35 and F(5)=0.80, find P(2&lt;X≤5).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0.55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0.45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9. CDF &amp; Its 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82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64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9. CDF &amp; Its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For a continuous X with F(x)=1−e^(−x), x≥0, find P(X&gt;2).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e^-2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1−e^-2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2e^-1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e^-1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e^-2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9. CDF &amp; Its 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84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9. CDF &amp; Its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If F(4)=0.72, F(1)=0.18 and F(1)=P(X≤1), find P(X&gt;1).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0.18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0.82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9. CDF &amp; Its 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85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9. CDF &amp; Its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continuous CDF is F(x)=0 for x&lt;0, x²/4 for 0≤x≤2, and 1 for x&gt;2. Find P(0.5&lt;X&lt;1.5).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25/32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5/8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3/4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25/32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9. CDF &amp; Its 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89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67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9. CDF &amp; Its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discrete X has CDF values F(0)=0.1, F(1)=0.3, F(2)=0.3, F(3)=0.65, F(4)=1. Find P(X≠2).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0.65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0.75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9. CDF &amp; Its 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90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68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10. Expectation, Variance &amp;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X takes values 0,1,2,3 with probabilities 0.1,0.2,0.3,0.4. Find E(X).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2.2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2.4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10. Expectation, Variance &amp; 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91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69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10. Expectation, Variance &amp;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44415"/>
            <a:ext cx="1069848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rPr dirty="0"/>
              <a:t>X takes values 1,2,3 with probabilities 0.2,0.5,0.3. Find V(X).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0.49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0.51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0.61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0.69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0.49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10. Expectation, Variance &amp; 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92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70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10. Expectation, Variance &amp;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44415"/>
            <a:ext cx="1069848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rPr dirty="0"/>
              <a:t>If E(X)=5 and V(X)=4, find E(2X−3) and V(2X−3).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7,4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7,8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7,16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13,16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C. 7,16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10. Expectation, Variance &amp; 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93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71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10. Expectation, Variance &amp;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random variable has E(X)=8 and E(X²)=70. Find its standard deviation.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√6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√6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10. Expectation, Variance &amp; 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94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72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10. Expectation, Variance &amp;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44415"/>
            <a:ext cx="1069848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rPr dirty="0"/>
              <a:t>If V(X)=9, find V((X−4)/3).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1/3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10. Expectation, Variance &amp; 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95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73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10. Expectation, Variance &amp;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X takes values 0,1,2,3 with probabilities k,2k,3k,4k. Find E(X).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1.5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10. Expectation, Variance &amp; 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96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74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10. Expectation, Variance &amp;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44415"/>
            <a:ext cx="1069848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rPr dirty="0"/>
              <a:t>For the same X, find V(X).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0.8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1.2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1.5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10. Expectation, Variance &amp; 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97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75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10. Expectation, Variance &amp;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44415"/>
            <a:ext cx="1069848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rPr dirty="0"/>
              <a:t>X has E(X)=4 and V(X)=5. Let Y=X². Which additional quantity is required to find V(Y) exactly?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E(X)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E(X²)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E(X³)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E(X⁴)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D. E(X⁴)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10. Expectation, Variance &amp; 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98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76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10. Expectation, Variance &amp;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444415"/>
            <a:ext cx="10698480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rPr dirty="0"/>
              <a:t>X takes values −2,0,2 with probabilities 1/4,1/2,1/4. Find E(X²) and V(X).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1,1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2,2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2,1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4,2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B. 2,2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10. Expectation, Variance &amp; 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99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749808"/>
          </a:xfrm>
          <a:prstGeom prst="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5448"/>
            <a:ext cx="713232" cy="420624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86113"/>
            <a:ext cx="71323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Q</a:t>
            </a:r>
            <a:r>
              <a:rPr lang="en-US" dirty="0"/>
              <a:t>77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146304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10. Expectation, Variance &amp;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17373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50" b="1">
                <a:solidFill>
                  <a:srgbClr val="E5F7F8"/>
                </a:solidFill>
                <a:latin typeface="Aptos"/>
              </a:defRPr>
            </a:pPr>
            <a:r>
              <a:t>MCQ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11183112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170432"/>
            <a:ext cx="1069848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0D203A"/>
                </a:solidFill>
                <a:latin typeface="Aptos"/>
              </a:defRPr>
            </a:pPr>
            <a:r>
              <a:t>A random variable X has mean 10 and SD 4. Define Y=3−2X. Find mean and SD of 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−17,8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06040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45352" y="2724912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45352" y="2788920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17,8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−17,16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93008"/>
            <a:ext cx="5468112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5352" y="3611879"/>
            <a:ext cx="438912" cy="457200"/>
          </a:xfrm>
          <a:prstGeom prst="roundRect">
            <a:avLst/>
          </a:prstGeom>
          <a:solidFill>
            <a:srgbClr val="E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3675887"/>
            <a:ext cx="43891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19B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602736"/>
            <a:ext cx="459028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1F2B3A"/>
                </a:solidFill>
                <a:latin typeface="Aptos"/>
              </a:defRPr>
            </a:pPr>
            <a:r>
              <a:t>23,8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681728"/>
            <a:ext cx="11027664" cy="877824"/>
          </a:xfrm>
          <a:prstGeom prst="roundRect">
            <a:avLst/>
          </a:prstGeom>
          <a:solidFill>
            <a:srgbClr val="E7F8F1"/>
          </a:solidFill>
          <a:ln w="15240">
            <a:solidFill>
              <a:srgbClr val="127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2775B"/>
                </a:solidFill>
                <a:latin typeface="Aptos"/>
              </a:defRPr>
            </a:pPr>
            <a:r>
              <a:t>✓ Correct Answer: A. −17,8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852160"/>
            <a:ext cx="299008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CLICK TO REVEAL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36792"/>
            <a:ext cx="7315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7484"/>
                </a:solidFill>
                <a:latin typeface="Aptos"/>
              </a:defRPr>
            </a:pPr>
            <a:r>
              <a:t>Unit 2 Probability  •  10. Expectation, Variance &amp; 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336792"/>
            <a:ext cx="245059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50" b="1">
                <a:solidFill>
                  <a:srgbClr val="677484"/>
                </a:solidFill>
                <a:latin typeface="Aptos"/>
              </a:defRPr>
            </a:pPr>
            <a:r>
              <a:t>100 / 100</a:t>
            </a:r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presetID="9" presetClass="entr" presetSubtype="0" dur="90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9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5270</Words>
  <Application>Microsoft Office PowerPoint</Application>
  <PresentationFormat>Widescreen</PresentationFormat>
  <Paragraphs>1231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2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Dhvanik Zala</cp:lastModifiedBy>
  <cp:revision>4</cp:revision>
  <dcterms:created xsi:type="dcterms:W3CDTF">2013-01-27T09:14:16Z</dcterms:created>
  <dcterms:modified xsi:type="dcterms:W3CDTF">2026-08-16T11:05:20Z</dcterms:modified>
  <cp:category/>
</cp:coreProperties>
</file>