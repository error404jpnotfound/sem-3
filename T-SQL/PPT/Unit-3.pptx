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92" r:id="rId2"/>
  </p:sldMasterIdLst>
  <p:notesMasterIdLst>
    <p:notesMasterId r:id="rId58"/>
  </p:notesMasterIdLst>
  <p:sldIdLst>
    <p:sldId id="283" r:id="rId3"/>
    <p:sldId id="292" r:id="rId4"/>
    <p:sldId id="327" r:id="rId5"/>
    <p:sldId id="597" r:id="rId6"/>
    <p:sldId id="747" r:id="rId7"/>
    <p:sldId id="748" r:id="rId8"/>
    <p:sldId id="749" r:id="rId9"/>
    <p:sldId id="750" r:id="rId10"/>
    <p:sldId id="786" r:id="rId11"/>
    <p:sldId id="752" r:id="rId12"/>
    <p:sldId id="787" r:id="rId13"/>
    <p:sldId id="788" r:id="rId14"/>
    <p:sldId id="755" r:id="rId15"/>
    <p:sldId id="789" r:id="rId16"/>
    <p:sldId id="790" r:id="rId17"/>
    <p:sldId id="759" r:id="rId18"/>
    <p:sldId id="758" r:id="rId19"/>
    <p:sldId id="791" r:id="rId20"/>
    <p:sldId id="761" r:id="rId21"/>
    <p:sldId id="762" r:id="rId22"/>
    <p:sldId id="792" r:id="rId23"/>
    <p:sldId id="793" r:id="rId24"/>
    <p:sldId id="765" r:id="rId25"/>
    <p:sldId id="794" r:id="rId26"/>
    <p:sldId id="795" r:id="rId27"/>
    <p:sldId id="768" r:id="rId28"/>
    <p:sldId id="796" r:id="rId29"/>
    <p:sldId id="770" r:id="rId30"/>
    <p:sldId id="797" r:id="rId31"/>
    <p:sldId id="774" r:id="rId32"/>
    <p:sldId id="775" r:id="rId33"/>
    <p:sldId id="776" r:id="rId34"/>
    <p:sldId id="777" r:id="rId35"/>
    <p:sldId id="778" r:id="rId36"/>
    <p:sldId id="779" r:id="rId37"/>
    <p:sldId id="780" r:id="rId38"/>
    <p:sldId id="781" r:id="rId39"/>
    <p:sldId id="784" r:id="rId40"/>
    <p:sldId id="783" r:id="rId41"/>
    <p:sldId id="799" r:id="rId42"/>
    <p:sldId id="800" r:id="rId43"/>
    <p:sldId id="798" r:id="rId44"/>
    <p:sldId id="802" r:id="rId45"/>
    <p:sldId id="807" r:id="rId46"/>
    <p:sldId id="803" r:id="rId47"/>
    <p:sldId id="804" r:id="rId48"/>
    <p:sldId id="805" r:id="rId49"/>
    <p:sldId id="806" r:id="rId50"/>
    <p:sldId id="808" r:id="rId51"/>
    <p:sldId id="810" r:id="rId52"/>
    <p:sldId id="809" r:id="rId53"/>
    <p:sldId id="811" r:id="rId54"/>
    <p:sldId id="812" r:id="rId55"/>
    <p:sldId id="813" r:id="rId56"/>
    <p:sldId id="733" r:id="rId57"/>
  </p:sldIdLst>
  <p:sldSz cx="12192000" cy="6858000"/>
  <p:notesSz cx="6858000" cy="9144000"/>
  <p:embeddedFontLst>
    <p:embeddedFont>
      <p:font typeface="Cascadia Mono" panose="020B0609020000020004" pitchFamily="49" charset="0"/>
      <p:regular r:id="rId59"/>
      <p:bold r:id="rId60"/>
      <p:italic r:id="rId61"/>
      <p:boldItalic r:id="rId62"/>
    </p:embeddedFont>
    <p:embeddedFont>
      <p:font typeface="Roboto Condensed" panose="02000000000000000000" pitchFamily="2" charset="0"/>
      <p:regular r:id="rId63"/>
      <p:bold r:id="rId64"/>
      <p:italic r:id="rId65"/>
      <p:boldItalic r:id="rId66"/>
    </p:embeddedFont>
    <p:embeddedFont>
      <p:font typeface="Roboto Condensed Light" panose="02000000000000000000" pitchFamily="2" charset="0"/>
      <p:regular r:id="rId67"/>
      <p:italic r:id="rId68"/>
    </p:embeddedFont>
    <p:embeddedFont>
      <p:font typeface="Wingdings 2" panose="05020102010507070707" pitchFamily="18" charset="2"/>
      <p:regular r:id="rId69"/>
    </p:embeddedFont>
    <p:embeddedFont>
      <p:font typeface="Wingdings 3" panose="05040102010807070707" pitchFamily="18" charset="2"/>
      <p:regular r:id="rId7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hkPFNuwDpMAGH6HWgDxb0g==" hashData="YM7MYwXQUcwI+tQjO1OUwhh2Lg9LF4qppnWe7RMZrcBW8lcqdWWujQdRHg2F1yunGZbTPVbK63UjVuT4ioGt5g=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01B92"/>
    <a:srgbClr val="D81A60"/>
    <a:srgbClr val="0000FF"/>
    <a:srgbClr val="D10233"/>
    <a:srgbClr val="673BB7"/>
    <a:srgbClr val="607D8B"/>
    <a:srgbClr val="ED524F"/>
    <a:srgbClr val="B71B1C"/>
    <a:srgbClr val="F54337"/>
    <a:srgbClr val="890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32" y="184"/>
      </p:cViewPr>
      <p:guideLst>
        <p:guide orient="horz" pos="2160"/>
        <p:guide pos="3840"/>
      </p:guideLst>
    </p:cSldViewPr>
  </p:slid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font" Target="fonts/font5.fntdata"/><Relationship Id="rId68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notesMaster" Target="notesMasters/notesMaster1.xml"/><Relationship Id="rId66" Type="http://schemas.openxmlformats.org/officeDocument/2006/relationships/font" Target="fonts/font8.fntdata"/><Relationship Id="rId74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font" Target="fonts/font3.fntdata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font" Target="fonts/font6.fntdata"/><Relationship Id="rId69" Type="http://schemas.openxmlformats.org/officeDocument/2006/relationships/font" Target="fonts/font11.fntdata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font" Target="fonts/font1.fntdata"/><Relationship Id="rId67" Type="http://schemas.openxmlformats.org/officeDocument/2006/relationships/font" Target="fonts/font9.fntdata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font" Target="fonts/font4.fntdata"/><Relationship Id="rId70" Type="http://schemas.openxmlformats.org/officeDocument/2006/relationships/font" Target="fonts/font12.fntdata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font" Target="fonts/font2.fntdata"/><Relationship Id="rId65" Type="http://schemas.openxmlformats.org/officeDocument/2006/relationships/font" Target="fonts/font7.fntdata"/><Relationship Id="rId73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7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imish Vadodariya" userId="d2e325c0593a319e" providerId="LiveId" clId="{C5D15607-3D89-4432-AEBA-7EDDE20FB0FE}"/>
    <pc:docChg chg="undo redo custSel addSld delSld modSld sldOrd modMainMaster">
      <pc:chgData name="Naimish Vadodariya" userId="d2e325c0593a319e" providerId="LiveId" clId="{C5D15607-3D89-4432-AEBA-7EDDE20FB0FE}" dt="2022-08-05T03:17:05.330" v="5951" actId="20577"/>
      <pc:docMkLst>
        <pc:docMk/>
      </pc:docMkLst>
      <pc:sldChg chg="addSp delSp modSp mod modAnim modShow">
        <pc:chgData name="Naimish Vadodariya" userId="d2e325c0593a319e" providerId="LiveId" clId="{C5D15607-3D89-4432-AEBA-7EDDE20FB0FE}" dt="2022-07-19T03:01:25.154" v="3105"/>
        <pc:sldMkLst>
          <pc:docMk/>
          <pc:sldMk cId="1915482141" sldId="289"/>
        </pc:sldMkLst>
        <pc:spChg chg="mod">
          <ac:chgData name="Naimish Vadodariya" userId="d2e325c0593a319e" providerId="LiveId" clId="{C5D15607-3D89-4432-AEBA-7EDDE20FB0FE}" dt="2022-07-19T03:01:12.178" v="3103" actId="207"/>
          <ac:spMkLst>
            <pc:docMk/>
            <pc:sldMk cId="1915482141" sldId="289"/>
            <ac:spMk id="4" creationId="{E9A4A388-3701-E936-5D61-943EDF699402}"/>
          </ac:spMkLst>
        </pc:spChg>
        <pc:spChg chg="add del">
          <ac:chgData name="Naimish Vadodariya" userId="d2e325c0593a319e" providerId="LiveId" clId="{C5D15607-3D89-4432-AEBA-7EDDE20FB0FE}" dt="2022-07-19T02:29:25.643" v="2857" actId="22"/>
          <ac:spMkLst>
            <pc:docMk/>
            <pc:sldMk cId="1915482141" sldId="289"/>
            <ac:spMk id="6" creationId="{DF883062-68C9-D58C-3D22-6EAD5B863027}"/>
          </ac:spMkLst>
        </pc:spChg>
      </pc:sldChg>
      <pc:sldChg chg="mod ord modShow">
        <pc:chgData name="Naimish Vadodariya" userId="d2e325c0593a319e" providerId="LiveId" clId="{C5D15607-3D89-4432-AEBA-7EDDE20FB0FE}" dt="2022-07-19T02:17:58.637" v="2794"/>
        <pc:sldMkLst>
          <pc:docMk/>
          <pc:sldMk cId="2554711902" sldId="291"/>
        </pc:sldMkLst>
      </pc:sldChg>
      <pc:sldChg chg="modSp modAnim">
        <pc:chgData name="Naimish Vadodariya" userId="d2e325c0593a319e" providerId="LiveId" clId="{C5D15607-3D89-4432-AEBA-7EDDE20FB0FE}" dt="2022-07-18T14:37:31.026" v="2684"/>
        <pc:sldMkLst>
          <pc:docMk/>
          <pc:sldMk cId="4216305698" sldId="292"/>
        </pc:sldMkLst>
        <pc:spChg chg="mod">
          <ac:chgData name="Naimish Vadodariya" userId="d2e325c0593a319e" providerId="LiveId" clId="{C5D15607-3D89-4432-AEBA-7EDDE20FB0FE}" dt="2022-07-18T14:36:52.481" v="2682" actId="948"/>
          <ac:spMkLst>
            <pc:docMk/>
            <pc:sldMk cId="4216305698" sldId="292"/>
            <ac:spMk id="9" creationId="{BDA2F9A4-6988-4274-8384-12496EC9D59D}"/>
          </ac:spMkLst>
        </pc:spChg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860720266" sldId="303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565845506" sldId="304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96689023" sldId="316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210675511" sldId="317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572927649" sldId="318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2261901468" sldId="319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619968667" sldId="320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1602832238" sldId="321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2220660272" sldId="322"/>
        </pc:sldMkLst>
      </pc:sldChg>
      <pc:sldChg chg="del mod modShow">
        <pc:chgData name="Naimish Vadodariya" userId="d2e325c0593a319e" providerId="LiveId" clId="{C5D15607-3D89-4432-AEBA-7EDDE20FB0FE}" dt="2022-07-20T06:30:14.738" v="3663" actId="2696"/>
        <pc:sldMkLst>
          <pc:docMk/>
          <pc:sldMk cId="3468316610" sldId="323"/>
        </pc:sldMkLst>
      </pc:sldChg>
      <pc:sldChg chg="modAnim">
        <pc:chgData name="Naimish Vadodariya" userId="d2e325c0593a319e" providerId="LiveId" clId="{C5D15607-3D89-4432-AEBA-7EDDE20FB0FE}" dt="2022-07-14T18:18:52.663" v="889"/>
        <pc:sldMkLst>
          <pc:docMk/>
          <pc:sldMk cId="1234560127" sldId="325"/>
        </pc:sldMkLst>
      </pc:sldChg>
      <pc:sldChg chg="modSp mod modShow">
        <pc:chgData name="Naimish Vadodariya" userId="d2e325c0593a319e" providerId="LiveId" clId="{C5D15607-3D89-4432-AEBA-7EDDE20FB0FE}" dt="2022-07-19T02:44:26.171" v="3047" actId="20577"/>
        <pc:sldMkLst>
          <pc:docMk/>
          <pc:sldMk cId="200374224" sldId="327"/>
        </pc:sldMkLst>
        <pc:spChg chg="mod">
          <ac:chgData name="Naimish Vadodariya" userId="d2e325c0593a319e" providerId="LiveId" clId="{C5D15607-3D89-4432-AEBA-7EDDE20FB0FE}" dt="2022-07-19T02:44:26.171" v="3047" actId="20577"/>
          <ac:spMkLst>
            <pc:docMk/>
            <pc:sldMk cId="200374224" sldId="327"/>
            <ac:spMk id="3" creationId="{6C915463-E8EE-4502-8261-E337007EFAAF}"/>
          </ac:spMkLst>
        </pc:spChg>
      </pc:sldChg>
      <pc:sldChg chg="addSp modSp mod modAnim modShow">
        <pc:chgData name="Naimish Vadodariya" userId="d2e325c0593a319e" providerId="LiveId" clId="{C5D15607-3D89-4432-AEBA-7EDDE20FB0FE}" dt="2022-08-02T13:53:36.806" v="5916" actId="255"/>
        <pc:sldMkLst>
          <pc:docMk/>
          <pc:sldMk cId="700880048" sldId="328"/>
        </pc:sldMkLst>
        <pc:spChg chg="mod">
          <ac:chgData name="Naimish Vadodariya" userId="d2e325c0593a319e" providerId="LiveId" clId="{C5D15607-3D89-4432-AEBA-7EDDE20FB0FE}" dt="2022-07-21T05:54:54.219" v="4690" actId="20577"/>
          <ac:spMkLst>
            <pc:docMk/>
            <pc:sldMk cId="700880048" sldId="328"/>
            <ac:spMk id="3" creationId="{139A428D-8F15-4206-B337-FA27C005FA71}"/>
          </ac:spMkLst>
        </pc:spChg>
        <pc:spChg chg="add mod">
          <ac:chgData name="Naimish Vadodariya" userId="d2e325c0593a319e" providerId="LiveId" clId="{C5D15607-3D89-4432-AEBA-7EDDE20FB0FE}" dt="2022-08-02T13:05:10.165" v="5340" actId="14100"/>
          <ac:spMkLst>
            <pc:docMk/>
            <pc:sldMk cId="700880048" sldId="328"/>
            <ac:spMk id="4" creationId="{CCC04B9A-372A-EC90-3C6F-D0D5053FC9E8}"/>
          </ac:spMkLst>
        </pc:spChg>
        <pc:spChg chg="add mod">
          <ac:chgData name="Naimish Vadodariya" userId="d2e325c0593a319e" providerId="LiveId" clId="{C5D15607-3D89-4432-AEBA-7EDDE20FB0FE}" dt="2022-07-21T05:53:17.893" v="4652" actId="20577"/>
          <ac:spMkLst>
            <pc:docMk/>
            <pc:sldMk cId="700880048" sldId="328"/>
            <ac:spMk id="5" creationId="{CE0FA9D8-CF4E-09C5-DF26-91A1787E70BF}"/>
          </ac:spMkLst>
        </pc:spChg>
        <pc:spChg chg="add mod">
          <ac:chgData name="Naimish Vadodariya" userId="d2e325c0593a319e" providerId="LiveId" clId="{C5D15607-3D89-4432-AEBA-7EDDE20FB0FE}" dt="2022-08-02T13:10:02.043" v="5414" actId="14100"/>
          <ac:spMkLst>
            <pc:docMk/>
            <pc:sldMk cId="700880048" sldId="328"/>
            <ac:spMk id="6" creationId="{353A77F3-764F-7414-ADFD-5B1C93E8B16C}"/>
          </ac:spMkLst>
        </pc:spChg>
        <pc:spChg chg="add mod">
          <ac:chgData name="Naimish Vadodariya" userId="d2e325c0593a319e" providerId="LiveId" clId="{C5D15607-3D89-4432-AEBA-7EDDE20FB0FE}" dt="2022-08-02T13:10:14.401" v="5415" actId="1076"/>
          <ac:spMkLst>
            <pc:docMk/>
            <pc:sldMk cId="700880048" sldId="328"/>
            <ac:spMk id="7" creationId="{2890E29D-2083-62D6-3DB7-6088BB5FA4B3}"/>
          </ac:spMkLst>
        </pc:spChg>
        <pc:spChg chg="add mod">
          <ac:chgData name="Naimish Vadodariya" userId="d2e325c0593a319e" providerId="LiveId" clId="{C5D15607-3D89-4432-AEBA-7EDDE20FB0FE}" dt="2022-08-02T13:53:36.806" v="5916" actId="255"/>
          <ac:spMkLst>
            <pc:docMk/>
            <pc:sldMk cId="700880048" sldId="328"/>
            <ac:spMk id="8" creationId="{4FC96081-BE46-4D73-6C6E-20B12FCB9D84}"/>
          </ac:spMkLst>
        </pc:spChg>
        <pc:spChg chg="add mod">
          <ac:chgData name="Naimish Vadodariya" userId="d2e325c0593a319e" providerId="LiveId" clId="{C5D15607-3D89-4432-AEBA-7EDDE20FB0FE}" dt="2022-08-02T13:10:14.401" v="5415" actId="1076"/>
          <ac:spMkLst>
            <pc:docMk/>
            <pc:sldMk cId="700880048" sldId="328"/>
            <ac:spMk id="9" creationId="{9EF3D285-9AF2-E4F2-E778-8A63B9856DB3}"/>
          </ac:spMkLst>
        </pc:spChg>
      </pc:sldChg>
      <pc:sldChg chg="modSp mod modAnim modShow">
        <pc:chgData name="Naimish Vadodariya" userId="d2e325c0593a319e" providerId="LiveId" clId="{C5D15607-3D89-4432-AEBA-7EDDE20FB0FE}" dt="2022-07-22T07:11:40.938" v="4737" actId="20577"/>
        <pc:sldMkLst>
          <pc:docMk/>
          <pc:sldMk cId="2908367801" sldId="329"/>
        </pc:sldMkLst>
        <pc:spChg chg="mod">
          <ac:chgData name="Naimish Vadodariya" userId="d2e325c0593a319e" providerId="LiveId" clId="{C5D15607-3D89-4432-AEBA-7EDDE20FB0FE}" dt="2022-07-21T05:56:50.954" v="4726" actId="20577"/>
          <ac:spMkLst>
            <pc:docMk/>
            <pc:sldMk cId="2908367801" sldId="329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7-22T07:11:40.938" v="4737" actId="20577"/>
          <ac:spMkLst>
            <pc:docMk/>
            <pc:sldMk cId="2908367801" sldId="329"/>
            <ac:spMk id="3" creationId="{139A428D-8F15-4206-B337-FA27C005FA71}"/>
          </ac:spMkLst>
        </pc:spChg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2459902967" sldId="330"/>
        </pc:sldMkLst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3640156525" sldId="331"/>
        </pc:sldMkLst>
      </pc:sldChg>
      <pc:sldChg chg="del mod modShow">
        <pc:chgData name="Naimish Vadodariya" userId="d2e325c0593a319e" providerId="LiveId" clId="{C5D15607-3D89-4432-AEBA-7EDDE20FB0FE}" dt="2022-07-19T02:49:45.959" v="3092" actId="47"/>
        <pc:sldMkLst>
          <pc:docMk/>
          <pc:sldMk cId="1849273504" sldId="332"/>
        </pc:sldMkLst>
      </pc:sldChg>
      <pc:sldChg chg="modSp mod">
        <pc:chgData name="Naimish Vadodariya" userId="d2e325c0593a319e" providerId="LiveId" clId="{C5D15607-3D89-4432-AEBA-7EDDE20FB0FE}" dt="2022-07-14T17:33:27.994" v="370" actId="14100"/>
        <pc:sldMkLst>
          <pc:docMk/>
          <pc:sldMk cId="3562170766" sldId="339"/>
        </pc:sldMkLst>
        <pc:picChg chg="mod">
          <ac:chgData name="Naimish Vadodariya" userId="d2e325c0593a319e" providerId="LiveId" clId="{C5D15607-3D89-4432-AEBA-7EDDE20FB0FE}" dt="2022-07-14T17:33:27.994" v="370" actId="14100"/>
          <ac:picMkLst>
            <pc:docMk/>
            <pc:sldMk cId="3562170766" sldId="339"/>
            <ac:picMk id="9" creationId="{00000000-0000-0000-0000-000000000000}"/>
          </ac:picMkLst>
        </pc:picChg>
      </pc:sldChg>
      <pc:sldChg chg="modSp mod">
        <pc:chgData name="Naimish Vadodariya" userId="d2e325c0593a319e" providerId="LiveId" clId="{C5D15607-3D89-4432-AEBA-7EDDE20FB0FE}" dt="2022-07-14T16:59:36.839" v="29" actId="20577"/>
        <pc:sldMkLst>
          <pc:docMk/>
          <pc:sldMk cId="181536675" sldId="345"/>
        </pc:sldMkLst>
        <pc:spChg chg="mod">
          <ac:chgData name="Naimish Vadodariya" userId="d2e325c0593a319e" providerId="LiveId" clId="{C5D15607-3D89-4432-AEBA-7EDDE20FB0FE}" dt="2022-07-14T16:59:36.839" v="29" actId="20577"/>
          <ac:spMkLst>
            <pc:docMk/>
            <pc:sldMk cId="181536675" sldId="345"/>
            <ac:spMk id="2" creationId="{095EF1AA-B384-4B3C-AA64-26D31B983DC1}"/>
          </ac:spMkLst>
        </pc:spChg>
      </pc:sldChg>
      <pc:sldChg chg="modSp mod">
        <pc:chgData name="Naimish Vadodariya" userId="d2e325c0593a319e" providerId="LiveId" clId="{C5D15607-3D89-4432-AEBA-7EDDE20FB0FE}" dt="2022-07-14T16:59:31.115" v="25" actId="20577"/>
        <pc:sldMkLst>
          <pc:docMk/>
          <pc:sldMk cId="3714275617" sldId="346"/>
        </pc:sldMkLst>
        <pc:spChg chg="mod">
          <ac:chgData name="Naimish Vadodariya" userId="d2e325c0593a319e" providerId="LiveId" clId="{C5D15607-3D89-4432-AEBA-7EDDE20FB0FE}" dt="2022-07-14T16:59:31.115" v="25" actId="20577"/>
          <ac:spMkLst>
            <pc:docMk/>
            <pc:sldMk cId="3714275617" sldId="346"/>
            <ac:spMk id="2" creationId="{095EF1AA-B384-4B3C-AA64-26D31B983DC1}"/>
          </ac:spMkLst>
        </pc:spChg>
      </pc:sldChg>
      <pc:sldChg chg="modSp mod">
        <pc:chgData name="Naimish Vadodariya" userId="d2e325c0593a319e" providerId="LiveId" clId="{C5D15607-3D89-4432-AEBA-7EDDE20FB0FE}" dt="2022-07-14T17:08:52.968" v="139" actId="20577"/>
        <pc:sldMkLst>
          <pc:docMk/>
          <pc:sldMk cId="3319134064" sldId="347"/>
        </pc:sldMkLst>
        <pc:spChg chg="mod">
          <ac:chgData name="Naimish Vadodariya" userId="d2e325c0593a319e" providerId="LiveId" clId="{C5D15607-3D89-4432-AEBA-7EDDE20FB0FE}" dt="2022-07-14T16:59:26.269" v="21" actId="20577"/>
          <ac:spMkLst>
            <pc:docMk/>
            <pc:sldMk cId="3319134064" sldId="347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4T17:08:52.968" v="139" actId="20577"/>
          <ac:spMkLst>
            <pc:docMk/>
            <pc:sldMk cId="3319134064" sldId="347"/>
            <ac:spMk id="13" creationId="{00000000-0000-0000-0000-000000000000}"/>
          </ac:spMkLst>
        </pc:spChg>
      </pc:sldChg>
      <pc:sldChg chg="addSp delSp modSp mod delAnim modAnim">
        <pc:chgData name="Naimish Vadodariya" userId="d2e325c0593a319e" providerId="LiveId" clId="{C5D15607-3D89-4432-AEBA-7EDDE20FB0FE}" dt="2022-07-14T17:27:02.431" v="339" actId="14100"/>
        <pc:sldMkLst>
          <pc:docMk/>
          <pc:sldMk cId="434497636" sldId="348"/>
        </pc:sldMkLst>
        <pc:spChg chg="mod">
          <ac:chgData name="Naimish Vadodariya" userId="d2e325c0593a319e" providerId="LiveId" clId="{C5D15607-3D89-4432-AEBA-7EDDE20FB0FE}" dt="2022-07-14T16:59:18.219" v="18" actId="20577"/>
          <ac:spMkLst>
            <pc:docMk/>
            <pc:sldMk cId="434497636" sldId="348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7:24:28.658" v="312" actId="478"/>
          <ac:spMkLst>
            <pc:docMk/>
            <pc:sldMk cId="434497636" sldId="348"/>
            <ac:spMk id="5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24:30.295" v="313" actId="478"/>
          <ac:spMkLst>
            <pc:docMk/>
            <pc:sldMk cId="434497636" sldId="348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1:27.461" v="295" actId="20577"/>
          <ac:spMkLst>
            <pc:docMk/>
            <pc:sldMk cId="434497636" sldId="348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23:09.658" v="307" actId="478"/>
          <ac:spMkLst>
            <pc:docMk/>
            <pc:sldMk cId="434497636" sldId="348"/>
            <ac:spMk id="14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5:00.578" v="332" actId="1036"/>
          <ac:spMkLst>
            <pc:docMk/>
            <pc:sldMk cId="434497636" sldId="348"/>
            <ac:spMk id="17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27:02.431" v="339" actId="14100"/>
          <ac:spMkLst>
            <pc:docMk/>
            <pc:sldMk cId="434497636" sldId="348"/>
            <ac:spMk id="18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25:00.578" v="332" actId="1036"/>
          <ac:spMkLst>
            <pc:docMk/>
            <pc:sldMk cId="434497636" sldId="348"/>
            <ac:spMk id="19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4T17:22:58.825" v="303" actId="478"/>
          <ac:spMkLst>
            <pc:docMk/>
            <pc:sldMk cId="434497636" sldId="348"/>
            <ac:spMk id="21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23:05.988" v="305" actId="478"/>
          <ac:spMkLst>
            <pc:docMk/>
            <pc:sldMk cId="434497636" sldId="348"/>
            <ac:spMk id="23" creationId="{72A86601-7B9C-F9F6-5604-2455DAE19E61}"/>
          </ac:spMkLst>
        </pc:spChg>
        <pc:spChg chg="del mod">
          <ac:chgData name="Naimish Vadodariya" userId="d2e325c0593a319e" providerId="LiveId" clId="{C5D15607-3D89-4432-AEBA-7EDDE20FB0FE}" dt="2022-07-14T17:22:56.841" v="302" actId="478"/>
          <ac:spMkLst>
            <pc:docMk/>
            <pc:sldMk cId="434497636" sldId="348"/>
            <ac:spMk id="27" creationId="{72A86601-7B9C-F9F6-5604-2455DAE19E61}"/>
          </ac:spMkLst>
        </pc:spChg>
        <pc:picChg chg="add mod">
          <ac:chgData name="Naimish Vadodariya" userId="d2e325c0593a319e" providerId="LiveId" clId="{C5D15607-3D89-4432-AEBA-7EDDE20FB0FE}" dt="2022-07-14T17:25:00.578" v="332" actId="1036"/>
          <ac:picMkLst>
            <pc:docMk/>
            <pc:sldMk cId="434497636" sldId="348"/>
            <ac:picMk id="4" creationId="{3F2BCC9E-F3C4-866E-9808-E3822D192EFE}"/>
          </ac:picMkLst>
        </pc:picChg>
        <pc:picChg chg="del">
          <ac:chgData name="Naimish Vadodariya" userId="d2e325c0593a319e" providerId="LiveId" clId="{C5D15607-3D89-4432-AEBA-7EDDE20FB0FE}" dt="2022-07-14T17:23:12.520" v="308" actId="478"/>
          <ac:picMkLst>
            <pc:docMk/>
            <pc:sldMk cId="434497636" sldId="348"/>
            <ac:picMk id="6" creationId="{44B127CF-A2B4-C301-5C23-6FA165059264}"/>
          </ac:picMkLst>
        </pc:picChg>
        <pc:picChg chg="del">
          <ac:chgData name="Naimish Vadodariya" userId="d2e325c0593a319e" providerId="LiveId" clId="{C5D15607-3D89-4432-AEBA-7EDDE20FB0FE}" dt="2022-07-14T17:23:04.207" v="304" actId="478"/>
          <ac:picMkLst>
            <pc:docMk/>
            <pc:sldMk cId="434497636" sldId="348"/>
            <ac:picMk id="15" creationId="{9E8B019E-3F26-E8ED-16FD-24166CF9D405}"/>
          </ac:picMkLst>
        </pc:picChg>
        <pc:picChg chg="del">
          <ac:chgData name="Naimish Vadodariya" userId="d2e325c0593a319e" providerId="LiveId" clId="{C5D15607-3D89-4432-AEBA-7EDDE20FB0FE}" dt="2022-07-14T17:23:07.327" v="306" actId="478"/>
          <ac:picMkLst>
            <pc:docMk/>
            <pc:sldMk cId="434497636" sldId="348"/>
            <ac:picMk id="20" creationId="{195C1E1A-4118-D8D2-4424-2FD7E5ADD5CF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8T02:34:57.327" v="1910" actId="20577"/>
        <pc:sldMkLst>
          <pc:docMk/>
          <pc:sldMk cId="2709924892" sldId="349"/>
        </pc:sldMkLst>
        <pc:spChg chg="mod">
          <ac:chgData name="Naimish Vadodariya" userId="d2e325c0593a319e" providerId="LiveId" clId="{C5D15607-3D89-4432-AEBA-7EDDE20FB0FE}" dt="2022-07-14T16:59:11.307" v="7" actId="20577"/>
          <ac:spMkLst>
            <pc:docMk/>
            <pc:sldMk cId="2709924892" sldId="349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7:07:33.665" v="50" actId="478"/>
          <ac:spMkLst>
            <pc:docMk/>
            <pc:sldMk cId="2709924892" sldId="349"/>
            <ac:spMk id="5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07:35.634" v="51" actId="478"/>
          <ac:spMkLst>
            <pc:docMk/>
            <pc:sldMk cId="2709924892" sldId="349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09:06.188" v="140" actId="123"/>
          <ac:spMkLst>
            <pc:docMk/>
            <pc:sldMk cId="2709924892" sldId="349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07:38.532" v="52" actId="478"/>
          <ac:spMkLst>
            <pc:docMk/>
            <pc:sldMk cId="2709924892" sldId="349"/>
            <ac:spMk id="14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09:53.168" v="188" actId="1076"/>
          <ac:spMkLst>
            <pc:docMk/>
            <pc:sldMk cId="2709924892" sldId="349"/>
            <ac:spMk id="17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10:00.246" v="189" actId="554"/>
          <ac:spMkLst>
            <pc:docMk/>
            <pc:sldMk cId="2709924892" sldId="349"/>
            <ac:spMk id="18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10:45.409" v="207" actId="1037"/>
          <ac:spMkLst>
            <pc:docMk/>
            <pc:sldMk cId="2709924892" sldId="349"/>
            <ac:spMk id="19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8T02:34:57.327" v="1910" actId="20577"/>
          <ac:spMkLst>
            <pc:docMk/>
            <pc:sldMk cId="2709924892" sldId="349"/>
            <ac:spMk id="21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4T17:13:40.072" v="239" actId="1076"/>
          <ac:spMkLst>
            <pc:docMk/>
            <pc:sldMk cId="2709924892" sldId="349"/>
            <ac:spMk id="23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4T17:13:40.072" v="239" actId="1076"/>
          <ac:spMkLst>
            <pc:docMk/>
            <pc:sldMk cId="2709924892" sldId="349"/>
            <ac:spMk id="27" creationId="{72A86601-7B9C-F9F6-5604-2455DAE19E61}"/>
          </ac:spMkLst>
        </pc:spChg>
        <pc:picChg chg="add mod">
          <ac:chgData name="Naimish Vadodariya" userId="d2e325c0593a319e" providerId="LiveId" clId="{C5D15607-3D89-4432-AEBA-7EDDE20FB0FE}" dt="2022-07-14T17:10:45.409" v="207" actId="1037"/>
          <ac:picMkLst>
            <pc:docMk/>
            <pc:sldMk cId="2709924892" sldId="349"/>
            <ac:picMk id="4" creationId="{200E17A6-3EDA-E9DC-6ADB-335240150C0B}"/>
          </ac:picMkLst>
        </pc:picChg>
        <pc:picChg chg="del mod">
          <ac:chgData name="Naimish Vadodariya" userId="d2e325c0593a319e" providerId="LiveId" clId="{C5D15607-3D89-4432-AEBA-7EDDE20FB0FE}" dt="2022-07-14T17:10:11.031" v="191" actId="478"/>
          <ac:picMkLst>
            <pc:docMk/>
            <pc:sldMk cId="2709924892" sldId="349"/>
            <ac:picMk id="6" creationId="{44B127CF-A2B4-C301-5C23-6FA165059264}"/>
          </ac:picMkLst>
        </pc:picChg>
        <pc:picChg chg="add del mod">
          <ac:chgData name="Naimish Vadodariya" userId="d2e325c0593a319e" providerId="LiveId" clId="{C5D15607-3D89-4432-AEBA-7EDDE20FB0FE}" dt="2022-07-14T17:15:00.916" v="240" actId="478"/>
          <ac:picMkLst>
            <pc:docMk/>
            <pc:sldMk cId="2709924892" sldId="349"/>
            <ac:picMk id="9" creationId="{E0EC2131-4C9C-9DE2-1E4E-26A62AE95F13}"/>
          </ac:picMkLst>
        </pc:picChg>
        <pc:picChg chg="del mod">
          <ac:chgData name="Naimish Vadodariya" userId="d2e325c0593a319e" providerId="LiveId" clId="{C5D15607-3D89-4432-AEBA-7EDDE20FB0FE}" dt="2022-07-14T17:12:24.951" v="211" actId="478"/>
          <ac:picMkLst>
            <pc:docMk/>
            <pc:sldMk cId="2709924892" sldId="349"/>
            <ac:picMk id="15" creationId="{9E8B019E-3F26-E8ED-16FD-24166CF9D405}"/>
          </ac:picMkLst>
        </pc:picChg>
        <pc:picChg chg="add mod">
          <ac:chgData name="Naimish Vadodariya" userId="d2e325c0593a319e" providerId="LiveId" clId="{C5D15607-3D89-4432-AEBA-7EDDE20FB0FE}" dt="2022-07-14T17:15:09.929" v="243" actId="14100"/>
          <ac:picMkLst>
            <pc:docMk/>
            <pc:sldMk cId="2709924892" sldId="349"/>
            <ac:picMk id="16" creationId="{4EA2770F-EF68-9B12-EB9D-3A695150C287}"/>
          </ac:picMkLst>
        </pc:picChg>
        <pc:picChg chg="del">
          <ac:chgData name="Naimish Vadodariya" userId="d2e325c0593a319e" providerId="LiveId" clId="{C5D15607-3D89-4432-AEBA-7EDDE20FB0FE}" dt="2022-07-14T17:07:39.313" v="53" actId="478"/>
          <ac:picMkLst>
            <pc:docMk/>
            <pc:sldMk cId="2709924892" sldId="349"/>
            <ac:picMk id="20" creationId="{195C1E1A-4118-D8D2-4424-2FD7E5ADD5CF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4T17:32:10.925" v="369" actId="14100"/>
        <pc:sldMkLst>
          <pc:docMk/>
          <pc:sldMk cId="3258211627" sldId="350"/>
        </pc:sldMkLst>
        <pc:spChg chg="mod">
          <ac:chgData name="Naimish Vadodariya" userId="d2e325c0593a319e" providerId="LiveId" clId="{C5D15607-3D89-4432-AEBA-7EDDE20FB0FE}" dt="2022-07-14T17:27:54.159" v="344" actId="20577"/>
          <ac:spMkLst>
            <pc:docMk/>
            <pc:sldMk cId="3258211627" sldId="350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4T17:30:15.186" v="359" actId="1582"/>
          <ac:spMkLst>
            <pc:docMk/>
            <pc:sldMk cId="3258211627" sldId="350"/>
            <ac:spMk id="6" creationId="{BED2EAB1-4283-20F6-F589-2A40D1CA6BF9}"/>
          </ac:spMkLst>
        </pc:spChg>
        <pc:spChg chg="mod">
          <ac:chgData name="Naimish Vadodariya" userId="d2e325c0593a319e" providerId="LiveId" clId="{C5D15607-3D89-4432-AEBA-7EDDE20FB0FE}" dt="2022-07-14T17:32:10.925" v="369" actId="14100"/>
          <ac:spMkLst>
            <pc:docMk/>
            <pc:sldMk cId="3258211627" sldId="350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4T17:31:25.578" v="367" actId="20577"/>
          <ac:spMkLst>
            <pc:docMk/>
            <pc:sldMk cId="3258211627" sldId="350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7:28:30.795" v="348" actId="20577"/>
          <ac:spMkLst>
            <pc:docMk/>
            <pc:sldMk cId="3258211627" sldId="350"/>
            <ac:spMk id="17" creationId="{C4A6F3DF-2EB8-43CF-3795-79063F5A0067}"/>
          </ac:spMkLst>
        </pc:spChg>
        <pc:picChg chg="del">
          <ac:chgData name="Naimish Vadodariya" userId="d2e325c0593a319e" providerId="LiveId" clId="{C5D15607-3D89-4432-AEBA-7EDDE20FB0FE}" dt="2022-07-14T17:29:03.729" v="349" actId="478"/>
          <ac:picMkLst>
            <pc:docMk/>
            <pc:sldMk cId="3258211627" sldId="350"/>
            <ac:picMk id="4" creationId="{3F2BCC9E-F3C4-866E-9808-E3822D192EFE}"/>
          </ac:picMkLst>
        </pc:picChg>
        <pc:picChg chg="add mod">
          <ac:chgData name="Naimish Vadodariya" userId="d2e325c0593a319e" providerId="LiveId" clId="{C5D15607-3D89-4432-AEBA-7EDDE20FB0FE}" dt="2022-07-14T17:29:31.257" v="353" actId="14100"/>
          <ac:picMkLst>
            <pc:docMk/>
            <pc:sldMk cId="3258211627" sldId="350"/>
            <ac:picMk id="5" creationId="{2023D4DB-0CB3-CD59-19FB-3BC51C76336D}"/>
          </ac:picMkLst>
        </pc:picChg>
      </pc:sldChg>
      <pc:sldChg chg="addSp delSp modSp add mod addAnim delAnim modAnim">
        <pc:chgData name="Naimish Vadodariya" userId="d2e325c0593a319e" providerId="LiveId" clId="{C5D15607-3D89-4432-AEBA-7EDDE20FB0FE}" dt="2022-07-14T17:56:43.356" v="655"/>
        <pc:sldMkLst>
          <pc:docMk/>
          <pc:sldMk cId="2767398587" sldId="351"/>
        </pc:sldMkLst>
        <pc:spChg chg="mod">
          <ac:chgData name="Naimish Vadodariya" userId="d2e325c0593a319e" providerId="LiveId" clId="{C5D15607-3D89-4432-AEBA-7EDDE20FB0FE}" dt="2022-07-14T17:34:01.561" v="378" actId="20577"/>
          <ac:spMkLst>
            <pc:docMk/>
            <pc:sldMk cId="2767398587" sldId="351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4T17:56:24.989" v="651" actId="1036"/>
          <ac:spMkLst>
            <pc:docMk/>
            <pc:sldMk cId="2767398587" sldId="351"/>
            <ac:spMk id="5" creationId="{48662EDF-3990-3D63-09E7-465DB409DD95}"/>
          </ac:spMkLst>
        </pc:spChg>
        <pc:spChg chg="mod">
          <ac:chgData name="Naimish Vadodariya" userId="d2e325c0593a319e" providerId="LiveId" clId="{C5D15607-3D89-4432-AEBA-7EDDE20FB0FE}" dt="2022-07-14T17:41:07.153" v="409" actId="14100"/>
          <ac:spMkLst>
            <pc:docMk/>
            <pc:sldMk cId="2767398587" sldId="351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4T17:35:16.469" v="407" actId="20577"/>
          <ac:spMkLst>
            <pc:docMk/>
            <pc:sldMk cId="2767398587" sldId="351"/>
            <ac:spMk id="13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4T17:41:13.753" v="411" actId="478"/>
          <ac:spMkLst>
            <pc:docMk/>
            <pc:sldMk cId="2767398587" sldId="351"/>
            <ac:spMk id="17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4T17:41:11.657" v="410" actId="478"/>
          <ac:spMkLst>
            <pc:docMk/>
            <pc:sldMk cId="2767398587" sldId="351"/>
            <ac:spMk id="18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4T17:41:15.989" v="412" actId="478"/>
          <ac:spMkLst>
            <pc:docMk/>
            <pc:sldMk cId="2767398587" sldId="351"/>
            <ac:spMk id="19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4T17:42:34.832" v="425" actId="14100"/>
          <ac:spMkLst>
            <pc:docMk/>
            <pc:sldMk cId="2767398587" sldId="351"/>
            <ac:spMk id="20" creationId="{CD91C41C-8AF5-E5EA-AF59-B100830EB102}"/>
          </ac:spMkLst>
        </pc:spChg>
        <pc:spChg chg="del">
          <ac:chgData name="Naimish Vadodariya" userId="d2e325c0593a319e" providerId="LiveId" clId="{C5D15607-3D89-4432-AEBA-7EDDE20FB0FE}" dt="2022-07-14T17:41:19.538" v="414" actId="478"/>
          <ac:spMkLst>
            <pc:docMk/>
            <pc:sldMk cId="2767398587" sldId="351"/>
            <ac:spMk id="21" creationId="{C4A6F3DF-2EB8-43CF-3795-79063F5A0067}"/>
          </ac:spMkLst>
        </pc:spChg>
        <pc:spChg chg="add mod">
          <ac:chgData name="Naimish Vadodariya" userId="d2e325c0593a319e" providerId="LiveId" clId="{C5D15607-3D89-4432-AEBA-7EDDE20FB0FE}" dt="2022-07-14T17:56:29.203" v="652" actId="1036"/>
          <ac:spMkLst>
            <pc:docMk/>
            <pc:sldMk cId="2767398587" sldId="351"/>
            <ac:spMk id="22" creationId="{47242BCB-2A76-98F1-5C35-589A8BE3A012}"/>
          </ac:spMkLst>
        </pc:spChg>
        <pc:spChg chg="del">
          <ac:chgData name="Naimish Vadodariya" userId="d2e325c0593a319e" providerId="LiveId" clId="{C5D15607-3D89-4432-AEBA-7EDDE20FB0FE}" dt="2022-07-14T17:41:24.277" v="417" actId="478"/>
          <ac:spMkLst>
            <pc:docMk/>
            <pc:sldMk cId="2767398587" sldId="351"/>
            <ac:spMk id="23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4T17:56:14.850" v="650" actId="1035"/>
          <ac:spMkLst>
            <pc:docMk/>
            <pc:sldMk cId="2767398587" sldId="351"/>
            <ac:spMk id="24" creationId="{182603D4-5713-3CE5-6F29-73A51B5D1404}"/>
          </ac:spMkLst>
        </pc:spChg>
        <pc:spChg chg="del">
          <ac:chgData name="Naimish Vadodariya" userId="d2e325c0593a319e" providerId="LiveId" clId="{C5D15607-3D89-4432-AEBA-7EDDE20FB0FE}" dt="2022-07-14T17:41:20.944" v="415" actId="478"/>
          <ac:spMkLst>
            <pc:docMk/>
            <pc:sldMk cId="2767398587" sldId="351"/>
            <ac:spMk id="27" creationId="{72A86601-7B9C-F9F6-5604-2455DAE19E61}"/>
          </ac:spMkLst>
        </pc:spChg>
        <pc:graphicFrameChg chg="add del">
          <ac:chgData name="Naimish Vadodariya" userId="d2e325c0593a319e" providerId="LiveId" clId="{C5D15607-3D89-4432-AEBA-7EDDE20FB0FE}" dt="2022-07-14T17:41:46.213" v="419" actId="3680"/>
          <ac:graphicFrameMkLst>
            <pc:docMk/>
            <pc:sldMk cId="2767398587" sldId="351"/>
            <ac:graphicFrameMk id="3" creationId="{2F0891EB-BF87-BFAC-7BBD-ECCE4B45EBBF}"/>
          </ac:graphicFrameMkLst>
        </pc:graphicFrameChg>
        <pc:graphicFrameChg chg="add mod modGraphic">
          <ac:chgData name="Naimish Vadodariya" userId="d2e325c0593a319e" providerId="LiveId" clId="{C5D15607-3D89-4432-AEBA-7EDDE20FB0FE}" dt="2022-07-14T17:54:51.028" v="634" actId="255"/>
          <ac:graphicFrameMkLst>
            <pc:docMk/>
            <pc:sldMk cId="2767398587" sldId="351"/>
            <ac:graphicFrameMk id="15" creationId="{B267EDDA-FF24-1989-6699-4B7A7B721C7D}"/>
          </ac:graphicFrameMkLst>
        </pc:graphicFrameChg>
        <pc:picChg chg="del">
          <ac:chgData name="Naimish Vadodariya" userId="d2e325c0593a319e" providerId="LiveId" clId="{C5D15607-3D89-4432-AEBA-7EDDE20FB0FE}" dt="2022-07-14T17:41:17.238" v="413" actId="478"/>
          <ac:picMkLst>
            <pc:docMk/>
            <pc:sldMk cId="2767398587" sldId="351"/>
            <ac:picMk id="4" creationId="{200E17A6-3EDA-E9DC-6ADB-335240150C0B}"/>
          </ac:picMkLst>
        </pc:picChg>
        <pc:picChg chg="del">
          <ac:chgData name="Naimish Vadodariya" userId="d2e325c0593a319e" providerId="LiveId" clId="{C5D15607-3D89-4432-AEBA-7EDDE20FB0FE}" dt="2022-07-14T17:41:22.164" v="416" actId="478"/>
          <ac:picMkLst>
            <pc:docMk/>
            <pc:sldMk cId="2767398587" sldId="351"/>
            <ac:picMk id="16" creationId="{4EA2770F-EF68-9B12-EB9D-3A695150C287}"/>
          </ac:picMkLst>
        </pc:picChg>
      </pc:sldChg>
      <pc:sldChg chg="delSp modSp add mod delAnim modAnim">
        <pc:chgData name="Naimish Vadodariya" userId="d2e325c0593a319e" providerId="LiveId" clId="{C5D15607-3D89-4432-AEBA-7EDDE20FB0FE}" dt="2022-07-14T18:11:35.722" v="844" actId="20577"/>
        <pc:sldMkLst>
          <pc:docMk/>
          <pc:sldMk cId="3413931405" sldId="352"/>
        </pc:sldMkLst>
        <pc:spChg chg="mod">
          <ac:chgData name="Naimish Vadodariya" userId="d2e325c0593a319e" providerId="LiveId" clId="{C5D15607-3D89-4432-AEBA-7EDDE20FB0FE}" dt="2022-07-14T17:59:41.976" v="660" actId="20577"/>
          <ac:spMkLst>
            <pc:docMk/>
            <pc:sldMk cId="3413931405" sldId="352"/>
            <ac:spMk id="2" creationId="{095EF1AA-B384-4B3C-AA64-26D31B983DC1}"/>
          </ac:spMkLst>
        </pc:spChg>
        <pc:spChg chg="del">
          <ac:chgData name="Naimish Vadodariya" userId="d2e325c0593a319e" providerId="LiveId" clId="{C5D15607-3D89-4432-AEBA-7EDDE20FB0FE}" dt="2022-07-14T18:03:33.321" v="724" actId="478"/>
          <ac:spMkLst>
            <pc:docMk/>
            <pc:sldMk cId="3413931405" sldId="352"/>
            <ac:spMk id="5" creationId="{48662EDF-3990-3D63-09E7-465DB409DD95}"/>
          </ac:spMkLst>
        </pc:spChg>
        <pc:spChg chg="mod">
          <ac:chgData name="Naimish Vadodariya" userId="d2e325c0593a319e" providerId="LiveId" clId="{C5D15607-3D89-4432-AEBA-7EDDE20FB0FE}" dt="2022-07-14T18:04:12.037" v="737" actId="20577"/>
          <ac:spMkLst>
            <pc:docMk/>
            <pc:sldMk cId="3413931405" sldId="352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8:01:48.929" v="721" actId="1035"/>
          <ac:spMkLst>
            <pc:docMk/>
            <pc:sldMk cId="3413931405" sldId="352"/>
            <ac:spMk id="20" creationId="{CD91C41C-8AF5-E5EA-AF59-B100830EB102}"/>
          </ac:spMkLst>
        </pc:spChg>
        <pc:spChg chg="del">
          <ac:chgData name="Naimish Vadodariya" userId="d2e325c0593a319e" providerId="LiveId" clId="{C5D15607-3D89-4432-AEBA-7EDDE20FB0FE}" dt="2022-07-14T18:03:34.945" v="725" actId="478"/>
          <ac:spMkLst>
            <pc:docMk/>
            <pc:sldMk cId="3413931405" sldId="352"/>
            <ac:spMk id="22" creationId="{47242BCB-2A76-98F1-5C35-589A8BE3A012}"/>
          </ac:spMkLst>
        </pc:spChg>
        <pc:spChg chg="del">
          <ac:chgData name="Naimish Vadodariya" userId="d2e325c0593a319e" providerId="LiveId" clId="{C5D15607-3D89-4432-AEBA-7EDDE20FB0FE}" dt="2022-07-14T18:03:36.476" v="726" actId="478"/>
          <ac:spMkLst>
            <pc:docMk/>
            <pc:sldMk cId="3413931405" sldId="352"/>
            <ac:spMk id="24" creationId="{182603D4-5713-3CE5-6F29-73A51B5D1404}"/>
          </ac:spMkLst>
        </pc:spChg>
        <pc:graphicFrameChg chg="mod modGraphic">
          <ac:chgData name="Naimish Vadodariya" userId="d2e325c0593a319e" providerId="LiveId" clId="{C5D15607-3D89-4432-AEBA-7EDDE20FB0FE}" dt="2022-07-14T18:11:35.722" v="844" actId="20577"/>
          <ac:graphicFrameMkLst>
            <pc:docMk/>
            <pc:sldMk cId="3413931405" sldId="352"/>
            <ac:graphicFrameMk id="15" creationId="{B267EDDA-FF24-1989-6699-4B7A7B721C7D}"/>
          </ac:graphicFrameMkLst>
        </pc:graphicFrameChg>
      </pc:sldChg>
      <pc:sldChg chg="addSp delSp modSp add mod addAnim delAnim modAnim">
        <pc:chgData name="Naimish Vadodariya" userId="d2e325c0593a319e" providerId="LiveId" clId="{C5D15607-3D89-4432-AEBA-7EDDE20FB0FE}" dt="2022-07-14T18:14:58.793" v="865" actId="20577"/>
        <pc:sldMkLst>
          <pc:docMk/>
          <pc:sldMk cId="4107172736" sldId="353"/>
        </pc:sldMkLst>
        <pc:spChg chg="mod">
          <ac:chgData name="Naimish Vadodariya" userId="d2e325c0593a319e" providerId="LiveId" clId="{C5D15607-3D89-4432-AEBA-7EDDE20FB0FE}" dt="2022-07-14T18:08:34.703" v="800" actId="20577"/>
          <ac:spMkLst>
            <pc:docMk/>
            <pc:sldMk cId="4107172736" sldId="353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4T18:10:31.781" v="827" actId="2710"/>
          <ac:spMkLst>
            <pc:docMk/>
            <pc:sldMk cId="4107172736" sldId="353"/>
            <ac:spMk id="1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14T18:10:41.952" v="834" actId="1036"/>
          <ac:spMkLst>
            <pc:docMk/>
            <pc:sldMk cId="4107172736" sldId="353"/>
            <ac:spMk id="20" creationId="{CD91C41C-8AF5-E5EA-AF59-B100830EB102}"/>
          </ac:spMkLst>
        </pc:spChg>
        <pc:graphicFrameChg chg="add del mod modGraphic">
          <ac:chgData name="Naimish Vadodariya" userId="d2e325c0593a319e" providerId="LiveId" clId="{C5D15607-3D89-4432-AEBA-7EDDE20FB0FE}" dt="2022-07-14T18:14:58.793" v="865" actId="20577"/>
          <ac:graphicFrameMkLst>
            <pc:docMk/>
            <pc:sldMk cId="4107172736" sldId="353"/>
            <ac:graphicFrameMk id="15" creationId="{B267EDDA-FF24-1989-6699-4B7A7B721C7D}"/>
          </ac:graphicFrameMkLst>
        </pc:graphicFrameChg>
      </pc:sldChg>
      <pc:sldChg chg="modSp add mod">
        <pc:chgData name="Naimish Vadodariya" userId="d2e325c0593a319e" providerId="LiveId" clId="{C5D15607-3D89-4432-AEBA-7EDDE20FB0FE}" dt="2022-07-14T18:15:56.149" v="887" actId="20577"/>
        <pc:sldMkLst>
          <pc:docMk/>
          <pc:sldMk cId="4185250179" sldId="354"/>
        </pc:sldMkLst>
        <pc:spChg chg="mod">
          <ac:chgData name="Naimish Vadodariya" userId="d2e325c0593a319e" providerId="LiveId" clId="{C5D15607-3D89-4432-AEBA-7EDDE20FB0FE}" dt="2022-07-14T18:15:56.149" v="887" actId="20577"/>
          <ac:spMkLst>
            <pc:docMk/>
            <pc:sldMk cId="4185250179" sldId="354"/>
            <ac:spMk id="2" creationId="{54D792E8-8838-4744-A7DD-92B0ED18307B}"/>
          </ac:spMkLst>
        </pc:spChg>
        <pc:spChg chg="mod">
          <ac:chgData name="Naimish Vadodariya" userId="d2e325c0593a319e" providerId="LiveId" clId="{C5D15607-3D89-4432-AEBA-7EDDE20FB0FE}" dt="2022-07-14T18:15:32.902" v="868" actId="20577"/>
          <ac:spMkLst>
            <pc:docMk/>
            <pc:sldMk cId="4185250179" sldId="354"/>
            <ac:spMk id="3" creationId="{6C915463-E8EE-4502-8261-E337007EFAAF}"/>
          </ac:spMkLst>
        </pc:spChg>
      </pc:sldChg>
      <pc:sldChg chg="modSp mod">
        <pc:chgData name="Naimish Vadodariya" userId="d2e325c0593a319e" providerId="LiveId" clId="{C5D15607-3D89-4432-AEBA-7EDDE20FB0FE}" dt="2022-07-15T12:14:46.575" v="892"/>
        <pc:sldMkLst>
          <pc:docMk/>
          <pc:sldMk cId="3121768446" sldId="355"/>
        </pc:sldMkLst>
        <pc:graphicFrameChg chg="modGraphic">
          <ac:chgData name="Naimish Vadodariya" userId="d2e325c0593a319e" providerId="LiveId" clId="{C5D15607-3D89-4432-AEBA-7EDDE20FB0FE}" dt="2022-07-15T12:14:46.575" v="892"/>
          <ac:graphicFrameMkLst>
            <pc:docMk/>
            <pc:sldMk cId="3121768446" sldId="355"/>
            <ac:graphicFrameMk id="15" creationId="{B267EDDA-FF24-1989-6699-4B7A7B721C7D}"/>
          </ac:graphicFrameMkLst>
        </pc:graphicFrameChg>
      </pc:sldChg>
      <pc:sldChg chg="mod modShow">
        <pc:chgData name="Naimish Vadodariya" userId="d2e325c0593a319e" providerId="LiveId" clId="{C5D15607-3D89-4432-AEBA-7EDDE20FB0FE}" dt="2022-07-17T11:34:12.472" v="893" actId="729"/>
        <pc:sldMkLst>
          <pc:docMk/>
          <pc:sldMk cId="101626912" sldId="357"/>
        </pc:sldMkLst>
      </pc:sldChg>
      <pc:sldChg chg="mod modShow">
        <pc:chgData name="Naimish Vadodariya" userId="d2e325c0593a319e" providerId="LiveId" clId="{C5D15607-3D89-4432-AEBA-7EDDE20FB0FE}" dt="2022-07-17T11:34:16.283" v="894" actId="729"/>
        <pc:sldMkLst>
          <pc:docMk/>
          <pc:sldMk cId="4008127552" sldId="358"/>
        </pc:sldMkLst>
      </pc:sldChg>
      <pc:sldChg chg="addSp delSp modSp add mod delAnim modAnim">
        <pc:chgData name="Naimish Vadodariya" userId="d2e325c0593a319e" providerId="LiveId" clId="{C5D15607-3D89-4432-AEBA-7EDDE20FB0FE}" dt="2022-07-18T14:41:12.250" v="2716" actId="1076"/>
        <pc:sldMkLst>
          <pc:docMk/>
          <pc:sldMk cId="1836258414" sldId="359"/>
        </pc:sldMkLst>
        <pc:spChg chg="mod">
          <ac:chgData name="Naimish Vadodariya" userId="d2e325c0593a319e" providerId="LiveId" clId="{C5D15607-3D89-4432-AEBA-7EDDE20FB0FE}" dt="2022-07-17T11:46:48.734" v="906" actId="20577"/>
          <ac:spMkLst>
            <pc:docMk/>
            <pc:sldMk cId="1836258414" sldId="359"/>
            <ac:spMk id="2" creationId="{095EF1AA-B384-4B3C-AA64-26D31B983DC1}"/>
          </ac:spMkLst>
        </pc:spChg>
        <pc:spChg chg="add mod ord">
          <ac:chgData name="Naimish Vadodariya" userId="d2e325c0593a319e" providerId="LiveId" clId="{C5D15607-3D89-4432-AEBA-7EDDE20FB0FE}" dt="2022-07-18T14:41:12.250" v="2716" actId="1076"/>
          <ac:spMkLst>
            <pc:docMk/>
            <pc:sldMk cId="1836258414" sldId="359"/>
            <ac:spMk id="3" creationId="{BE26ECB9-C970-C9F3-EE8A-5DD4082065B0}"/>
          </ac:spMkLst>
        </pc:spChg>
        <pc:spChg chg="add del mod">
          <ac:chgData name="Naimish Vadodariya" userId="d2e325c0593a319e" providerId="LiveId" clId="{C5D15607-3D89-4432-AEBA-7EDDE20FB0FE}" dt="2022-07-17T11:46:56.574" v="908" actId="478"/>
          <ac:spMkLst>
            <pc:docMk/>
            <pc:sldMk cId="1836258414" sldId="359"/>
            <ac:spMk id="4" creationId="{7C0B98F8-4864-5279-99C7-6E94044DC454}"/>
          </ac:spMkLst>
        </pc:spChg>
        <pc:spChg chg="del">
          <ac:chgData name="Naimish Vadodariya" userId="d2e325c0593a319e" providerId="LiveId" clId="{C5D15607-3D89-4432-AEBA-7EDDE20FB0FE}" dt="2022-07-17T11:46:59.064" v="909" actId="478"/>
          <ac:spMkLst>
            <pc:docMk/>
            <pc:sldMk cId="1836258414" sldId="359"/>
            <ac:spMk id="7" creationId="{7D686476-1D82-8EE3-E563-765E88628882}"/>
          </ac:spMkLst>
        </pc:spChg>
        <pc:spChg chg="add mod">
          <ac:chgData name="Naimish Vadodariya" userId="d2e325c0593a319e" providerId="LiveId" clId="{C5D15607-3D89-4432-AEBA-7EDDE20FB0FE}" dt="2022-07-18T14:40:45.838" v="2712" actId="14100"/>
          <ac:spMkLst>
            <pc:docMk/>
            <pc:sldMk cId="1836258414" sldId="359"/>
            <ac:spMk id="7" creationId="{A69EC083-3514-E006-73B0-A2FC1045D87A}"/>
          </ac:spMkLst>
        </pc:spChg>
        <pc:spChg chg="del">
          <ac:chgData name="Naimish Vadodariya" userId="d2e325c0593a319e" providerId="LiveId" clId="{C5D15607-3D89-4432-AEBA-7EDDE20FB0FE}" dt="2022-07-17T11:47:00.193" v="910" actId="478"/>
          <ac:spMkLst>
            <pc:docMk/>
            <pc:sldMk cId="1836258414" sldId="359"/>
            <ac:spMk id="8" creationId="{84133D07-2923-B6B5-951D-05DD78914046}"/>
          </ac:spMkLst>
        </pc:spChg>
        <pc:spChg chg="add mod">
          <ac:chgData name="Naimish Vadodariya" userId="d2e325c0593a319e" providerId="LiveId" clId="{C5D15607-3D89-4432-AEBA-7EDDE20FB0FE}" dt="2022-07-18T14:40:59.065" v="2715" actId="14100"/>
          <ac:spMkLst>
            <pc:docMk/>
            <pc:sldMk cId="1836258414" sldId="359"/>
            <ac:spMk id="8" creationId="{BD80C62D-E217-AD7D-C5CD-81C1DCEA840F}"/>
          </ac:spMkLst>
        </pc:spChg>
        <pc:spChg chg="del">
          <ac:chgData name="Naimish Vadodariya" userId="d2e325c0593a319e" providerId="LiveId" clId="{C5D15607-3D89-4432-AEBA-7EDDE20FB0FE}" dt="2022-07-17T11:47:01.139" v="911" actId="478"/>
          <ac:spMkLst>
            <pc:docMk/>
            <pc:sldMk cId="1836258414" sldId="359"/>
            <ac:spMk id="9" creationId="{DAE3FEAE-E40D-4414-22B5-AF71B36386CC}"/>
          </ac:spMkLst>
        </pc:spChg>
        <pc:spChg chg="del">
          <ac:chgData name="Naimish Vadodariya" userId="d2e325c0593a319e" providerId="LiveId" clId="{C5D15607-3D89-4432-AEBA-7EDDE20FB0FE}" dt="2022-07-17T11:47:01.854" v="912" actId="478"/>
          <ac:spMkLst>
            <pc:docMk/>
            <pc:sldMk cId="1836258414" sldId="359"/>
            <ac:spMk id="10" creationId="{C664E500-ABDD-2FED-8C5B-3874C4BAEF9E}"/>
          </ac:spMkLst>
        </pc:spChg>
        <pc:spChg chg="del">
          <ac:chgData name="Naimish Vadodariya" userId="d2e325c0593a319e" providerId="LiveId" clId="{C5D15607-3D89-4432-AEBA-7EDDE20FB0FE}" dt="2022-07-17T11:46:54.404" v="907" actId="478"/>
          <ac:spMkLst>
            <pc:docMk/>
            <pc:sldMk cId="1836258414" sldId="359"/>
            <ac:spMk id="12" creationId="{139A428D-8F15-4206-B337-FA27C005FA71}"/>
          </ac:spMkLst>
        </pc:spChg>
        <pc:spChg chg="mod">
          <ac:chgData name="Naimish Vadodariya" userId="d2e325c0593a319e" providerId="LiveId" clId="{C5D15607-3D89-4432-AEBA-7EDDE20FB0FE}" dt="2022-07-17T11:47:37.529" v="984" actId="20577"/>
          <ac:spMkLst>
            <pc:docMk/>
            <pc:sldMk cId="1836258414" sldId="359"/>
            <ac:spMk id="20" creationId="{CD91C41C-8AF5-E5EA-AF59-B100830EB102}"/>
          </ac:spMkLst>
        </pc:spChg>
        <pc:graphicFrameChg chg="mod modGraphic">
          <ac:chgData name="Naimish Vadodariya" userId="d2e325c0593a319e" providerId="LiveId" clId="{C5D15607-3D89-4432-AEBA-7EDDE20FB0FE}" dt="2022-07-18T03:09:42.727" v="2063" actId="12"/>
          <ac:graphicFrameMkLst>
            <pc:docMk/>
            <pc:sldMk cId="1836258414" sldId="359"/>
            <ac:graphicFrameMk id="15" creationId="{B267EDDA-FF24-1989-6699-4B7A7B721C7D}"/>
          </ac:graphicFrameMkLst>
        </pc:graphicFrameChg>
      </pc:sldChg>
      <pc:sldChg chg="addSp delSp modSp add mod addAnim delAnim modAnim">
        <pc:chgData name="Naimish Vadodariya" userId="d2e325c0593a319e" providerId="LiveId" clId="{C5D15607-3D89-4432-AEBA-7EDDE20FB0FE}" dt="2022-07-18T14:42:47.042" v="2731" actId="14100"/>
        <pc:sldMkLst>
          <pc:docMk/>
          <pc:sldMk cId="301731345" sldId="360"/>
        </pc:sldMkLst>
        <pc:spChg chg="mod">
          <ac:chgData name="Naimish Vadodariya" userId="d2e325c0593a319e" providerId="LiveId" clId="{C5D15607-3D89-4432-AEBA-7EDDE20FB0FE}" dt="2022-07-17T11:57:41.581" v="1097" actId="20577"/>
          <ac:spMkLst>
            <pc:docMk/>
            <pc:sldMk cId="301731345" sldId="360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8T14:42:37.099" v="2728" actId="14100"/>
          <ac:spMkLst>
            <pc:docMk/>
            <pc:sldMk cId="301731345" sldId="360"/>
            <ac:spMk id="6" creationId="{62F37419-70C6-4CF5-815F-CD9DB2C6DD12}"/>
          </ac:spMkLst>
        </pc:spChg>
        <pc:spChg chg="add del">
          <ac:chgData name="Naimish Vadodariya" userId="d2e325c0593a319e" providerId="LiveId" clId="{C5D15607-3D89-4432-AEBA-7EDDE20FB0FE}" dt="2022-07-17T12:12:33.747" v="1575" actId="22"/>
          <ac:spMkLst>
            <pc:docMk/>
            <pc:sldMk cId="301731345" sldId="360"/>
            <ac:spMk id="7" creationId="{15423E51-0D56-16D3-77F4-7481BBF91E62}"/>
          </ac:spMkLst>
        </pc:spChg>
        <pc:spChg chg="add mod">
          <ac:chgData name="Naimish Vadodariya" userId="d2e325c0593a319e" providerId="LiveId" clId="{C5D15607-3D89-4432-AEBA-7EDDE20FB0FE}" dt="2022-07-18T14:42:47.042" v="2731" actId="14100"/>
          <ac:spMkLst>
            <pc:docMk/>
            <pc:sldMk cId="301731345" sldId="360"/>
            <ac:spMk id="7" creationId="{D60C5A2A-0CB0-5318-1704-2AD9AAC8C17A}"/>
          </ac:spMkLst>
        </pc:spChg>
        <pc:graphicFrameChg chg="mod modGraphic">
          <ac:chgData name="Naimish Vadodariya" userId="d2e325c0593a319e" providerId="LiveId" clId="{C5D15607-3D89-4432-AEBA-7EDDE20FB0FE}" dt="2022-07-17T12:11:36.293" v="1567" actId="13219"/>
          <ac:graphicFrameMkLst>
            <pc:docMk/>
            <pc:sldMk cId="301731345" sldId="360"/>
            <ac:graphicFrameMk id="15" creationId="{B267EDDA-FF24-1989-6699-4B7A7B721C7D}"/>
          </ac:graphicFrameMkLst>
        </pc:graphicFrameChg>
      </pc:sldChg>
      <pc:sldChg chg="addSp modSp add mod ord modAnim">
        <pc:chgData name="Naimish Vadodariya" userId="d2e325c0593a319e" providerId="LiveId" clId="{C5D15607-3D89-4432-AEBA-7EDDE20FB0FE}" dt="2022-07-18T14:43:20.818" v="2733"/>
        <pc:sldMkLst>
          <pc:docMk/>
          <pc:sldMk cId="59979010" sldId="361"/>
        </pc:sldMkLst>
        <pc:spChg chg="add mod">
          <ac:chgData name="Naimish Vadodariya" userId="d2e325c0593a319e" providerId="LiveId" clId="{C5D15607-3D89-4432-AEBA-7EDDE20FB0FE}" dt="2022-07-18T14:42:29.559" v="2726" actId="1076"/>
          <ac:spMkLst>
            <pc:docMk/>
            <pc:sldMk cId="59979010" sldId="361"/>
            <ac:spMk id="7" creationId="{2AB77F0C-88A5-78A2-2789-DF4140BAF7D3}"/>
          </ac:spMkLst>
        </pc:spChg>
        <pc:spChg chg="add mod">
          <ac:chgData name="Naimish Vadodariya" userId="d2e325c0593a319e" providerId="LiveId" clId="{C5D15607-3D89-4432-AEBA-7EDDE20FB0FE}" dt="2022-07-18T14:41:38.500" v="2721" actId="1076"/>
          <ac:spMkLst>
            <pc:docMk/>
            <pc:sldMk cId="59979010" sldId="361"/>
            <ac:spMk id="8" creationId="{3DB651FD-74B5-9B43-0B0C-C5B6D6772909}"/>
          </ac:spMkLst>
        </pc:spChg>
        <pc:spChg chg="add mod">
          <ac:chgData name="Naimish Vadodariya" userId="d2e325c0593a319e" providerId="LiveId" clId="{C5D15607-3D89-4432-AEBA-7EDDE20FB0FE}" dt="2022-07-18T14:41:52.202" v="2724" actId="14100"/>
          <ac:spMkLst>
            <pc:docMk/>
            <pc:sldMk cId="59979010" sldId="361"/>
            <ac:spMk id="9" creationId="{F241ED5B-265A-22D8-E937-406B18780341}"/>
          </ac:spMkLst>
        </pc:spChg>
        <pc:graphicFrameChg chg="mod modGraphic">
          <ac:chgData name="Naimish Vadodariya" userId="d2e325c0593a319e" providerId="LiveId" clId="{C5D15607-3D89-4432-AEBA-7EDDE20FB0FE}" dt="2022-07-18T03:14:52.543" v="2094" actId="12"/>
          <ac:graphicFrameMkLst>
            <pc:docMk/>
            <pc:sldMk cId="59979010" sldId="361"/>
            <ac:graphicFrameMk id="15" creationId="{B267EDDA-FF24-1989-6699-4B7A7B721C7D}"/>
          </ac:graphicFrameMkLst>
        </pc:graphicFrameChg>
        <pc:picChg chg="add mod">
          <ac:chgData name="Naimish Vadodariya" userId="d2e325c0593a319e" providerId="LiveId" clId="{C5D15607-3D89-4432-AEBA-7EDDE20FB0FE}" dt="2022-07-18T03:16:14.064" v="2098" actId="1076"/>
          <ac:picMkLst>
            <pc:docMk/>
            <pc:sldMk cId="59979010" sldId="361"/>
            <ac:picMk id="4" creationId="{CEB590EF-8883-8188-D799-579A8C896457}"/>
          </ac:picMkLst>
        </pc:picChg>
      </pc:sldChg>
      <pc:sldChg chg="addSp modSp add mod modAnim">
        <pc:chgData name="Naimish Vadodariya" userId="d2e325c0593a319e" providerId="LiveId" clId="{C5D15607-3D89-4432-AEBA-7EDDE20FB0FE}" dt="2022-07-18T14:45:37.662" v="2751" actId="14100"/>
        <pc:sldMkLst>
          <pc:docMk/>
          <pc:sldMk cId="3785565514" sldId="362"/>
        </pc:sldMkLst>
        <pc:spChg chg="add mod">
          <ac:chgData name="Naimish Vadodariya" userId="d2e325c0593a319e" providerId="LiveId" clId="{C5D15607-3D89-4432-AEBA-7EDDE20FB0FE}" dt="2022-07-18T14:45:25.453" v="2748" actId="14100"/>
          <ac:spMkLst>
            <pc:docMk/>
            <pc:sldMk cId="3785565514" sldId="362"/>
            <ac:spMk id="6" creationId="{1F566772-FE51-4AA8-2B27-82CB9C196B81}"/>
          </ac:spMkLst>
        </pc:spChg>
        <pc:spChg chg="add mod">
          <ac:chgData name="Naimish Vadodariya" userId="d2e325c0593a319e" providerId="LiveId" clId="{C5D15607-3D89-4432-AEBA-7EDDE20FB0FE}" dt="2022-07-18T14:45:32.642" v="2750" actId="14100"/>
          <ac:spMkLst>
            <pc:docMk/>
            <pc:sldMk cId="3785565514" sldId="362"/>
            <ac:spMk id="7" creationId="{89B7709C-2510-D628-5025-E538E954494B}"/>
          </ac:spMkLst>
        </pc:spChg>
        <pc:spChg chg="add mod">
          <ac:chgData name="Naimish Vadodariya" userId="d2e325c0593a319e" providerId="LiveId" clId="{C5D15607-3D89-4432-AEBA-7EDDE20FB0FE}" dt="2022-07-18T14:45:37.662" v="2751" actId="14100"/>
          <ac:spMkLst>
            <pc:docMk/>
            <pc:sldMk cId="3785565514" sldId="362"/>
            <ac:spMk id="8" creationId="{40B22684-6E67-13D6-590B-4C87165A41D8}"/>
          </ac:spMkLst>
        </pc:spChg>
        <pc:spChg chg="add mod">
          <ac:chgData name="Naimish Vadodariya" userId="d2e325c0593a319e" providerId="LiveId" clId="{C5D15607-3D89-4432-AEBA-7EDDE20FB0FE}" dt="2022-07-18T14:44:40.578" v="2744" actId="1076"/>
          <ac:spMkLst>
            <pc:docMk/>
            <pc:sldMk cId="3785565514" sldId="362"/>
            <ac:spMk id="9" creationId="{D7F45244-C535-020A-806A-9847A58EE7FC}"/>
          </ac:spMkLst>
        </pc:spChg>
        <pc:graphicFrameChg chg="mod modGraphic">
          <ac:chgData name="Naimish Vadodariya" userId="d2e325c0593a319e" providerId="LiveId" clId="{C5D15607-3D89-4432-AEBA-7EDDE20FB0FE}" dt="2022-07-18T02:45:25.144" v="1964" actId="20577"/>
          <ac:graphicFrameMkLst>
            <pc:docMk/>
            <pc:sldMk cId="3785565514" sldId="362"/>
            <ac:graphicFrameMk id="15" creationId="{B267EDDA-FF24-1989-6699-4B7A7B721C7D}"/>
          </ac:graphicFrameMkLst>
        </pc:graphicFrameChg>
      </pc:sldChg>
      <pc:sldChg chg="addSp modSp add mod modAnim">
        <pc:chgData name="Naimish Vadodariya" userId="d2e325c0593a319e" providerId="LiveId" clId="{C5D15607-3D89-4432-AEBA-7EDDE20FB0FE}" dt="2022-07-18T14:46:47.887" v="2758" actId="14100"/>
        <pc:sldMkLst>
          <pc:docMk/>
          <pc:sldMk cId="122249993" sldId="363"/>
        </pc:sldMkLst>
        <pc:spChg chg="add mod">
          <ac:chgData name="Naimish Vadodariya" userId="d2e325c0593a319e" providerId="LiveId" clId="{C5D15607-3D89-4432-AEBA-7EDDE20FB0FE}" dt="2022-07-18T14:46:47.887" v="2758" actId="14100"/>
          <ac:spMkLst>
            <pc:docMk/>
            <pc:sldMk cId="122249993" sldId="363"/>
            <ac:spMk id="6" creationId="{C63FCD08-548F-5590-4DBF-AB9CA1C8D2F1}"/>
          </ac:spMkLst>
        </pc:spChg>
        <pc:spChg chg="add mod">
          <ac:chgData name="Naimish Vadodariya" userId="d2e325c0593a319e" providerId="LiveId" clId="{C5D15607-3D89-4432-AEBA-7EDDE20FB0FE}" dt="2022-07-18T14:46:43.593" v="2757" actId="14100"/>
          <ac:spMkLst>
            <pc:docMk/>
            <pc:sldMk cId="122249993" sldId="363"/>
            <ac:spMk id="7" creationId="{DE414BA1-A3A4-0BEC-14D4-04F6E7BD9E3D}"/>
          </ac:spMkLst>
        </pc:spChg>
        <pc:graphicFrameChg chg="mod modGraphic">
          <ac:chgData name="Naimish Vadodariya" userId="d2e325c0593a319e" providerId="LiveId" clId="{C5D15607-3D89-4432-AEBA-7EDDE20FB0FE}" dt="2022-07-18T04:55:40.127" v="2112" actId="20577"/>
          <ac:graphicFrameMkLst>
            <pc:docMk/>
            <pc:sldMk cId="122249993" sldId="363"/>
            <ac:graphicFrameMk id="15" creationId="{B267EDDA-FF24-1989-6699-4B7A7B721C7D}"/>
          </ac:graphicFrameMkLst>
        </pc:graphicFrameChg>
      </pc:sldChg>
      <pc:sldChg chg="addSp modSp add mod modAnim">
        <pc:chgData name="Naimish Vadodariya" userId="d2e325c0593a319e" providerId="LiveId" clId="{C5D15607-3D89-4432-AEBA-7EDDE20FB0FE}" dt="2022-07-18T14:47:50.654" v="2766" actId="14100"/>
        <pc:sldMkLst>
          <pc:docMk/>
          <pc:sldMk cId="1082435962" sldId="364"/>
        </pc:sldMkLst>
        <pc:spChg chg="mod">
          <ac:chgData name="Naimish Vadodariya" userId="d2e325c0593a319e" providerId="LiveId" clId="{C5D15607-3D89-4432-AEBA-7EDDE20FB0FE}" dt="2022-07-18T05:17:22.885" v="2130" actId="20577"/>
          <ac:spMkLst>
            <pc:docMk/>
            <pc:sldMk cId="1082435962" sldId="364"/>
            <ac:spMk id="2" creationId="{095EF1AA-B384-4B3C-AA64-26D31B983DC1}"/>
          </ac:spMkLst>
        </pc:spChg>
        <pc:spChg chg="add mod">
          <ac:chgData name="Naimish Vadodariya" userId="d2e325c0593a319e" providerId="LiveId" clId="{C5D15607-3D89-4432-AEBA-7EDDE20FB0FE}" dt="2022-07-18T14:47:22.742" v="2760" actId="1076"/>
          <ac:spMkLst>
            <pc:docMk/>
            <pc:sldMk cId="1082435962" sldId="364"/>
            <ac:spMk id="6" creationId="{07243A7C-2D95-BA6B-38FC-B226572F68F1}"/>
          </ac:spMkLst>
        </pc:spChg>
        <pc:spChg chg="add mod">
          <ac:chgData name="Naimish Vadodariya" userId="d2e325c0593a319e" providerId="LiveId" clId="{C5D15607-3D89-4432-AEBA-7EDDE20FB0FE}" dt="2022-07-18T14:47:39.276" v="2763" actId="14100"/>
          <ac:spMkLst>
            <pc:docMk/>
            <pc:sldMk cId="1082435962" sldId="364"/>
            <ac:spMk id="7" creationId="{F29DD3A8-3505-CF35-6DEB-61D349249512}"/>
          </ac:spMkLst>
        </pc:spChg>
        <pc:spChg chg="add mod">
          <ac:chgData name="Naimish Vadodariya" userId="d2e325c0593a319e" providerId="LiveId" clId="{C5D15607-3D89-4432-AEBA-7EDDE20FB0FE}" dt="2022-07-18T14:47:50.654" v="2766" actId="14100"/>
          <ac:spMkLst>
            <pc:docMk/>
            <pc:sldMk cId="1082435962" sldId="364"/>
            <ac:spMk id="8" creationId="{E1933CB4-3590-764F-18CA-E9D3C2393F68}"/>
          </ac:spMkLst>
        </pc:spChg>
        <pc:spChg chg="mod">
          <ac:chgData name="Naimish Vadodariya" userId="d2e325c0593a319e" providerId="LiveId" clId="{C5D15607-3D89-4432-AEBA-7EDDE20FB0FE}" dt="2022-07-18T05:17:31.608" v="2141" actId="20577"/>
          <ac:spMkLst>
            <pc:docMk/>
            <pc:sldMk cId="1082435962" sldId="364"/>
            <ac:spMk id="20" creationId="{CD91C41C-8AF5-E5EA-AF59-B100830EB102}"/>
          </ac:spMkLst>
        </pc:spChg>
        <pc:graphicFrameChg chg="mod modGraphic">
          <ac:chgData name="Naimish Vadodariya" userId="d2e325c0593a319e" providerId="LiveId" clId="{C5D15607-3D89-4432-AEBA-7EDDE20FB0FE}" dt="2022-07-18T14:32:11.218" v="2641" actId="20577"/>
          <ac:graphicFrameMkLst>
            <pc:docMk/>
            <pc:sldMk cId="1082435962" sldId="364"/>
            <ac:graphicFrameMk id="15" creationId="{B267EDDA-FF24-1989-6699-4B7A7B721C7D}"/>
          </ac:graphicFrameMkLst>
        </pc:graphicFrameChg>
      </pc:sldChg>
      <pc:sldChg chg="modSp add mod addAnim delAnim">
        <pc:chgData name="Naimish Vadodariya" userId="d2e325c0593a319e" providerId="LiveId" clId="{C5D15607-3D89-4432-AEBA-7EDDE20FB0FE}" dt="2022-07-18T14:48:45.257" v="2770" actId="20577"/>
        <pc:sldMkLst>
          <pc:docMk/>
          <pc:sldMk cId="4280385157" sldId="365"/>
        </pc:sldMkLst>
        <pc:graphicFrameChg chg="mod modGraphic">
          <ac:chgData name="Naimish Vadodariya" userId="d2e325c0593a319e" providerId="LiveId" clId="{C5D15607-3D89-4432-AEBA-7EDDE20FB0FE}" dt="2022-07-18T14:48:45.257" v="2770" actId="20577"/>
          <ac:graphicFrameMkLst>
            <pc:docMk/>
            <pc:sldMk cId="4280385157" sldId="365"/>
            <ac:graphicFrameMk id="15" creationId="{B267EDDA-FF24-1989-6699-4B7A7B721C7D}"/>
          </ac:graphicFrameMkLst>
        </pc:graphicFrameChg>
      </pc:sldChg>
      <pc:sldChg chg="modSp add mod">
        <pc:chgData name="Naimish Vadodariya" userId="d2e325c0593a319e" providerId="LiveId" clId="{C5D15607-3D89-4432-AEBA-7EDDE20FB0FE}" dt="2022-07-18T14:49:29.310" v="2792" actId="20577"/>
        <pc:sldMkLst>
          <pc:docMk/>
          <pc:sldMk cId="2669232800" sldId="366"/>
        </pc:sldMkLst>
        <pc:spChg chg="mod">
          <ac:chgData name="Naimish Vadodariya" userId="d2e325c0593a319e" providerId="LiveId" clId="{C5D15607-3D89-4432-AEBA-7EDDE20FB0FE}" dt="2022-07-18T14:49:29.310" v="2792" actId="20577"/>
          <ac:spMkLst>
            <pc:docMk/>
            <pc:sldMk cId="2669232800" sldId="366"/>
            <ac:spMk id="2" creationId="{54D792E8-8838-4744-A7DD-92B0ED18307B}"/>
          </ac:spMkLst>
        </pc:spChg>
        <pc:spChg chg="mod">
          <ac:chgData name="Naimish Vadodariya" userId="d2e325c0593a319e" providerId="LiveId" clId="{C5D15607-3D89-4432-AEBA-7EDDE20FB0FE}" dt="2022-07-18T14:49:03.093" v="2776" actId="20577"/>
          <ac:spMkLst>
            <pc:docMk/>
            <pc:sldMk cId="2669232800" sldId="366"/>
            <ac:spMk id="3" creationId="{6C915463-E8EE-4502-8261-E337007EFAAF}"/>
          </ac:spMkLst>
        </pc:spChg>
      </pc:sldChg>
      <pc:sldChg chg="delSp modSp add mod delAnim modAnim">
        <pc:chgData name="Naimish Vadodariya" userId="d2e325c0593a319e" providerId="LiveId" clId="{C5D15607-3D89-4432-AEBA-7EDDE20FB0FE}" dt="2022-07-19T02:29:07.293" v="2855"/>
        <pc:sldMkLst>
          <pc:docMk/>
          <pc:sldMk cId="2670905415" sldId="367"/>
        </pc:sldMkLst>
        <pc:spChg chg="mod">
          <ac:chgData name="Naimish Vadodariya" userId="d2e325c0593a319e" providerId="LiveId" clId="{C5D15607-3D89-4432-AEBA-7EDDE20FB0FE}" dt="2022-07-19T02:24:10.353" v="2822" actId="20577"/>
          <ac:spMkLst>
            <pc:docMk/>
            <pc:sldMk cId="2670905415" sldId="367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7-19T02:28:56.761" v="2853" actId="5793"/>
          <ac:spMkLst>
            <pc:docMk/>
            <pc:sldMk cId="2670905415" sldId="367"/>
            <ac:spMk id="3" creationId="{139A428D-8F15-4206-B337-FA27C005FA71}"/>
          </ac:spMkLst>
        </pc:spChg>
        <pc:spChg chg="del">
          <ac:chgData name="Naimish Vadodariya" userId="d2e325c0593a319e" providerId="LiveId" clId="{C5D15607-3D89-4432-AEBA-7EDDE20FB0FE}" dt="2022-07-19T02:24:00.472" v="2799" actId="478"/>
          <ac:spMkLst>
            <pc:docMk/>
            <pc:sldMk cId="2670905415" sldId="367"/>
            <ac:spMk id="4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0" creationId="{C4A6F3DF-2EB8-43CF-3795-79063F5A0067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1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9T02:23:47.397" v="2796" actId="478"/>
          <ac:spMkLst>
            <pc:docMk/>
            <pc:sldMk cId="2670905415" sldId="367"/>
            <ac:spMk id="14" creationId="{72A86601-7B9C-F9F6-5604-2455DAE19E61}"/>
          </ac:spMkLst>
        </pc:spChg>
        <pc:picChg chg="del">
          <ac:chgData name="Naimish Vadodariya" userId="d2e325c0593a319e" providerId="LiveId" clId="{C5D15607-3D89-4432-AEBA-7EDDE20FB0FE}" dt="2022-07-19T02:23:47.397" v="2796" actId="478"/>
          <ac:picMkLst>
            <pc:docMk/>
            <pc:sldMk cId="2670905415" sldId="367"/>
            <ac:picMk id="9" creationId="{00000000-0000-0000-0000-000000000000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19T02:46:03.751" v="3073" actId="14100"/>
        <pc:sldMkLst>
          <pc:docMk/>
          <pc:sldMk cId="1353453084" sldId="368"/>
        </pc:sldMkLst>
        <pc:spChg chg="mod">
          <ac:chgData name="Naimish Vadodariya" userId="d2e325c0593a319e" providerId="LiveId" clId="{C5D15607-3D89-4432-AEBA-7EDDE20FB0FE}" dt="2022-07-19T02:36:41.151" v="2977" actId="20577"/>
          <ac:spMkLst>
            <pc:docMk/>
            <pc:sldMk cId="1353453084" sldId="368"/>
            <ac:spMk id="2" creationId="{095EF1AA-B384-4B3C-AA64-26D31B983DC1}"/>
          </ac:spMkLst>
        </pc:spChg>
        <pc:spChg chg="mod">
          <ac:chgData name="Naimish Vadodariya" userId="d2e325c0593a319e" providerId="LiveId" clId="{C5D15607-3D89-4432-AEBA-7EDDE20FB0FE}" dt="2022-07-19T02:45:53.252" v="3070" actId="14100"/>
          <ac:spMkLst>
            <pc:docMk/>
            <pc:sldMk cId="1353453084" sldId="368"/>
            <ac:spMk id="3" creationId="{C1A1189A-7AFE-CCC8-8A9C-0C401FF3B55B}"/>
          </ac:spMkLst>
        </pc:spChg>
        <pc:spChg chg="del">
          <ac:chgData name="Naimish Vadodariya" userId="d2e325c0593a319e" providerId="LiveId" clId="{C5D15607-3D89-4432-AEBA-7EDDE20FB0FE}" dt="2022-07-19T02:32:40.495" v="2917" actId="478"/>
          <ac:spMkLst>
            <pc:docMk/>
            <pc:sldMk cId="1353453084" sldId="368"/>
            <ac:spMk id="4" creationId="{0A8696B3-C7C3-43DD-0940-820E303B2436}"/>
          </ac:spMkLst>
        </pc:spChg>
        <pc:spChg chg="mod">
          <ac:chgData name="Naimish Vadodariya" userId="d2e325c0593a319e" providerId="LiveId" clId="{C5D15607-3D89-4432-AEBA-7EDDE20FB0FE}" dt="2022-07-19T02:45:40.152" v="3060" actId="14100"/>
          <ac:spMkLst>
            <pc:docMk/>
            <pc:sldMk cId="1353453084" sldId="368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45:46.226" v="3068" actId="20577"/>
          <ac:spMkLst>
            <pc:docMk/>
            <pc:sldMk cId="1353453084" sldId="368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19T02:32:32.536" v="2914" actId="20577"/>
          <ac:spMkLst>
            <pc:docMk/>
            <pc:sldMk cId="1353453084" sldId="368"/>
            <ac:spMk id="7" creationId="{72A86601-7B9C-F9F6-5604-2455DAE19E61}"/>
          </ac:spMkLst>
        </pc:spChg>
        <pc:spChg chg="del">
          <ac:chgData name="Naimish Vadodariya" userId="d2e325c0593a319e" providerId="LiveId" clId="{C5D15607-3D89-4432-AEBA-7EDDE20FB0FE}" dt="2022-07-19T02:32:38.940" v="2916" actId="478"/>
          <ac:spMkLst>
            <pc:docMk/>
            <pc:sldMk cId="1353453084" sldId="368"/>
            <ac:spMk id="10" creationId="{6043E1DE-D336-27E2-6E73-0D010F2AF74E}"/>
          </ac:spMkLst>
        </pc:spChg>
        <pc:spChg chg="add mod">
          <ac:chgData name="Naimish Vadodariya" userId="d2e325c0593a319e" providerId="LiveId" clId="{C5D15607-3D89-4432-AEBA-7EDDE20FB0FE}" dt="2022-07-19T02:46:03.751" v="3073" actId="14100"/>
          <ac:spMkLst>
            <pc:docMk/>
            <pc:sldMk cId="1353453084" sldId="368"/>
            <ac:spMk id="11" creationId="{93AEBBC2-B3BC-086F-8DDC-EE11B8DFCC29}"/>
          </ac:spMkLst>
        </pc:spChg>
        <pc:picChg chg="del">
          <ac:chgData name="Naimish Vadodariya" userId="d2e325c0593a319e" providerId="LiveId" clId="{C5D15607-3D89-4432-AEBA-7EDDE20FB0FE}" dt="2022-07-19T02:32:37.704" v="2915" actId="478"/>
          <ac:picMkLst>
            <pc:docMk/>
            <pc:sldMk cId="1353453084" sldId="368"/>
            <ac:picMk id="9" creationId="{C8FF3D11-D760-1536-4DFB-3F9B3E6BF681}"/>
          </ac:picMkLst>
        </pc:picChg>
      </pc:sldChg>
      <pc:sldChg chg="addSp delSp modSp add mod delAnim modAnim">
        <pc:chgData name="Naimish Vadodariya" userId="d2e325c0593a319e" providerId="LiveId" clId="{C5D15607-3D89-4432-AEBA-7EDDE20FB0FE}" dt="2022-07-20T06:33:47.663" v="3685" actId="20577"/>
        <pc:sldMkLst>
          <pc:docMk/>
          <pc:sldMk cId="1566724809" sldId="369"/>
        </pc:sldMkLst>
        <pc:spChg chg="mod">
          <ac:chgData name="Naimish Vadodariya" userId="d2e325c0593a319e" providerId="LiveId" clId="{C5D15607-3D89-4432-AEBA-7EDDE20FB0FE}" dt="2022-07-19T02:39:23.445" v="3004" actId="1076"/>
          <ac:spMkLst>
            <pc:docMk/>
            <pc:sldMk cId="1566724809" sldId="369"/>
            <ac:spMk id="3" creationId="{C1A1189A-7AFE-CCC8-8A9C-0C401FF3B55B}"/>
          </ac:spMkLst>
        </pc:spChg>
        <pc:spChg chg="mod">
          <ac:chgData name="Naimish Vadodariya" userId="d2e325c0593a319e" providerId="LiveId" clId="{C5D15607-3D89-4432-AEBA-7EDDE20FB0FE}" dt="2022-07-19T02:38:02.364" v="2988"/>
          <ac:spMkLst>
            <pc:docMk/>
            <pc:sldMk cId="1566724809" sldId="369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38:07.115" v="2997" actId="20577"/>
          <ac:spMkLst>
            <pc:docMk/>
            <pc:sldMk cId="1566724809" sldId="369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20T06:33:47.663" v="3685" actId="20577"/>
          <ac:spMkLst>
            <pc:docMk/>
            <pc:sldMk cId="1566724809" sldId="369"/>
            <ac:spMk id="7" creationId="{72A86601-7B9C-F9F6-5604-2455DAE19E61}"/>
          </ac:spMkLst>
        </pc:spChg>
        <pc:spChg chg="add mod">
          <ac:chgData name="Naimish Vadodariya" userId="d2e325c0593a319e" providerId="LiveId" clId="{C5D15607-3D89-4432-AEBA-7EDDE20FB0FE}" dt="2022-07-19T02:40:28.736" v="3018" actId="14100"/>
          <ac:spMkLst>
            <pc:docMk/>
            <pc:sldMk cId="1566724809" sldId="369"/>
            <ac:spMk id="10" creationId="{447943EF-B9EE-0B0C-C634-2C071DA0DA45}"/>
          </ac:spMkLst>
        </pc:spChg>
        <pc:spChg chg="del">
          <ac:chgData name="Naimish Vadodariya" userId="d2e325c0593a319e" providerId="LiveId" clId="{C5D15607-3D89-4432-AEBA-7EDDE20FB0FE}" dt="2022-07-19T02:38:18.617" v="2999" actId="478"/>
          <ac:spMkLst>
            <pc:docMk/>
            <pc:sldMk cId="1566724809" sldId="369"/>
            <ac:spMk id="11" creationId="{93AEBBC2-B3BC-086F-8DDC-EE11B8DFCC29}"/>
          </ac:spMkLst>
        </pc:spChg>
        <pc:spChg chg="add del mod">
          <ac:chgData name="Naimish Vadodariya" userId="d2e325c0593a319e" providerId="LiveId" clId="{C5D15607-3D89-4432-AEBA-7EDDE20FB0FE}" dt="2022-07-19T02:40:56.057" v="3021"/>
          <ac:spMkLst>
            <pc:docMk/>
            <pc:sldMk cId="1566724809" sldId="369"/>
            <ac:spMk id="12" creationId="{C2B100F5-B36D-0E49-8FCA-E2949E14B9C1}"/>
          </ac:spMkLst>
        </pc:spChg>
        <pc:picChg chg="add mod">
          <ac:chgData name="Naimish Vadodariya" userId="d2e325c0593a319e" providerId="LiveId" clId="{C5D15607-3D89-4432-AEBA-7EDDE20FB0FE}" dt="2022-07-19T02:40:38.175" v="3019"/>
          <ac:picMkLst>
            <pc:docMk/>
            <pc:sldMk cId="1566724809" sldId="369"/>
            <ac:picMk id="8" creationId="{96C838DB-9DE1-ED47-3F2B-CD434302C24F}"/>
          </ac:picMkLst>
        </pc:picChg>
      </pc:sldChg>
      <pc:sldChg chg="addSp delSp modSp add mod modAnim">
        <pc:chgData name="Naimish Vadodariya" userId="d2e325c0593a319e" providerId="LiveId" clId="{C5D15607-3D89-4432-AEBA-7EDDE20FB0FE}" dt="2022-07-19T02:59:03.885" v="3102" actId="20577"/>
        <pc:sldMkLst>
          <pc:docMk/>
          <pc:sldMk cId="3954562979" sldId="370"/>
        </pc:sldMkLst>
        <pc:spChg chg="mod">
          <ac:chgData name="Naimish Vadodariya" userId="d2e325c0593a319e" providerId="LiveId" clId="{C5D15607-3D89-4432-AEBA-7EDDE20FB0FE}" dt="2022-07-19T02:42:42.211" v="3040"/>
          <ac:spMkLst>
            <pc:docMk/>
            <pc:sldMk cId="3954562979" sldId="370"/>
            <ac:spMk id="3" creationId="{C1A1189A-7AFE-CCC8-8A9C-0C401FF3B55B}"/>
          </ac:spMkLst>
        </pc:spChg>
        <pc:spChg chg="mod">
          <ac:chgData name="Naimish Vadodariya" userId="d2e325c0593a319e" providerId="LiveId" clId="{C5D15607-3D89-4432-AEBA-7EDDE20FB0FE}" dt="2022-07-19T02:41:58.865" v="3025"/>
          <ac:spMkLst>
            <pc:docMk/>
            <pc:sldMk cId="3954562979" sldId="370"/>
            <ac:spMk id="5" creationId="{C4A6F3DF-2EB8-43CF-3795-79063F5A0067}"/>
          </ac:spMkLst>
        </pc:spChg>
        <pc:spChg chg="mod">
          <ac:chgData name="Naimish Vadodariya" userId="d2e325c0593a319e" providerId="LiveId" clId="{C5D15607-3D89-4432-AEBA-7EDDE20FB0FE}" dt="2022-07-19T02:42:05.804" v="3035" actId="20577"/>
          <ac:spMkLst>
            <pc:docMk/>
            <pc:sldMk cId="3954562979" sldId="370"/>
            <ac:spMk id="6" creationId="{E5D2700A-D7EE-717D-0B33-EF7EACCD7F5A}"/>
          </ac:spMkLst>
        </pc:spChg>
        <pc:spChg chg="mod">
          <ac:chgData name="Naimish Vadodariya" userId="d2e325c0593a319e" providerId="LiveId" clId="{C5D15607-3D89-4432-AEBA-7EDDE20FB0FE}" dt="2022-07-19T02:59:03.885" v="3102" actId="20577"/>
          <ac:spMkLst>
            <pc:docMk/>
            <pc:sldMk cId="3954562979" sldId="370"/>
            <ac:spMk id="7" creationId="{72A86601-7B9C-F9F6-5604-2455DAE19E61}"/>
          </ac:spMkLst>
        </pc:spChg>
        <pc:spChg chg="mod">
          <ac:chgData name="Naimish Vadodariya" userId="d2e325c0593a319e" providerId="LiveId" clId="{C5D15607-3D89-4432-AEBA-7EDDE20FB0FE}" dt="2022-07-19T02:42:47.212" v="3041" actId="1076"/>
          <ac:spMkLst>
            <pc:docMk/>
            <pc:sldMk cId="3954562979" sldId="370"/>
            <ac:spMk id="10" creationId="{447943EF-B9EE-0B0C-C634-2C071DA0DA45}"/>
          </ac:spMkLst>
        </pc:spChg>
        <pc:picChg chg="del">
          <ac:chgData name="Naimish Vadodariya" userId="d2e325c0593a319e" providerId="LiveId" clId="{C5D15607-3D89-4432-AEBA-7EDDE20FB0FE}" dt="2022-07-19T02:43:09.151" v="3042" actId="478"/>
          <ac:picMkLst>
            <pc:docMk/>
            <pc:sldMk cId="3954562979" sldId="370"/>
            <ac:picMk id="8" creationId="{96C838DB-9DE1-ED47-3F2B-CD434302C24F}"/>
          </ac:picMkLst>
        </pc:picChg>
        <pc:picChg chg="add mod">
          <ac:chgData name="Naimish Vadodariya" userId="d2e325c0593a319e" providerId="LiveId" clId="{C5D15607-3D89-4432-AEBA-7EDDE20FB0FE}" dt="2022-07-19T02:43:24.632" v="3046"/>
          <ac:picMkLst>
            <pc:docMk/>
            <pc:sldMk cId="3954562979" sldId="370"/>
            <ac:picMk id="9" creationId="{598C1EC5-B3EA-A25A-4EBB-A7C18DC125D6}"/>
          </ac:picMkLst>
        </pc:picChg>
      </pc:sldChg>
      <pc:sldChg chg="modSp add mod">
        <pc:chgData name="Naimish Vadodariya" userId="d2e325c0593a319e" providerId="LiveId" clId="{C5D15607-3D89-4432-AEBA-7EDDE20FB0FE}" dt="2022-08-02T14:06:14.830" v="5948"/>
        <pc:sldMkLst>
          <pc:docMk/>
          <pc:sldMk cId="1693413271" sldId="387"/>
        </pc:sldMkLst>
        <pc:spChg chg="mod">
          <ac:chgData name="Naimish Vadodariya" userId="d2e325c0593a319e" providerId="LiveId" clId="{C5D15607-3D89-4432-AEBA-7EDDE20FB0FE}" dt="2022-08-02T14:04:28.198" v="5937" actId="20577"/>
          <ac:spMkLst>
            <pc:docMk/>
            <pc:sldMk cId="1693413271" sldId="387"/>
            <ac:spMk id="27" creationId="{E2AD8B6E-51EA-4A15-8752-4F221E5E02C5}"/>
          </ac:spMkLst>
        </pc:spChg>
        <pc:spChg chg="mod">
          <ac:chgData name="Naimish Vadodariya" userId="d2e325c0593a319e" providerId="LiveId" clId="{C5D15607-3D89-4432-AEBA-7EDDE20FB0FE}" dt="2022-08-02T14:06:14.830" v="5948"/>
          <ac:spMkLst>
            <pc:docMk/>
            <pc:sldMk cId="1693413271" sldId="387"/>
            <ac:spMk id="31" creationId="{89F5B5F8-350F-4941-B9DE-36BF8B014803}"/>
          </ac:spMkLst>
        </pc:spChg>
      </pc:sldChg>
      <pc:sldChg chg="addSp modSp add mod modAnim">
        <pc:chgData name="Naimish Vadodariya" userId="d2e325c0593a319e" providerId="LiveId" clId="{C5D15607-3D89-4432-AEBA-7EDDE20FB0FE}" dt="2022-08-02T13:04:43.090" v="5338" actId="20577"/>
        <pc:sldMkLst>
          <pc:docMk/>
          <pc:sldMk cId="1384210861" sldId="673"/>
        </pc:sldMkLst>
        <pc:spChg chg="mod">
          <ac:chgData name="Naimish Vadodariya" userId="d2e325c0593a319e" providerId="LiveId" clId="{C5D15607-3D89-4432-AEBA-7EDDE20FB0FE}" dt="2022-07-21T05:48:46.246" v="4558" actId="20577"/>
          <ac:spMkLst>
            <pc:docMk/>
            <pc:sldMk cId="1384210861" sldId="673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6:34.185" v="4003" actId="20577"/>
          <ac:spMkLst>
            <pc:docMk/>
            <pc:sldMk cId="1384210861" sldId="673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8-02T13:04:43.090" v="5338" actId="20577"/>
          <ac:spMkLst>
            <pc:docMk/>
            <pc:sldMk cId="1384210861" sldId="673"/>
            <ac:spMk id="8" creationId="{B8FDCB5D-380D-198C-97AB-A228E80D4BF6}"/>
          </ac:spMkLst>
        </pc:spChg>
        <pc:spChg chg="add mod">
          <ac:chgData name="Naimish Vadodariya" userId="d2e325c0593a319e" providerId="LiveId" clId="{C5D15607-3D89-4432-AEBA-7EDDE20FB0FE}" dt="2022-07-21T05:23:13.388" v="4090" actId="1076"/>
          <ac:spMkLst>
            <pc:docMk/>
            <pc:sldMk cId="1384210861" sldId="673"/>
            <ac:spMk id="9" creationId="{AD3A797A-5E30-A59E-3CA0-65013A51D317}"/>
          </ac:spMkLst>
        </pc:spChg>
        <pc:spChg chg="add mod">
          <ac:chgData name="Naimish Vadodariya" userId="d2e325c0593a319e" providerId="LiveId" clId="{C5D15607-3D89-4432-AEBA-7EDDE20FB0FE}" dt="2022-07-21T05:23:13.388" v="4090" actId="1076"/>
          <ac:spMkLst>
            <pc:docMk/>
            <pc:sldMk cId="1384210861" sldId="673"/>
            <ac:spMk id="10" creationId="{CFD4A40F-36C6-1577-6AC7-D362CD1C1CA5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1" creationId="{16A1463B-4C6C-E3DE-269F-232F0B13C448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2" creationId="{5BC6C5F2-073C-28AC-0265-F11327DB0ADA}"/>
          </ac:spMkLst>
        </pc:spChg>
        <pc:spChg chg="add mod">
          <ac:chgData name="Naimish Vadodariya" userId="d2e325c0593a319e" providerId="LiveId" clId="{C5D15607-3D89-4432-AEBA-7EDDE20FB0FE}" dt="2022-07-21T05:16:51.971" v="4005" actId="1076"/>
          <ac:spMkLst>
            <pc:docMk/>
            <pc:sldMk cId="1384210861" sldId="673"/>
            <ac:spMk id="13" creationId="{3B59716D-BF53-DA00-699F-38D70B5612D9}"/>
          </ac:spMkLst>
        </pc:spChg>
        <pc:graphicFrameChg chg="modGraphic">
          <ac:chgData name="Naimish Vadodariya" userId="d2e325c0593a319e" providerId="LiveId" clId="{C5D15607-3D89-4432-AEBA-7EDDE20FB0FE}" dt="2022-07-21T05:35:52.924" v="4423" actId="2062"/>
          <ac:graphicFrameMkLst>
            <pc:docMk/>
            <pc:sldMk cId="1384210861" sldId="673"/>
            <ac:graphicFrameMk id="4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35:56.338" v="4424" actId="2062"/>
          <ac:graphicFrameMkLst>
            <pc:docMk/>
            <pc:sldMk cId="1384210861" sldId="673"/>
            <ac:graphicFrameMk id="6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36:02.942" v="4425" actId="14100"/>
          <ac:graphicFrameMkLst>
            <pc:docMk/>
            <pc:sldMk cId="1384210861" sldId="673"/>
            <ac:graphicFrameMk id="7" creationId="{26B864CA-85CD-4666-B9D1-870ED08B272C}"/>
          </ac:graphicFrameMkLst>
        </pc:graphicFrameChg>
      </pc:sldChg>
      <pc:sldChg chg="modSp add del modAnim">
        <pc:chgData name="Naimish Vadodariya" userId="d2e325c0593a319e" providerId="LiveId" clId="{C5D15607-3D89-4432-AEBA-7EDDE20FB0FE}" dt="2022-07-21T05:22:50.399" v="4088" actId="2696"/>
        <pc:sldMkLst>
          <pc:docMk/>
          <pc:sldMk cId="2012936555" sldId="675"/>
        </pc:sldMkLst>
        <pc:spChg chg="mod">
          <ac:chgData name="Naimish Vadodariya" userId="d2e325c0593a319e" providerId="LiveId" clId="{C5D15607-3D89-4432-AEBA-7EDDE20FB0FE}" dt="2022-07-20T06:06:42.985" v="3652" actId="20577"/>
          <ac:spMkLst>
            <pc:docMk/>
            <pc:sldMk cId="2012936555" sldId="675"/>
            <ac:spMk id="3" creationId="{00000000-0000-0000-0000-000000000000}"/>
          </ac:spMkLst>
        </pc:spChg>
      </pc:sldChg>
      <pc:sldChg chg="modSp add del mod modAnim">
        <pc:chgData name="Naimish Vadodariya" userId="d2e325c0593a319e" providerId="LiveId" clId="{C5D15607-3D89-4432-AEBA-7EDDE20FB0FE}" dt="2022-07-21T05:22:53.680" v="4089" actId="2696"/>
        <pc:sldMkLst>
          <pc:docMk/>
          <pc:sldMk cId="807128902" sldId="676"/>
        </pc:sldMkLst>
        <pc:spChg chg="mod">
          <ac:chgData name="Naimish Vadodariya" userId="d2e325c0593a319e" providerId="LiveId" clId="{C5D15607-3D89-4432-AEBA-7EDDE20FB0FE}" dt="2022-07-20T05:57:00.036" v="3167" actId="20577"/>
          <ac:spMkLst>
            <pc:docMk/>
            <pc:sldMk cId="807128902" sldId="676"/>
            <ac:spMk id="3" creationId="{00000000-0000-0000-0000-000000000000}"/>
          </ac:spMkLst>
        </pc:spChg>
        <pc:graphicFrameChg chg="mod">
          <ac:chgData name="Naimish Vadodariya" userId="d2e325c0593a319e" providerId="LiveId" clId="{C5D15607-3D89-4432-AEBA-7EDDE20FB0FE}" dt="2022-07-20T05:57:05.966" v="3183" actId="1036"/>
          <ac:graphicFrameMkLst>
            <pc:docMk/>
            <pc:sldMk cId="807128902" sldId="676"/>
            <ac:graphicFrameMk id="6" creationId="{2486BC6F-42B7-4A1D-889E-1B1818D1D5FB}"/>
          </ac:graphicFrameMkLst>
        </pc:graphicFrameChg>
        <pc:graphicFrameChg chg="mod">
          <ac:chgData name="Naimish Vadodariya" userId="d2e325c0593a319e" providerId="LiveId" clId="{C5D15607-3D89-4432-AEBA-7EDDE20FB0FE}" dt="2022-07-20T05:57:05.966" v="3183" actId="1036"/>
          <ac:graphicFrameMkLst>
            <pc:docMk/>
            <pc:sldMk cId="807128902" sldId="676"/>
            <ac:graphicFrameMk id="7" creationId="{26B864CA-85CD-4666-B9D1-870ED08B272C}"/>
          </ac:graphicFrameMkLst>
        </pc:graphicFrameChg>
      </pc:sldChg>
      <pc:sldChg chg="modSp add del modAnim">
        <pc:chgData name="Naimish Vadodariya" userId="d2e325c0593a319e" providerId="LiveId" clId="{C5D15607-3D89-4432-AEBA-7EDDE20FB0FE}" dt="2022-07-21T05:24:07.922" v="4098" actId="2696"/>
        <pc:sldMkLst>
          <pc:docMk/>
          <pc:sldMk cId="938954402" sldId="680"/>
        </pc:sldMkLst>
        <pc:spChg chg="mod">
          <ac:chgData name="Naimish Vadodariya" userId="d2e325c0593a319e" providerId="LiveId" clId="{C5D15607-3D89-4432-AEBA-7EDDE20FB0FE}" dt="2022-07-20T05:57:17.992" v="3185" actId="6549"/>
          <ac:spMkLst>
            <pc:docMk/>
            <pc:sldMk cId="938954402" sldId="680"/>
            <ac:spMk id="3" creationId="{00000000-0000-0000-0000-000000000000}"/>
          </ac:spMkLst>
        </pc:spChg>
      </pc:sldChg>
      <pc:sldChg chg="modSp add del modAnim">
        <pc:chgData name="Naimish Vadodariya" userId="d2e325c0593a319e" providerId="LiveId" clId="{C5D15607-3D89-4432-AEBA-7EDDE20FB0FE}" dt="2022-07-21T05:41:40.215" v="4426" actId="2696"/>
        <pc:sldMkLst>
          <pc:docMk/>
          <pc:sldMk cId="2397500251" sldId="681"/>
        </pc:sldMkLst>
        <pc:spChg chg="mod">
          <ac:chgData name="Naimish Vadodariya" userId="d2e325c0593a319e" providerId="LiveId" clId="{C5D15607-3D89-4432-AEBA-7EDDE20FB0FE}" dt="2022-07-20T06:08:11.829" v="3659" actId="20577"/>
          <ac:spMkLst>
            <pc:docMk/>
            <pc:sldMk cId="2397500251" sldId="681"/>
            <ac:spMk id="3" creationId="{00000000-0000-0000-0000-000000000000}"/>
          </ac:spMkLst>
        </pc:spChg>
      </pc:sldChg>
      <pc:sldChg chg="modSp add del modAnim">
        <pc:chgData name="Naimish Vadodariya" userId="d2e325c0593a319e" providerId="LiveId" clId="{C5D15607-3D89-4432-AEBA-7EDDE20FB0FE}" dt="2022-07-21T05:48:33.228" v="4554" actId="2696"/>
        <pc:sldMkLst>
          <pc:docMk/>
          <pc:sldMk cId="2750817878" sldId="682"/>
        </pc:sldMkLst>
        <pc:spChg chg="mod">
          <ac:chgData name="Naimish Vadodariya" userId="d2e325c0593a319e" providerId="LiveId" clId="{C5D15607-3D89-4432-AEBA-7EDDE20FB0FE}" dt="2022-07-20T05:56:17.785" v="3161" actId="108"/>
          <ac:spMkLst>
            <pc:docMk/>
            <pc:sldMk cId="2750817878" sldId="682"/>
            <ac:spMk id="3" creationId="{00000000-0000-0000-0000-000000000000}"/>
          </ac:spMkLst>
        </pc:spChg>
      </pc:sldChg>
      <pc:sldChg chg="addSp delSp modSp new mod modAnim">
        <pc:chgData name="Naimish Vadodariya" userId="d2e325c0593a319e" providerId="LiveId" clId="{C5D15607-3D89-4432-AEBA-7EDDE20FB0FE}" dt="2022-08-05T03:17:05.330" v="5951" actId="20577"/>
        <pc:sldMkLst>
          <pc:docMk/>
          <pc:sldMk cId="208120750" sldId="683"/>
        </pc:sldMkLst>
        <pc:spChg chg="mod">
          <ac:chgData name="Naimish Vadodariya" userId="d2e325c0593a319e" providerId="LiveId" clId="{C5D15607-3D89-4432-AEBA-7EDDE20FB0FE}" dt="2022-08-05T03:17:05.330" v="5951" actId="20577"/>
          <ac:spMkLst>
            <pc:docMk/>
            <pc:sldMk cId="208120750" sldId="683"/>
            <ac:spMk id="2" creationId="{1D522477-C5E6-4247-4C70-D60E0DE0B15B}"/>
          </ac:spMkLst>
        </pc:spChg>
        <pc:spChg chg="del">
          <ac:chgData name="Naimish Vadodariya" userId="d2e325c0593a319e" providerId="LiveId" clId="{C5D15607-3D89-4432-AEBA-7EDDE20FB0FE}" dt="2022-07-20T05:57:56.397" v="3188" actId="478"/>
          <ac:spMkLst>
            <pc:docMk/>
            <pc:sldMk cId="208120750" sldId="683"/>
            <ac:spMk id="3" creationId="{0C716143-3D11-D186-13E8-27A0C51213A3}"/>
          </ac:spMkLst>
        </pc:spChg>
        <pc:spChg chg="mod">
          <ac:chgData name="Naimish Vadodariya" userId="d2e325c0593a319e" providerId="LiveId" clId="{C5D15607-3D89-4432-AEBA-7EDDE20FB0FE}" dt="2022-07-20T06:06:04.290" v="3649" actId="14100"/>
          <ac:spMkLst>
            <pc:docMk/>
            <pc:sldMk cId="208120750" sldId="683"/>
            <ac:spMk id="7" creationId="{C96FEA9C-1534-7353-A8FE-09F22C92D913}"/>
          </ac:spMkLst>
        </pc:spChg>
        <pc:spChg chg="mod">
          <ac:chgData name="Naimish Vadodariya" userId="d2e325c0593a319e" providerId="LiveId" clId="{C5D15607-3D89-4432-AEBA-7EDDE20FB0FE}" dt="2022-07-22T02:52:36.101" v="4736" actId="14100"/>
          <ac:spMkLst>
            <pc:docMk/>
            <pc:sldMk cId="208120750" sldId="683"/>
            <ac:spMk id="8" creationId="{A0702EEF-F482-45A6-1F21-AE23F22E1A1D}"/>
          </ac:spMkLst>
        </pc:spChg>
        <pc:grpChg chg="add mod">
          <ac:chgData name="Naimish Vadodariya" userId="d2e325c0593a319e" providerId="LiveId" clId="{C5D15607-3D89-4432-AEBA-7EDDE20FB0FE}" dt="2022-07-20T05:59:00.592" v="3205" actId="14100"/>
          <ac:grpSpMkLst>
            <pc:docMk/>
            <pc:sldMk cId="208120750" sldId="683"/>
            <ac:grpSpMk id="6" creationId="{32CFF17C-2F7C-1CB3-F439-E587C6FEAB8F}"/>
          </ac:grpSpMkLst>
        </pc:grpChg>
        <pc:graphicFrameChg chg="add mod">
          <ac:chgData name="Naimish Vadodariya" userId="d2e325c0593a319e" providerId="LiveId" clId="{C5D15607-3D89-4432-AEBA-7EDDE20FB0FE}" dt="2022-07-20T05:57:53.659" v="3187"/>
          <ac:graphicFrameMkLst>
            <pc:docMk/>
            <pc:sldMk cId="208120750" sldId="683"/>
            <ac:graphicFrameMk id="4" creationId="{9DD5ED74-CCEB-0B3E-B2AC-3DDC63428BBA}"/>
          </ac:graphicFrameMkLst>
        </pc:graphicFrameChg>
        <pc:graphicFrameChg chg="add mod">
          <ac:chgData name="Naimish Vadodariya" userId="d2e325c0593a319e" providerId="LiveId" clId="{C5D15607-3D89-4432-AEBA-7EDDE20FB0FE}" dt="2022-07-20T05:57:53.659" v="3187"/>
          <ac:graphicFrameMkLst>
            <pc:docMk/>
            <pc:sldMk cId="208120750" sldId="683"/>
            <ac:graphicFrameMk id="5" creationId="{82E8ADC2-DF14-359D-B349-5D0DCAD02B6F}"/>
          </ac:graphicFrameMkLst>
        </pc:graphicFrameChg>
      </pc:sldChg>
      <pc:sldChg chg="delSp modSp add mod delAnim">
        <pc:chgData name="Naimish Vadodariya" userId="d2e325c0593a319e" providerId="LiveId" clId="{C5D15607-3D89-4432-AEBA-7EDDE20FB0FE}" dt="2022-08-02T13:55:20.336" v="5924" actId="123"/>
        <pc:sldMkLst>
          <pc:docMk/>
          <pc:sldMk cId="1996856082" sldId="684"/>
        </pc:sldMkLst>
        <pc:spChg chg="mod">
          <ac:chgData name="Naimish Vadodariya" userId="d2e325c0593a319e" providerId="LiveId" clId="{C5D15607-3D89-4432-AEBA-7EDDE20FB0FE}" dt="2022-07-21T03:09:26.389" v="3705" actId="20577"/>
          <ac:spMkLst>
            <pc:docMk/>
            <pc:sldMk cId="1996856082" sldId="684"/>
            <ac:spMk id="2" creationId="{1D522477-C5E6-4247-4C70-D60E0DE0B15B}"/>
          </ac:spMkLst>
        </pc:spChg>
        <pc:spChg chg="del topLvl">
          <ac:chgData name="Naimish Vadodariya" userId="d2e325c0593a319e" providerId="LiveId" clId="{C5D15607-3D89-4432-AEBA-7EDDE20FB0FE}" dt="2022-07-21T03:09:31.238" v="3707" actId="478"/>
          <ac:spMkLst>
            <pc:docMk/>
            <pc:sldMk cId="1996856082" sldId="684"/>
            <ac:spMk id="7" creationId="{C96FEA9C-1534-7353-A8FE-09F22C92D913}"/>
          </ac:spMkLst>
        </pc:spChg>
        <pc:spChg chg="del topLvl">
          <ac:chgData name="Naimish Vadodariya" userId="d2e325c0593a319e" providerId="LiveId" clId="{C5D15607-3D89-4432-AEBA-7EDDE20FB0FE}" dt="2022-07-21T03:09:30.222" v="3706" actId="478"/>
          <ac:spMkLst>
            <pc:docMk/>
            <pc:sldMk cId="1996856082" sldId="684"/>
            <ac:spMk id="8" creationId="{A0702EEF-F482-45A6-1F21-AE23F22E1A1D}"/>
          </ac:spMkLst>
        </pc:spChg>
        <pc:grpChg chg="del">
          <ac:chgData name="Naimish Vadodariya" userId="d2e325c0593a319e" providerId="LiveId" clId="{C5D15607-3D89-4432-AEBA-7EDDE20FB0FE}" dt="2022-07-21T03:09:30.222" v="3706" actId="478"/>
          <ac:grpSpMkLst>
            <pc:docMk/>
            <pc:sldMk cId="1996856082" sldId="684"/>
            <ac:grpSpMk id="6" creationId="{32CFF17C-2F7C-1CB3-F439-E587C6FEAB8F}"/>
          </ac:grpSpMkLst>
        </pc:grpChg>
        <pc:graphicFrameChg chg="mod modGraphic">
          <ac:chgData name="Naimish Vadodariya" userId="d2e325c0593a319e" providerId="LiveId" clId="{C5D15607-3D89-4432-AEBA-7EDDE20FB0FE}" dt="2022-08-02T13:55:20.336" v="5924" actId="123"/>
          <ac:graphicFrameMkLst>
            <pc:docMk/>
            <pc:sldMk cId="1996856082" sldId="684"/>
            <ac:graphicFrameMk id="4" creationId="{9DD5ED74-CCEB-0B3E-B2AC-3DDC63428BBA}"/>
          </ac:graphicFrameMkLst>
        </pc:graphicFrameChg>
        <pc:graphicFrameChg chg="mod modGraphic">
          <ac:chgData name="Naimish Vadodariya" userId="d2e325c0593a319e" providerId="LiveId" clId="{C5D15607-3D89-4432-AEBA-7EDDE20FB0FE}" dt="2022-07-21T03:12:14.809" v="3733" actId="122"/>
          <ac:graphicFrameMkLst>
            <pc:docMk/>
            <pc:sldMk cId="1996856082" sldId="684"/>
            <ac:graphicFrameMk id="5" creationId="{82E8ADC2-DF14-359D-B349-5D0DCAD02B6F}"/>
          </ac:graphicFrameMkLst>
        </pc:graphicFrameChg>
      </pc:sldChg>
      <pc:sldChg chg="modSp add mod addAnim delAnim">
        <pc:chgData name="Naimish Vadodariya" userId="d2e325c0593a319e" providerId="LiveId" clId="{C5D15607-3D89-4432-AEBA-7EDDE20FB0FE}" dt="2022-08-02T13:55:14.671" v="5923" actId="123"/>
        <pc:sldMkLst>
          <pc:docMk/>
          <pc:sldMk cId="110166396" sldId="685"/>
        </pc:sldMkLst>
        <pc:spChg chg="mod">
          <ac:chgData name="Naimish Vadodariya" userId="d2e325c0593a319e" providerId="LiveId" clId="{C5D15607-3D89-4432-AEBA-7EDDE20FB0FE}" dt="2022-07-21T03:15:09.365" v="3776" actId="20577"/>
          <ac:spMkLst>
            <pc:docMk/>
            <pc:sldMk cId="110166396" sldId="685"/>
            <ac:spMk id="2" creationId="{1D522477-C5E6-4247-4C70-D60E0DE0B15B}"/>
          </ac:spMkLst>
        </pc:spChg>
        <pc:graphicFrameChg chg="mod modGraphic">
          <ac:chgData name="Naimish Vadodariya" userId="d2e325c0593a319e" providerId="LiveId" clId="{C5D15607-3D89-4432-AEBA-7EDDE20FB0FE}" dt="2022-08-02T13:55:14.671" v="5923" actId="123"/>
          <ac:graphicFrameMkLst>
            <pc:docMk/>
            <pc:sldMk cId="110166396" sldId="685"/>
            <ac:graphicFrameMk id="4" creationId="{9DD5ED74-CCEB-0B3E-B2AC-3DDC63428BBA}"/>
          </ac:graphicFrameMkLst>
        </pc:graphicFrameChg>
      </pc:sldChg>
      <pc:sldChg chg="modSp add del mod">
        <pc:chgData name="Naimish Vadodariya" userId="d2e325c0593a319e" providerId="LiveId" clId="{C5D15607-3D89-4432-AEBA-7EDDE20FB0FE}" dt="2022-07-21T05:20:58.769" v="4036" actId="2696"/>
        <pc:sldMkLst>
          <pc:docMk/>
          <pc:sldMk cId="1074586154" sldId="686"/>
        </pc:sldMkLst>
        <pc:spChg chg="mod">
          <ac:chgData name="Naimish Vadodariya" userId="d2e325c0593a319e" providerId="LiveId" clId="{C5D15607-3D89-4432-AEBA-7EDDE20FB0FE}" dt="2022-07-21T05:14:59.587" v="3858" actId="20577"/>
          <ac:spMkLst>
            <pc:docMk/>
            <pc:sldMk cId="1074586154" sldId="686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5:15.487" v="3892" actId="20577"/>
          <ac:spMkLst>
            <pc:docMk/>
            <pc:sldMk cId="1074586154" sldId="686"/>
            <ac:spMk id="3" creationId="{00000000-0000-0000-0000-000000000000}"/>
          </ac:spMkLst>
        </pc:spChg>
      </pc:sldChg>
      <pc:sldChg chg="addSp modSp add mod modAnim">
        <pc:chgData name="Naimish Vadodariya" userId="d2e325c0593a319e" providerId="LiveId" clId="{C5D15607-3D89-4432-AEBA-7EDDE20FB0FE}" dt="2022-07-21T05:35:44.400" v="4422" actId="2062"/>
        <pc:sldMkLst>
          <pc:docMk/>
          <pc:sldMk cId="2159378148" sldId="687"/>
        </pc:sldMkLst>
        <pc:spChg chg="mod">
          <ac:chgData name="Naimish Vadodariya" userId="d2e325c0593a319e" providerId="LiveId" clId="{C5D15607-3D89-4432-AEBA-7EDDE20FB0FE}" dt="2022-07-21T05:21:31.911" v="4038" actId="207"/>
          <ac:spMkLst>
            <pc:docMk/>
            <pc:sldMk cId="2159378148" sldId="687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19:15.450" v="4015" actId="6549"/>
          <ac:spMkLst>
            <pc:docMk/>
            <pc:sldMk cId="2159378148" sldId="687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7-21T05:33:33.261" v="4385" actId="20577"/>
          <ac:spMkLst>
            <pc:docMk/>
            <pc:sldMk cId="2159378148" sldId="687"/>
            <ac:spMk id="8" creationId="{EFF3ABDB-F709-D09B-625E-7D148E8DB815}"/>
          </ac:spMkLst>
        </pc:spChg>
        <pc:spChg chg="add mod">
          <ac:chgData name="Naimish Vadodariya" userId="d2e325c0593a319e" providerId="LiveId" clId="{C5D15607-3D89-4432-AEBA-7EDDE20FB0FE}" dt="2022-07-21T05:22:26.699" v="4085" actId="20577"/>
          <ac:spMkLst>
            <pc:docMk/>
            <pc:sldMk cId="2159378148" sldId="687"/>
            <ac:spMk id="9" creationId="{5FDD3E90-64F7-9BBD-4D64-7DACA45947DE}"/>
          </ac:spMkLst>
        </pc:spChg>
        <pc:spChg chg="add mod">
          <ac:chgData name="Naimish Vadodariya" userId="d2e325c0593a319e" providerId="LiveId" clId="{C5D15607-3D89-4432-AEBA-7EDDE20FB0FE}" dt="2022-07-21T05:19:42.580" v="4023" actId="1076"/>
          <ac:spMkLst>
            <pc:docMk/>
            <pc:sldMk cId="2159378148" sldId="687"/>
            <ac:spMk id="10" creationId="{598F2250-72F3-7A80-03BD-1F1544F6EBF2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1" creationId="{317DD91F-2C43-E92E-B141-5DC2386447E6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2" creationId="{57F5D530-4C59-BBDF-0BCE-4DC096F679B8}"/>
          </ac:spMkLst>
        </pc:spChg>
        <pc:spChg chg="add mod">
          <ac:chgData name="Naimish Vadodariya" userId="d2e325c0593a319e" providerId="LiveId" clId="{C5D15607-3D89-4432-AEBA-7EDDE20FB0FE}" dt="2022-07-21T05:22:11.962" v="4080" actId="1036"/>
          <ac:spMkLst>
            <pc:docMk/>
            <pc:sldMk cId="2159378148" sldId="687"/>
            <ac:spMk id="13" creationId="{A76470CA-2686-39D3-A6D6-F4D9D003246F}"/>
          </ac:spMkLst>
        </pc:spChg>
        <pc:graphicFrameChg chg="modGraphic">
          <ac:chgData name="Naimish Vadodariya" userId="d2e325c0593a319e" providerId="LiveId" clId="{C5D15607-3D89-4432-AEBA-7EDDE20FB0FE}" dt="2022-07-21T05:35:44.400" v="4422" actId="2062"/>
          <ac:graphicFrameMkLst>
            <pc:docMk/>
            <pc:sldMk cId="2159378148" sldId="687"/>
            <ac:graphicFrameMk id="4" creationId="{2486BC6F-42B7-4A1D-889E-1B1818D1D5FB}"/>
          </ac:graphicFrameMkLst>
        </pc:graphicFrameChg>
        <pc:graphicFrameChg chg="mod">
          <ac:chgData name="Naimish Vadodariya" userId="d2e325c0593a319e" providerId="LiveId" clId="{C5D15607-3D89-4432-AEBA-7EDDE20FB0FE}" dt="2022-07-21T05:20:34.657" v="4035" actId="1076"/>
          <ac:graphicFrameMkLst>
            <pc:docMk/>
            <pc:sldMk cId="2159378148" sldId="687"/>
            <ac:graphicFrameMk id="6" creationId="{2486BC6F-42B7-4A1D-889E-1B1818D1D5FB}"/>
          </ac:graphicFrameMkLst>
        </pc:graphicFrameChg>
        <pc:graphicFrameChg chg="mod modGraphic">
          <ac:chgData name="Naimish Vadodariya" userId="d2e325c0593a319e" providerId="LiveId" clId="{C5D15607-3D89-4432-AEBA-7EDDE20FB0FE}" dt="2022-07-21T05:23:28.833" v="4091" actId="14100"/>
          <ac:graphicFrameMkLst>
            <pc:docMk/>
            <pc:sldMk cId="2159378148" sldId="687"/>
            <ac:graphicFrameMk id="7" creationId="{26B864CA-85CD-4666-B9D1-870ED08B272C}"/>
          </ac:graphicFrameMkLst>
        </pc:graphicFrameChg>
      </pc:sldChg>
      <pc:sldChg chg="add del">
        <pc:chgData name="Naimish Vadodariya" userId="d2e325c0593a319e" providerId="LiveId" clId="{C5D15607-3D89-4432-AEBA-7EDDE20FB0FE}" dt="2022-07-21T05:22:45.450" v="4087" actId="2696"/>
        <pc:sldMkLst>
          <pc:docMk/>
          <pc:sldMk cId="589128531" sldId="688"/>
        </pc:sldMkLst>
      </pc:sldChg>
      <pc:sldChg chg="modSp add del">
        <pc:chgData name="Naimish Vadodariya" userId="d2e325c0593a319e" providerId="LiveId" clId="{C5D15607-3D89-4432-AEBA-7EDDE20FB0FE}" dt="2022-07-21T05:28:15.105" v="4237" actId="2696"/>
        <pc:sldMkLst>
          <pc:docMk/>
          <pc:sldMk cId="2815962784" sldId="688"/>
        </pc:sldMkLst>
        <pc:spChg chg="mod">
          <ac:chgData name="Naimish Vadodariya" userId="d2e325c0593a319e" providerId="LiveId" clId="{C5D15607-3D89-4432-AEBA-7EDDE20FB0FE}" dt="2022-07-21T05:23:56.354" v="4097" actId="20577"/>
          <ac:spMkLst>
            <pc:docMk/>
            <pc:sldMk cId="2815962784" sldId="688"/>
            <ac:spMk id="3" creationId="{00000000-0000-0000-0000-000000000000}"/>
          </ac:spMkLst>
        </pc:spChg>
      </pc:sldChg>
      <pc:sldChg chg="addSp modSp add mod modAnim">
        <pc:chgData name="Naimish Vadodariya" userId="d2e325c0593a319e" providerId="LiveId" clId="{C5D15607-3D89-4432-AEBA-7EDDE20FB0FE}" dt="2022-07-22T07:13:18.019" v="4738" actId="12"/>
        <pc:sldMkLst>
          <pc:docMk/>
          <pc:sldMk cId="2649531586" sldId="689"/>
        </pc:sldMkLst>
        <pc:spChg chg="mod">
          <ac:chgData name="Naimish Vadodariya" userId="d2e325c0593a319e" providerId="LiveId" clId="{C5D15607-3D89-4432-AEBA-7EDDE20FB0FE}" dt="2022-07-21T05:43:59.889" v="4486" actId="20577"/>
          <ac:spMkLst>
            <pc:docMk/>
            <pc:sldMk cId="2649531586" sldId="689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2T07:13:18.019" v="4738" actId="12"/>
          <ac:spMkLst>
            <pc:docMk/>
            <pc:sldMk cId="2649531586" sldId="689"/>
            <ac:spMk id="3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7-21T05:33:27.129" v="4384" actId="20577"/>
          <ac:spMkLst>
            <pc:docMk/>
            <pc:sldMk cId="2649531586" sldId="689"/>
            <ac:spMk id="7" creationId="{EF46A604-D831-08C9-8A1F-5B773647B7F5}"/>
          </ac:spMkLst>
        </pc:spChg>
        <pc:spChg chg="add mod">
          <ac:chgData name="Naimish Vadodariya" userId="d2e325c0593a319e" providerId="LiveId" clId="{C5D15607-3D89-4432-AEBA-7EDDE20FB0FE}" dt="2022-07-21T05:25:03.091" v="4123" actId="1076"/>
          <ac:spMkLst>
            <pc:docMk/>
            <pc:sldMk cId="2649531586" sldId="689"/>
            <ac:spMk id="8" creationId="{EB211650-5962-6765-C899-42E92A5E821E}"/>
          </ac:spMkLst>
        </pc:spChg>
        <pc:spChg chg="add mod">
          <ac:chgData name="Naimish Vadodariya" userId="d2e325c0593a319e" providerId="LiveId" clId="{C5D15607-3D89-4432-AEBA-7EDDE20FB0FE}" dt="2022-07-21T05:25:03.091" v="4123" actId="1076"/>
          <ac:spMkLst>
            <pc:docMk/>
            <pc:sldMk cId="2649531586" sldId="689"/>
            <ac:spMk id="10" creationId="{0331989E-8179-4BDF-EF61-C99E9BD6DAC0}"/>
          </ac:spMkLst>
        </pc:spChg>
        <pc:spChg chg="add mod">
          <ac:chgData name="Naimish Vadodariya" userId="d2e325c0593a319e" providerId="LiveId" clId="{C5D15607-3D89-4432-AEBA-7EDDE20FB0FE}" dt="2022-07-21T05:27:43.644" v="4234"/>
          <ac:spMkLst>
            <pc:docMk/>
            <pc:sldMk cId="2649531586" sldId="689"/>
            <ac:spMk id="11" creationId="{B48D4D86-CCDA-83F0-5065-DF6BF1444A24}"/>
          </ac:spMkLst>
        </pc:spChg>
        <pc:spChg chg="add mod">
          <ac:chgData name="Naimish Vadodariya" userId="d2e325c0593a319e" providerId="LiveId" clId="{C5D15607-3D89-4432-AEBA-7EDDE20FB0FE}" dt="2022-07-21T05:27:48.893" v="4236" actId="20577"/>
          <ac:spMkLst>
            <pc:docMk/>
            <pc:sldMk cId="2649531586" sldId="689"/>
            <ac:spMk id="12" creationId="{73DD812F-0EC0-C258-4665-E76E26DB51A4}"/>
          </ac:spMkLst>
        </pc:spChg>
        <pc:spChg chg="add mod">
          <ac:chgData name="Naimish Vadodariya" userId="d2e325c0593a319e" providerId="LiveId" clId="{C5D15607-3D89-4432-AEBA-7EDDE20FB0FE}" dt="2022-07-21T05:25:39.785" v="4152" actId="1036"/>
          <ac:spMkLst>
            <pc:docMk/>
            <pc:sldMk cId="2649531586" sldId="689"/>
            <ac:spMk id="13" creationId="{F8515CA1-B5FF-0A60-1C7B-FD0213C3B486}"/>
          </ac:spMkLst>
        </pc:spChg>
        <pc:graphicFrameChg chg="modGraphic">
          <ac:chgData name="Naimish Vadodariya" userId="d2e325c0593a319e" providerId="LiveId" clId="{C5D15607-3D89-4432-AEBA-7EDDE20FB0FE}" dt="2022-07-21T05:35:39.479" v="4421" actId="2062"/>
          <ac:graphicFrameMkLst>
            <pc:docMk/>
            <pc:sldMk cId="2649531586" sldId="689"/>
            <ac:graphicFrameMk id="4" creationId="{2486BC6F-42B7-4A1D-889E-1B1818D1D5FB}"/>
          </ac:graphicFrameMkLst>
        </pc:graphicFrameChg>
      </pc:sldChg>
      <pc:sldChg chg="addSp delSp modSp add mod delAnim modAnim">
        <pc:chgData name="Naimish Vadodariya" userId="d2e325c0593a319e" providerId="LiveId" clId="{C5D15607-3D89-4432-AEBA-7EDDE20FB0FE}" dt="2022-07-21T05:43:56.298" v="4484" actId="20577"/>
        <pc:sldMkLst>
          <pc:docMk/>
          <pc:sldMk cId="961310112" sldId="690"/>
        </pc:sldMkLst>
        <pc:spChg chg="mod">
          <ac:chgData name="Naimish Vadodariya" userId="d2e325c0593a319e" providerId="LiveId" clId="{C5D15607-3D89-4432-AEBA-7EDDE20FB0FE}" dt="2022-07-21T05:43:56.298" v="4484" actId="20577"/>
          <ac:spMkLst>
            <pc:docMk/>
            <pc:sldMk cId="961310112" sldId="690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33:46.104" v="4386" actId="14100"/>
          <ac:spMkLst>
            <pc:docMk/>
            <pc:sldMk cId="961310112" sldId="690"/>
            <ac:spMk id="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33:09.537" v="4376" actId="20577"/>
          <ac:spMkLst>
            <pc:docMk/>
            <pc:sldMk cId="961310112" sldId="690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7-21T05:32:41.715" v="4355" actId="20577"/>
          <ac:spMkLst>
            <pc:docMk/>
            <pc:sldMk cId="961310112" sldId="690"/>
            <ac:spMk id="8" creationId="{EB211650-5962-6765-C899-42E92A5E821E}"/>
          </ac:spMkLst>
        </pc:spChg>
        <pc:spChg chg="del">
          <ac:chgData name="Naimish Vadodariya" userId="d2e325c0593a319e" providerId="LiveId" clId="{C5D15607-3D89-4432-AEBA-7EDDE20FB0FE}" dt="2022-07-21T05:31:04.043" v="4274" actId="478"/>
          <ac:spMkLst>
            <pc:docMk/>
            <pc:sldMk cId="961310112" sldId="690"/>
            <ac:spMk id="11" creationId="{B48D4D86-CCDA-83F0-5065-DF6BF1444A24}"/>
          </ac:spMkLst>
        </pc:spChg>
        <pc:spChg chg="del">
          <ac:chgData name="Naimish Vadodariya" userId="d2e325c0593a319e" providerId="LiveId" clId="{C5D15607-3D89-4432-AEBA-7EDDE20FB0FE}" dt="2022-07-21T05:31:08.114" v="4276" actId="478"/>
          <ac:spMkLst>
            <pc:docMk/>
            <pc:sldMk cId="961310112" sldId="690"/>
            <ac:spMk id="12" creationId="{73DD812F-0EC0-C258-4665-E76E26DB51A4}"/>
          </ac:spMkLst>
        </pc:spChg>
        <pc:spChg chg="del">
          <ac:chgData name="Naimish Vadodariya" userId="d2e325c0593a319e" providerId="LiveId" clId="{C5D15607-3D89-4432-AEBA-7EDDE20FB0FE}" dt="2022-07-21T05:31:06.177" v="4275" actId="478"/>
          <ac:spMkLst>
            <pc:docMk/>
            <pc:sldMk cId="961310112" sldId="690"/>
            <ac:spMk id="13" creationId="{F8515CA1-B5FF-0A60-1C7B-FD0213C3B486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5" creationId="{C4499F60-3764-5CC8-5C83-857AC1583F24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6" creationId="{08A50DC0-ACD1-C821-B8A5-EE4CB8303E37}"/>
          </ac:spMkLst>
        </pc:spChg>
        <pc:spChg chg="add mod">
          <ac:chgData name="Naimish Vadodariya" userId="d2e325c0593a319e" providerId="LiveId" clId="{C5D15607-3D89-4432-AEBA-7EDDE20FB0FE}" dt="2022-07-21T05:43:07.405" v="4479" actId="1036"/>
          <ac:spMkLst>
            <pc:docMk/>
            <pc:sldMk cId="961310112" sldId="690"/>
            <ac:spMk id="17" creationId="{43DE4105-031D-D0DE-E4D9-777C2F947096}"/>
          </ac:spMkLst>
        </pc:spChg>
        <pc:graphicFrameChg chg="modGraphic">
          <ac:chgData name="Naimish Vadodariya" userId="d2e325c0593a319e" providerId="LiveId" clId="{C5D15607-3D89-4432-AEBA-7EDDE20FB0FE}" dt="2022-07-21T05:35:33.873" v="4420" actId="2062"/>
          <ac:graphicFrameMkLst>
            <pc:docMk/>
            <pc:sldMk cId="961310112" sldId="690"/>
            <ac:graphicFrameMk id="4" creationId="{2486BC6F-42B7-4A1D-889E-1B1818D1D5FB}"/>
          </ac:graphicFrameMkLst>
        </pc:graphicFrameChg>
        <pc:graphicFrameChg chg="add mod modGraphic">
          <ac:chgData name="Naimish Vadodariya" userId="d2e325c0593a319e" providerId="LiveId" clId="{C5D15607-3D89-4432-AEBA-7EDDE20FB0FE}" dt="2022-07-21T05:35:29.136" v="4419" actId="2062"/>
          <ac:graphicFrameMkLst>
            <pc:docMk/>
            <pc:sldMk cId="961310112" sldId="690"/>
            <ac:graphicFrameMk id="14" creationId="{CD4CB208-6586-AAD4-1436-DDA0A3C682F0}"/>
          </ac:graphicFrameMkLst>
        </pc:graphicFrameChg>
      </pc:sldChg>
      <pc:sldChg chg="modSp add del mod">
        <pc:chgData name="Naimish Vadodariya" userId="d2e325c0593a319e" providerId="LiveId" clId="{C5D15607-3D89-4432-AEBA-7EDDE20FB0FE}" dt="2022-07-21T05:49:07.217" v="4559" actId="2696"/>
        <pc:sldMkLst>
          <pc:docMk/>
          <pc:sldMk cId="1373516055" sldId="691"/>
        </pc:sldMkLst>
        <pc:spChg chg="mod">
          <ac:chgData name="Naimish Vadodariya" userId="d2e325c0593a319e" providerId="LiveId" clId="{C5D15607-3D89-4432-AEBA-7EDDE20FB0FE}" dt="2022-07-21T05:43:52.616" v="4482" actId="20577"/>
          <ac:spMkLst>
            <pc:docMk/>
            <pc:sldMk cId="1373516055" sldId="691"/>
            <ac:spMk id="2" creationId="{00000000-0000-0000-0000-000000000000}"/>
          </ac:spMkLst>
        </pc:spChg>
      </pc:sldChg>
      <pc:sldChg chg="addSp delSp modSp add mod delAnim modAnim">
        <pc:chgData name="Naimish Vadodariya" userId="d2e325c0593a319e" providerId="LiveId" clId="{C5D15607-3D89-4432-AEBA-7EDDE20FB0FE}" dt="2022-07-22T07:14:55.864" v="4739"/>
        <pc:sldMkLst>
          <pc:docMk/>
          <pc:sldMk cId="1845432079" sldId="692"/>
        </pc:sldMkLst>
        <pc:spChg chg="mod">
          <ac:chgData name="Naimish Vadodariya" userId="d2e325c0593a319e" providerId="LiveId" clId="{C5D15607-3D89-4432-AEBA-7EDDE20FB0FE}" dt="2022-07-21T05:44:53.918" v="4493" actId="20577"/>
          <ac:spMkLst>
            <pc:docMk/>
            <pc:sldMk cId="1845432079" sldId="692"/>
            <ac:spMk id="2" creationId="{00000000-0000-0000-0000-000000000000}"/>
          </ac:spMkLst>
        </pc:spChg>
        <pc:spChg chg="del">
          <ac:chgData name="Naimish Vadodariya" userId="d2e325c0593a319e" providerId="LiveId" clId="{C5D15607-3D89-4432-AEBA-7EDDE20FB0FE}" dt="2022-07-21T05:46:39.565" v="4535" actId="478"/>
          <ac:spMkLst>
            <pc:docMk/>
            <pc:sldMk cId="1845432079" sldId="692"/>
            <ac:spMk id="3" creationId="{00000000-0000-0000-0000-000000000000}"/>
          </ac:spMkLst>
        </pc:spChg>
        <pc:spChg chg="mod">
          <ac:chgData name="Naimish Vadodariya" userId="d2e325c0593a319e" providerId="LiveId" clId="{C5D15607-3D89-4432-AEBA-7EDDE20FB0FE}" dt="2022-07-21T05:45:37.003" v="4524" actId="20577"/>
          <ac:spMkLst>
            <pc:docMk/>
            <pc:sldMk cId="1845432079" sldId="692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7-21T05:45:13.701" v="4518" actId="20577"/>
          <ac:spMkLst>
            <pc:docMk/>
            <pc:sldMk cId="1845432079" sldId="692"/>
            <ac:spMk id="8" creationId="{EB211650-5962-6765-C899-42E92A5E821E}"/>
          </ac:spMkLst>
        </pc:spChg>
        <pc:spChg chg="del">
          <ac:chgData name="Naimish Vadodariya" userId="d2e325c0593a319e" providerId="LiveId" clId="{C5D15607-3D89-4432-AEBA-7EDDE20FB0FE}" dt="2022-07-21T05:46:51.949" v="4537" actId="478"/>
          <ac:spMkLst>
            <pc:docMk/>
            <pc:sldMk cId="1845432079" sldId="692"/>
            <ac:spMk id="9" creationId="{00000000-0000-0000-0000-000000000000}"/>
          </ac:spMkLst>
        </pc:spChg>
        <pc:spChg chg="add del mod">
          <ac:chgData name="Naimish Vadodariya" userId="d2e325c0593a319e" providerId="LiveId" clId="{C5D15607-3D89-4432-AEBA-7EDDE20FB0FE}" dt="2022-07-21T05:46:43.731" v="4536" actId="478"/>
          <ac:spMkLst>
            <pc:docMk/>
            <pc:sldMk cId="1845432079" sldId="692"/>
            <ac:spMk id="11" creationId="{DF1781DA-D82F-99E5-413F-05C06CA304F1}"/>
          </ac:spMkLst>
        </pc:spChg>
        <pc:spChg chg="mod">
          <ac:chgData name="Naimish Vadodariya" userId="d2e325c0593a319e" providerId="LiveId" clId="{C5D15607-3D89-4432-AEBA-7EDDE20FB0FE}" dt="2022-07-21T05:46:22.262" v="4533" actId="20577"/>
          <ac:spMkLst>
            <pc:docMk/>
            <pc:sldMk cId="1845432079" sldId="692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7-21T05:46:12.436" v="4526" actId="14100"/>
          <ac:spMkLst>
            <pc:docMk/>
            <pc:sldMk cId="1845432079" sldId="692"/>
            <ac:spMk id="16" creationId="{08A50DC0-ACD1-C821-B8A5-EE4CB8303E37}"/>
          </ac:spMkLst>
        </pc:spChg>
        <pc:spChg chg="mod">
          <ac:chgData name="Naimish Vadodariya" userId="d2e325c0593a319e" providerId="LiveId" clId="{C5D15607-3D89-4432-AEBA-7EDDE20FB0FE}" dt="2022-07-21T05:46:35.456" v="4534" actId="14100"/>
          <ac:spMkLst>
            <pc:docMk/>
            <pc:sldMk cId="1845432079" sldId="692"/>
            <ac:spMk id="17" creationId="{43DE4105-031D-D0DE-E4D9-777C2F947096}"/>
          </ac:spMkLst>
        </pc:spChg>
        <pc:graphicFrameChg chg="modGraphic">
          <ac:chgData name="Naimish Vadodariya" userId="d2e325c0593a319e" providerId="LiveId" clId="{C5D15607-3D89-4432-AEBA-7EDDE20FB0FE}" dt="2022-07-21T05:46:58.204" v="4538" actId="207"/>
          <ac:graphicFrameMkLst>
            <pc:docMk/>
            <pc:sldMk cId="1845432079" sldId="692"/>
            <ac:graphicFrameMk id="4" creationId="{2486BC6F-42B7-4A1D-889E-1B1818D1D5FB}"/>
          </ac:graphicFrameMkLst>
        </pc:graphicFrameChg>
        <pc:graphicFrameChg chg="modGraphic">
          <ac:chgData name="Naimish Vadodariya" userId="d2e325c0593a319e" providerId="LiveId" clId="{C5D15607-3D89-4432-AEBA-7EDDE20FB0FE}" dt="2022-07-21T05:48:05.438" v="4553" actId="207"/>
          <ac:graphicFrameMkLst>
            <pc:docMk/>
            <pc:sldMk cId="1845432079" sldId="692"/>
            <ac:graphicFrameMk id="14" creationId="{CD4CB208-6586-AAD4-1436-DDA0A3C682F0}"/>
          </ac:graphicFrameMkLst>
        </pc:graphicFrameChg>
        <pc:cxnChg chg="add mod">
          <ac:chgData name="Naimish Vadodariya" userId="d2e325c0593a319e" providerId="LiveId" clId="{C5D15607-3D89-4432-AEBA-7EDDE20FB0FE}" dt="2022-07-21T05:47:50.680" v="4552" actId="1036"/>
          <ac:cxnSpMkLst>
            <pc:docMk/>
            <pc:sldMk cId="1845432079" sldId="692"/>
            <ac:cxnSpMk id="13" creationId="{DD2346FC-414E-CC60-75EE-61A0300100B9}"/>
          </ac:cxnSpMkLst>
        </pc:cxnChg>
        <pc:cxnChg chg="add mod">
          <ac:chgData name="Naimish Vadodariya" userId="d2e325c0593a319e" providerId="LiveId" clId="{C5D15607-3D89-4432-AEBA-7EDDE20FB0FE}" dt="2022-07-21T05:47:50.680" v="4552" actId="1036"/>
          <ac:cxnSpMkLst>
            <pc:docMk/>
            <pc:sldMk cId="1845432079" sldId="692"/>
            <ac:cxnSpMk id="18" creationId="{772E376C-53DA-0001-04C6-ED1A78FF55BD}"/>
          </ac:cxnSpMkLst>
        </pc:cxnChg>
        <pc:cxnChg chg="add mod">
          <ac:chgData name="Naimish Vadodariya" userId="d2e325c0593a319e" providerId="LiveId" clId="{C5D15607-3D89-4432-AEBA-7EDDE20FB0FE}" dt="2022-07-21T05:47:36.243" v="4545" actId="571"/>
          <ac:cxnSpMkLst>
            <pc:docMk/>
            <pc:sldMk cId="1845432079" sldId="692"/>
            <ac:cxnSpMk id="21" creationId="{2DA2DA60-DB6C-327E-FF1E-619A8EBD09B5}"/>
          </ac:cxnSpMkLst>
        </pc:cxnChg>
        <pc:cxnChg chg="add mod">
          <ac:chgData name="Naimish Vadodariya" userId="d2e325c0593a319e" providerId="LiveId" clId="{C5D15607-3D89-4432-AEBA-7EDDE20FB0FE}" dt="2022-07-21T05:47:36.243" v="4545" actId="571"/>
          <ac:cxnSpMkLst>
            <pc:docMk/>
            <pc:sldMk cId="1845432079" sldId="692"/>
            <ac:cxnSpMk id="22" creationId="{B7FD1C1A-0CC7-6EEC-2177-2BBB22249870}"/>
          </ac:cxnSpMkLst>
        </pc:cxnChg>
      </pc:sldChg>
      <pc:sldChg chg="addSp delSp modSp add mod delAnim modAnim">
        <pc:chgData name="Naimish Vadodariya" userId="d2e325c0593a319e" providerId="LiveId" clId="{C5D15607-3D89-4432-AEBA-7EDDE20FB0FE}" dt="2022-08-02T13:59:37.629" v="5928" actId="207"/>
        <pc:sldMkLst>
          <pc:docMk/>
          <pc:sldMk cId="2964722498" sldId="693"/>
        </pc:sldMkLst>
        <pc:spChg chg="mod">
          <ac:chgData name="Naimish Vadodariya" userId="d2e325c0593a319e" providerId="LiveId" clId="{C5D15607-3D89-4432-AEBA-7EDDE20FB0FE}" dt="2022-08-02T13:59:37.629" v="5928" actId="207"/>
          <ac:spMkLst>
            <pc:docMk/>
            <pc:sldMk cId="2964722498" sldId="693"/>
            <ac:spMk id="2" creationId="{00000000-0000-0000-0000-000000000000}"/>
          </ac:spMkLst>
        </pc:spChg>
        <pc:spChg chg="mod">
          <ac:chgData name="Naimish Vadodariya" userId="d2e325c0593a319e" providerId="LiveId" clId="{C5D15607-3D89-4432-AEBA-7EDDE20FB0FE}" dt="2022-08-02T13:38:37.725" v="5843"/>
          <ac:spMkLst>
            <pc:docMk/>
            <pc:sldMk cId="2964722498" sldId="693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8-02T13:38:47.373" v="5851" actId="20577"/>
          <ac:spMkLst>
            <pc:docMk/>
            <pc:sldMk cId="2964722498" sldId="693"/>
            <ac:spMk id="8" creationId="{EB211650-5962-6765-C899-42E92A5E821E}"/>
          </ac:spMkLst>
        </pc:spChg>
        <pc:spChg chg="mod">
          <ac:chgData name="Naimish Vadodariya" userId="d2e325c0593a319e" providerId="LiveId" clId="{C5D15607-3D89-4432-AEBA-7EDDE20FB0FE}" dt="2022-08-02T13:29:03.740" v="5655" actId="1036"/>
          <ac:spMkLst>
            <pc:docMk/>
            <pc:sldMk cId="2964722498" sldId="693"/>
            <ac:spMk id="10" creationId="{0331989E-8179-4BDF-EF61-C99E9BD6DAC0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6" creationId="{08A50DC0-ACD1-C821-B8A5-EE4CB8303E37}"/>
          </ac:spMkLst>
        </pc:spChg>
        <pc:spChg chg="mod">
          <ac:chgData name="Naimish Vadodariya" userId="d2e325c0593a319e" providerId="LiveId" clId="{C5D15607-3D89-4432-AEBA-7EDDE20FB0FE}" dt="2022-08-02T13:54:53.807" v="5922" actId="1035"/>
          <ac:spMkLst>
            <pc:docMk/>
            <pc:sldMk cId="2964722498" sldId="693"/>
            <ac:spMk id="17" creationId="{43DE4105-031D-D0DE-E4D9-777C2F947096}"/>
          </ac:spMkLst>
        </pc:spChg>
        <pc:spChg chg="add mod">
          <ac:chgData name="Naimish Vadodariya" userId="d2e325c0593a319e" providerId="LiveId" clId="{C5D15607-3D89-4432-AEBA-7EDDE20FB0FE}" dt="2022-08-02T13:44:39.882" v="5913" actId="14100"/>
          <ac:spMkLst>
            <pc:docMk/>
            <pc:sldMk cId="2964722498" sldId="693"/>
            <ac:spMk id="19" creationId="{CC74C14F-C13D-3C02-4C4E-3E96CFB42C4B}"/>
          </ac:spMkLst>
        </pc:spChg>
        <pc:spChg chg="add mod">
          <ac:chgData name="Naimish Vadodariya" userId="d2e325c0593a319e" providerId="LiveId" clId="{C5D15607-3D89-4432-AEBA-7EDDE20FB0FE}" dt="2022-08-02T13:51:51.052" v="5914" actId="1035"/>
          <ac:spMkLst>
            <pc:docMk/>
            <pc:sldMk cId="2964722498" sldId="693"/>
            <ac:spMk id="20" creationId="{AE5EFED1-E0F3-1EAB-3FBB-1AC572C3809D}"/>
          </ac:spMkLst>
        </pc:spChg>
        <pc:spChg chg="add mod">
          <ac:chgData name="Naimish Vadodariya" userId="d2e325c0593a319e" providerId="LiveId" clId="{C5D15607-3D89-4432-AEBA-7EDDE20FB0FE}" dt="2022-08-02T13:43:51.375" v="5909" actId="14100"/>
          <ac:spMkLst>
            <pc:docMk/>
            <pc:sldMk cId="2964722498" sldId="693"/>
            <ac:spMk id="21" creationId="{5384D5CD-1F17-87A6-54E7-ECF2A5F8ED8C}"/>
          </ac:spMkLst>
        </pc:spChg>
        <pc:graphicFrameChg chg="del">
          <ac:chgData name="Naimish Vadodariya" userId="d2e325c0593a319e" providerId="LiveId" clId="{C5D15607-3D89-4432-AEBA-7EDDE20FB0FE}" dt="2022-08-02T12:51:53.541" v="4770" actId="478"/>
          <ac:graphicFrameMkLst>
            <pc:docMk/>
            <pc:sldMk cId="2964722498" sldId="693"/>
            <ac:graphicFrameMk id="14" creationId="{CD4CB208-6586-AAD4-1436-DDA0A3C682F0}"/>
          </ac:graphicFrameMkLst>
        </pc:graphicFrameChg>
        <pc:cxnChg chg="del">
          <ac:chgData name="Naimish Vadodariya" userId="d2e325c0593a319e" providerId="LiveId" clId="{C5D15607-3D89-4432-AEBA-7EDDE20FB0FE}" dt="2022-08-02T12:51:55.525" v="4772" actId="478"/>
          <ac:cxnSpMkLst>
            <pc:docMk/>
            <pc:sldMk cId="2964722498" sldId="693"/>
            <ac:cxnSpMk id="13" creationId="{DD2346FC-414E-CC60-75EE-61A0300100B9}"/>
          </ac:cxnSpMkLst>
        </pc:cxnChg>
        <pc:cxnChg chg="del">
          <ac:chgData name="Naimish Vadodariya" userId="d2e325c0593a319e" providerId="LiveId" clId="{C5D15607-3D89-4432-AEBA-7EDDE20FB0FE}" dt="2022-08-02T12:51:54.728" v="4771" actId="478"/>
          <ac:cxnSpMkLst>
            <pc:docMk/>
            <pc:sldMk cId="2964722498" sldId="693"/>
            <ac:cxnSpMk id="18" creationId="{772E376C-53DA-0001-04C6-ED1A78FF55BD}"/>
          </ac:cxnSpMkLst>
        </pc:cxnChg>
      </pc:sldChg>
      <pc:sldChg chg="modSp add del mod">
        <pc:chgData name="Naimish Vadodariya" userId="d2e325c0593a319e" providerId="LiveId" clId="{C5D15607-3D89-4432-AEBA-7EDDE20FB0FE}" dt="2022-07-26T00:43:57.955" v="4751" actId="2696"/>
        <pc:sldMkLst>
          <pc:docMk/>
          <pc:sldMk cId="3614904855" sldId="693"/>
        </pc:sldMkLst>
        <pc:spChg chg="mod">
          <ac:chgData name="Naimish Vadodariya" userId="d2e325c0593a319e" providerId="LiveId" clId="{C5D15607-3D89-4432-AEBA-7EDDE20FB0FE}" dt="2022-07-26T00:41:13.869" v="4750" actId="20577"/>
          <ac:spMkLst>
            <pc:docMk/>
            <pc:sldMk cId="3614904855" sldId="693"/>
            <ac:spMk id="2" creationId="{00000000-0000-0000-0000-000000000000}"/>
          </ac:spMkLst>
        </pc:spChg>
      </pc:sldChg>
      <pc:sldChg chg="addSp delSp modSp add mod delAnim modAnim">
        <pc:chgData name="Naimish Vadodariya" userId="d2e325c0593a319e" providerId="LiveId" clId="{C5D15607-3D89-4432-AEBA-7EDDE20FB0FE}" dt="2022-08-02T13:59:18.083" v="5925" actId="207"/>
        <pc:sldMkLst>
          <pc:docMk/>
          <pc:sldMk cId="2407907209" sldId="694"/>
        </pc:sldMkLst>
        <pc:spChg chg="mod">
          <ac:chgData name="Naimish Vadodariya" userId="d2e325c0593a319e" providerId="LiveId" clId="{C5D15607-3D89-4432-AEBA-7EDDE20FB0FE}" dt="2022-08-02T13:59:18.083" v="5925" actId="207"/>
          <ac:spMkLst>
            <pc:docMk/>
            <pc:sldMk cId="2407907209" sldId="694"/>
            <ac:spMk id="2" creationId="{00000000-0000-0000-0000-000000000000}"/>
          </ac:spMkLst>
        </pc:spChg>
        <pc:spChg chg="add mod">
          <ac:chgData name="Naimish Vadodariya" userId="d2e325c0593a319e" providerId="LiveId" clId="{C5D15607-3D89-4432-AEBA-7EDDE20FB0FE}" dt="2022-08-02T13:03:50.651" v="5335" actId="123"/>
          <ac:spMkLst>
            <pc:docMk/>
            <pc:sldMk cId="2407907209" sldId="694"/>
            <ac:spMk id="3" creationId="{226A7A56-A308-0C78-209E-6C25E8B150CF}"/>
          </ac:spMkLst>
        </pc:spChg>
        <pc:spChg chg="mod">
          <ac:chgData name="Naimish Vadodariya" userId="d2e325c0593a319e" providerId="LiveId" clId="{C5D15607-3D89-4432-AEBA-7EDDE20FB0FE}" dt="2022-08-02T13:04:52.285" v="5339"/>
          <ac:spMkLst>
            <pc:docMk/>
            <pc:sldMk cId="2407907209" sldId="694"/>
            <ac:spMk id="7" creationId="{EF46A604-D831-08C9-8A1F-5B773647B7F5}"/>
          </ac:spMkLst>
        </pc:spChg>
        <pc:spChg chg="mod">
          <ac:chgData name="Naimish Vadodariya" userId="d2e325c0593a319e" providerId="LiveId" clId="{C5D15607-3D89-4432-AEBA-7EDDE20FB0FE}" dt="2022-08-02T12:58:54.377" v="4906" actId="20577"/>
          <ac:spMkLst>
            <pc:docMk/>
            <pc:sldMk cId="2407907209" sldId="694"/>
            <ac:spMk id="15" creationId="{C4499F60-3764-5CC8-5C83-857AC1583F24}"/>
          </ac:spMkLst>
        </pc:spChg>
        <pc:spChg chg="mod">
          <ac:chgData name="Naimish Vadodariya" userId="d2e325c0593a319e" providerId="LiveId" clId="{C5D15607-3D89-4432-AEBA-7EDDE20FB0FE}" dt="2022-08-02T12:55:43.669" v="4846" actId="20577"/>
          <ac:spMkLst>
            <pc:docMk/>
            <pc:sldMk cId="2407907209" sldId="694"/>
            <ac:spMk id="17" creationId="{43DE4105-031D-D0DE-E4D9-777C2F947096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19" creationId="{3B791CFE-578E-D804-38AE-6681F5BF5247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20" creationId="{E088FFF4-84CB-9838-F391-8764634A3AE6}"/>
          </ac:spMkLst>
        </pc:spChg>
        <pc:spChg chg="add mod">
          <ac:chgData name="Naimish Vadodariya" userId="d2e325c0593a319e" providerId="LiveId" clId="{C5D15607-3D89-4432-AEBA-7EDDE20FB0FE}" dt="2022-08-02T12:59:51.749" v="4970" actId="1036"/>
          <ac:spMkLst>
            <pc:docMk/>
            <pc:sldMk cId="2407907209" sldId="694"/>
            <ac:spMk id="21" creationId="{84DDB2EF-9A43-6E16-1634-5F77F1F696E8}"/>
          </ac:spMkLst>
        </pc:spChg>
        <pc:spChg chg="add mod">
          <ac:chgData name="Naimish Vadodariya" userId="d2e325c0593a319e" providerId="LiveId" clId="{C5D15607-3D89-4432-AEBA-7EDDE20FB0FE}" dt="2022-08-02T13:03:55.050" v="5336" actId="123"/>
          <ac:spMkLst>
            <pc:docMk/>
            <pc:sldMk cId="2407907209" sldId="694"/>
            <ac:spMk id="22" creationId="{AA9D8139-E15C-C548-DEC3-D0BA78DF706E}"/>
          </ac:spMkLst>
        </pc:spChg>
        <pc:graphicFrameChg chg="modGraphic">
          <ac:chgData name="Naimish Vadodariya" userId="d2e325c0593a319e" providerId="LiveId" clId="{C5D15607-3D89-4432-AEBA-7EDDE20FB0FE}" dt="2022-08-02T12:59:03.490" v="4911" actId="114"/>
          <ac:graphicFrameMkLst>
            <pc:docMk/>
            <pc:sldMk cId="2407907209" sldId="694"/>
            <ac:graphicFrameMk id="4" creationId="{2486BC6F-42B7-4A1D-889E-1B1818D1D5FB}"/>
          </ac:graphicFrameMkLst>
        </pc:graphicFrameChg>
        <pc:graphicFrameChg chg="del">
          <ac:chgData name="Naimish Vadodariya" userId="d2e325c0593a319e" providerId="LiveId" clId="{C5D15607-3D89-4432-AEBA-7EDDE20FB0FE}" dt="2022-08-02T12:55:36.489" v="4841" actId="478"/>
          <ac:graphicFrameMkLst>
            <pc:docMk/>
            <pc:sldMk cId="2407907209" sldId="694"/>
            <ac:graphicFrameMk id="14" creationId="{CD4CB208-6586-AAD4-1436-DDA0A3C682F0}"/>
          </ac:graphicFrameMkLst>
        </pc:graphicFrameChg>
        <pc:cxnChg chg="del">
          <ac:chgData name="Naimish Vadodariya" userId="d2e325c0593a319e" providerId="LiveId" clId="{C5D15607-3D89-4432-AEBA-7EDDE20FB0FE}" dt="2022-08-02T12:55:38.286" v="4843" actId="478"/>
          <ac:cxnSpMkLst>
            <pc:docMk/>
            <pc:sldMk cId="2407907209" sldId="694"/>
            <ac:cxnSpMk id="13" creationId="{DD2346FC-414E-CC60-75EE-61A0300100B9}"/>
          </ac:cxnSpMkLst>
        </pc:cxnChg>
        <pc:cxnChg chg="del">
          <ac:chgData name="Naimish Vadodariya" userId="d2e325c0593a319e" providerId="LiveId" clId="{C5D15607-3D89-4432-AEBA-7EDDE20FB0FE}" dt="2022-08-02T12:55:37.473" v="4842" actId="478"/>
          <ac:cxnSpMkLst>
            <pc:docMk/>
            <pc:sldMk cId="2407907209" sldId="694"/>
            <ac:cxnSpMk id="18" creationId="{772E376C-53DA-0001-04C6-ED1A78FF55BD}"/>
          </ac:cxnSpMkLst>
        </pc:cxnChg>
      </pc:sldChg>
      <pc:sldChg chg="addSp delSp modSp add mod ord delAnim modAnim">
        <pc:chgData name="Naimish Vadodariya" userId="d2e325c0593a319e" providerId="LiveId" clId="{C5D15607-3D89-4432-AEBA-7EDDE20FB0FE}" dt="2022-08-02T13:24:52.157" v="5638"/>
        <pc:sldMkLst>
          <pc:docMk/>
          <pc:sldMk cId="3216824235" sldId="695"/>
        </pc:sldMkLst>
        <pc:spChg chg="mod">
          <ac:chgData name="Naimish Vadodariya" userId="d2e325c0593a319e" providerId="LiveId" clId="{C5D15607-3D89-4432-AEBA-7EDDE20FB0FE}" dt="2022-08-02T13:13:12.331" v="5487" actId="20577"/>
          <ac:spMkLst>
            <pc:docMk/>
            <pc:sldMk cId="3216824235" sldId="695"/>
            <ac:spMk id="2" creationId="{1D522477-C5E6-4247-4C70-D60E0DE0B15B}"/>
          </ac:spMkLst>
        </pc:spChg>
        <pc:spChg chg="del topLvl">
          <ac:chgData name="Naimish Vadodariya" userId="d2e325c0593a319e" providerId="LiveId" clId="{C5D15607-3D89-4432-AEBA-7EDDE20FB0FE}" dt="2022-08-02T13:12:45.628" v="5485" actId="478"/>
          <ac:spMkLst>
            <pc:docMk/>
            <pc:sldMk cId="3216824235" sldId="695"/>
            <ac:spMk id="7" creationId="{C96FEA9C-1534-7353-A8FE-09F22C92D913}"/>
          </ac:spMkLst>
        </pc:spChg>
        <pc:spChg chg="del mod topLvl">
          <ac:chgData name="Naimish Vadodariya" userId="d2e325c0593a319e" providerId="LiveId" clId="{C5D15607-3D89-4432-AEBA-7EDDE20FB0FE}" dt="2022-08-02T13:12:35.544" v="5478" actId="478"/>
          <ac:spMkLst>
            <pc:docMk/>
            <pc:sldMk cId="3216824235" sldId="695"/>
            <ac:spMk id="8" creationId="{A0702EEF-F482-45A6-1F21-AE23F22E1A1D}"/>
          </ac:spMkLst>
        </pc:spChg>
        <pc:spChg chg="add mod">
          <ac:chgData name="Naimish Vadodariya" userId="d2e325c0593a319e" providerId="LiveId" clId="{C5D15607-3D89-4432-AEBA-7EDDE20FB0FE}" dt="2022-08-02T13:23:55.413" v="5634" actId="20577"/>
          <ac:spMkLst>
            <pc:docMk/>
            <pc:sldMk cId="3216824235" sldId="695"/>
            <ac:spMk id="9" creationId="{E7BF5C15-3998-5926-AE2E-58B9F589E718}"/>
          </ac:spMkLst>
        </pc:spChg>
        <pc:spChg chg="add mod">
          <ac:chgData name="Naimish Vadodariya" userId="d2e325c0593a319e" providerId="LiveId" clId="{C5D15607-3D89-4432-AEBA-7EDDE20FB0FE}" dt="2022-08-02T13:22:31.017" v="5629" actId="113"/>
          <ac:spMkLst>
            <pc:docMk/>
            <pc:sldMk cId="3216824235" sldId="695"/>
            <ac:spMk id="10" creationId="{98EB4C7C-634D-29F0-D416-2D5BBCAD3F0B}"/>
          </ac:spMkLst>
        </pc:spChg>
        <pc:spChg chg="add mod">
          <ac:chgData name="Naimish Vadodariya" userId="d2e325c0593a319e" providerId="LiveId" clId="{C5D15607-3D89-4432-AEBA-7EDDE20FB0FE}" dt="2022-08-02T13:22:33.820" v="5630" actId="113"/>
          <ac:spMkLst>
            <pc:docMk/>
            <pc:sldMk cId="3216824235" sldId="695"/>
            <ac:spMk id="11" creationId="{67D68336-E7BD-60E7-85CF-6C01759CCA82}"/>
          </ac:spMkLst>
        </pc:spChg>
        <pc:spChg chg="add mod">
          <ac:chgData name="Naimish Vadodariya" userId="d2e325c0593a319e" providerId="LiveId" clId="{C5D15607-3D89-4432-AEBA-7EDDE20FB0FE}" dt="2022-08-02T13:22:37.200" v="5631" actId="113"/>
          <ac:spMkLst>
            <pc:docMk/>
            <pc:sldMk cId="3216824235" sldId="695"/>
            <ac:spMk id="12" creationId="{C1D672BA-4446-0F02-1505-6E22239EE1E4}"/>
          </ac:spMkLst>
        </pc:spChg>
        <pc:grpChg chg="del mod">
          <ac:chgData name="Naimish Vadodariya" userId="d2e325c0593a319e" providerId="LiveId" clId="{C5D15607-3D89-4432-AEBA-7EDDE20FB0FE}" dt="2022-08-02T13:12:35.544" v="5478" actId="478"/>
          <ac:grpSpMkLst>
            <pc:docMk/>
            <pc:sldMk cId="3216824235" sldId="695"/>
            <ac:grpSpMk id="6" creationId="{32CFF17C-2F7C-1CB3-F439-E587C6FEAB8F}"/>
          </ac:grpSpMkLst>
        </pc:grpChg>
        <pc:graphicFrameChg chg="del">
          <ac:chgData name="Naimish Vadodariya" userId="d2e325c0593a319e" providerId="LiveId" clId="{C5D15607-3D89-4432-AEBA-7EDDE20FB0FE}" dt="2022-08-02T13:11:35.724" v="5472" actId="478"/>
          <ac:graphicFrameMkLst>
            <pc:docMk/>
            <pc:sldMk cId="3216824235" sldId="695"/>
            <ac:graphicFrameMk id="4" creationId="{9DD5ED74-CCEB-0B3E-B2AC-3DDC63428BBA}"/>
          </ac:graphicFrameMkLst>
        </pc:graphicFrameChg>
        <pc:graphicFrameChg chg="del">
          <ac:chgData name="Naimish Vadodariya" userId="d2e325c0593a319e" providerId="LiveId" clId="{C5D15607-3D89-4432-AEBA-7EDDE20FB0FE}" dt="2022-08-02T13:11:37.990" v="5473" actId="478"/>
          <ac:graphicFrameMkLst>
            <pc:docMk/>
            <pc:sldMk cId="3216824235" sldId="695"/>
            <ac:graphicFrameMk id="5" creationId="{82E8ADC2-DF14-359D-B349-5D0DCAD02B6F}"/>
          </ac:graphicFrameMkLst>
        </pc:graphicFrameChg>
      </pc:sldChg>
      <pc:sldChg chg="addSp delSp modSp add mod ord delAnim modAnim">
        <pc:chgData name="Naimish Vadodariya" userId="d2e325c0593a319e" providerId="LiveId" clId="{C5D15607-3D89-4432-AEBA-7EDDE20FB0FE}" dt="2022-08-02T13:59:28.952" v="5927" actId="207"/>
        <pc:sldMkLst>
          <pc:docMk/>
          <pc:sldMk cId="4131958776" sldId="696"/>
        </pc:sldMkLst>
        <pc:spChg chg="mod">
          <ac:chgData name="Naimish Vadodariya" userId="d2e325c0593a319e" providerId="LiveId" clId="{C5D15607-3D89-4432-AEBA-7EDDE20FB0FE}" dt="2022-08-02T13:59:28.952" v="5927" actId="207"/>
          <ac:spMkLst>
            <pc:docMk/>
            <pc:sldMk cId="4131958776" sldId="696"/>
            <ac:spMk id="2" creationId="{E1F2D5F8-87CB-4B5B-8EC7-5F4CE6485746}"/>
          </ac:spMkLst>
        </pc:spChg>
        <pc:spChg chg="mod">
          <ac:chgData name="Naimish Vadodariya" userId="d2e325c0593a319e" providerId="LiveId" clId="{C5D15607-3D89-4432-AEBA-7EDDE20FB0FE}" dt="2022-08-02T13:31:12.105" v="5701" actId="113"/>
          <ac:spMkLst>
            <pc:docMk/>
            <pc:sldMk cId="4131958776" sldId="696"/>
            <ac:spMk id="3" creationId="{139A428D-8F15-4206-B337-FA27C005FA71}"/>
          </ac:spMkLst>
        </pc:spChg>
        <pc:spChg chg="mod">
          <ac:chgData name="Naimish Vadodariya" userId="d2e325c0593a319e" providerId="LiveId" clId="{C5D15607-3D89-4432-AEBA-7EDDE20FB0FE}" dt="2022-08-02T13:37:07.067" v="5771" actId="20577"/>
          <ac:spMkLst>
            <pc:docMk/>
            <pc:sldMk cId="4131958776" sldId="696"/>
            <ac:spMk id="4" creationId="{CCC04B9A-372A-EC90-3C6F-D0D5053FC9E8}"/>
          </ac:spMkLst>
        </pc:spChg>
        <pc:spChg chg="mod">
          <ac:chgData name="Naimish Vadodariya" userId="d2e325c0593a319e" providerId="LiveId" clId="{C5D15607-3D89-4432-AEBA-7EDDE20FB0FE}" dt="2022-08-02T13:36:07.247" v="5760" actId="20577"/>
          <ac:spMkLst>
            <pc:docMk/>
            <pc:sldMk cId="4131958776" sldId="696"/>
            <ac:spMk id="5" creationId="{CE0FA9D8-CF4E-09C5-DF26-91A1787E70BF}"/>
          </ac:spMkLst>
        </pc:spChg>
        <pc:spChg chg="mod">
          <ac:chgData name="Naimish Vadodariya" userId="d2e325c0593a319e" providerId="LiveId" clId="{C5D15607-3D89-4432-AEBA-7EDDE20FB0FE}" dt="2022-08-02T13:32:36.776" v="5742" actId="14100"/>
          <ac:spMkLst>
            <pc:docMk/>
            <pc:sldMk cId="4131958776" sldId="696"/>
            <ac:spMk id="6" creationId="{353A77F3-764F-7414-ADFD-5B1C93E8B16C}"/>
          </ac:spMkLst>
        </pc:spChg>
        <pc:spChg chg="del">
          <ac:chgData name="Naimish Vadodariya" userId="d2e325c0593a319e" providerId="LiveId" clId="{C5D15607-3D89-4432-AEBA-7EDDE20FB0FE}" dt="2022-08-02T13:32:06.532" v="5721" actId="478"/>
          <ac:spMkLst>
            <pc:docMk/>
            <pc:sldMk cId="4131958776" sldId="696"/>
            <ac:spMk id="7" creationId="{2890E29D-2083-62D6-3DB7-6088BB5FA4B3}"/>
          </ac:spMkLst>
        </pc:spChg>
        <pc:spChg chg="del">
          <ac:chgData name="Naimish Vadodariya" userId="d2e325c0593a319e" providerId="LiveId" clId="{C5D15607-3D89-4432-AEBA-7EDDE20FB0FE}" dt="2022-08-02T13:32:08.518" v="5722" actId="478"/>
          <ac:spMkLst>
            <pc:docMk/>
            <pc:sldMk cId="4131958776" sldId="696"/>
            <ac:spMk id="8" creationId="{4FC96081-BE46-4D73-6C6E-20B12FCB9D84}"/>
          </ac:spMkLst>
        </pc:spChg>
        <pc:spChg chg="del mod">
          <ac:chgData name="Naimish Vadodariya" userId="d2e325c0593a319e" providerId="LiveId" clId="{C5D15607-3D89-4432-AEBA-7EDDE20FB0FE}" dt="2022-08-02T13:32:04.530" v="5720" actId="478"/>
          <ac:spMkLst>
            <pc:docMk/>
            <pc:sldMk cId="4131958776" sldId="696"/>
            <ac:spMk id="9" creationId="{9EF3D285-9AF2-E4F2-E778-8A63B9856DB3}"/>
          </ac:spMkLst>
        </pc:spChg>
        <pc:graphicFrameChg chg="add mod">
          <ac:chgData name="Naimish Vadodariya" userId="d2e325c0593a319e" providerId="LiveId" clId="{C5D15607-3D89-4432-AEBA-7EDDE20FB0FE}" dt="2022-08-02T13:33:06.601" v="5751" actId="1076"/>
          <ac:graphicFrameMkLst>
            <pc:docMk/>
            <pc:sldMk cId="4131958776" sldId="696"/>
            <ac:graphicFrameMk id="10" creationId="{D0EAD167-1369-D27E-B305-A431475AF504}"/>
          </ac:graphicFrameMkLst>
        </pc:graphicFrameChg>
        <pc:graphicFrameChg chg="add mod">
          <ac:chgData name="Naimish Vadodariya" userId="d2e325c0593a319e" providerId="LiveId" clId="{C5D15607-3D89-4432-AEBA-7EDDE20FB0FE}" dt="2022-08-02T13:33:06.601" v="5751" actId="1076"/>
          <ac:graphicFrameMkLst>
            <pc:docMk/>
            <pc:sldMk cId="4131958776" sldId="696"/>
            <ac:graphicFrameMk id="11" creationId="{D62668B2-FB14-89BE-7F56-3D6477713325}"/>
          </ac:graphicFrameMkLst>
        </pc:graphicFrameChg>
      </pc:sldChg>
      <pc:sldMasterChg chg="modSldLayout">
        <pc:chgData name="Naimish Vadodariya" userId="d2e325c0593a319e" providerId="LiveId" clId="{C5D15607-3D89-4432-AEBA-7EDDE20FB0FE}" dt="2022-08-02T14:05:33.271" v="5943" actId="208"/>
        <pc:sldMasterMkLst>
          <pc:docMk/>
          <pc:sldMasterMk cId="791954662" sldId="2147483648"/>
        </pc:sldMasterMkLst>
        <pc:sldLayoutChg chg="modSp mod">
          <pc:chgData name="Naimish Vadodariya" userId="d2e325c0593a319e" providerId="LiveId" clId="{C5D15607-3D89-4432-AEBA-7EDDE20FB0FE}" dt="2022-08-02T14:05:33.271" v="5943" actId="208"/>
          <pc:sldLayoutMkLst>
            <pc:docMk/>
            <pc:sldMasterMk cId="791954662" sldId="2147483648"/>
            <pc:sldLayoutMk cId="1475118703" sldId="2147483692"/>
          </pc:sldLayoutMkLst>
          <pc:spChg chg="mod">
            <ac:chgData name="Naimish Vadodariya" userId="d2e325c0593a319e" providerId="LiveId" clId="{C5D15607-3D89-4432-AEBA-7EDDE20FB0FE}" dt="2022-08-02T14:05:15.977" v="5939" actId="207"/>
            <ac:spMkLst>
              <pc:docMk/>
              <pc:sldMasterMk cId="791954662" sldId="2147483648"/>
              <pc:sldLayoutMk cId="1475118703" sldId="2147483692"/>
              <ac:spMk id="22" creationId="{EB889181-F145-4E62-A282-E5B77978D1F3}"/>
            </ac:spMkLst>
          </pc:spChg>
          <pc:spChg chg="mod">
            <ac:chgData name="Naimish Vadodariya" userId="d2e325c0593a319e" providerId="LiveId" clId="{C5D15607-3D89-4432-AEBA-7EDDE20FB0FE}" dt="2022-08-02T14:05:19.414" v="5940" actId="207"/>
            <ac:spMkLst>
              <pc:docMk/>
              <pc:sldMasterMk cId="791954662" sldId="2147483648"/>
              <pc:sldLayoutMk cId="1475118703" sldId="2147483692"/>
              <ac:spMk id="23" creationId="{5E9DA42E-B221-4BBE-B651-F7171591BCD7}"/>
            </ac:spMkLst>
          </pc:spChg>
          <pc:spChg chg="mod">
            <ac:chgData name="Naimish Vadodariya" userId="d2e325c0593a319e" providerId="LiveId" clId="{C5D15607-3D89-4432-AEBA-7EDDE20FB0FE}" dt="2022-08-02T14:05:33.271" v="5943" actId="208"/>
            <ac:spMkLst>
              <pc:docMk/>
              <pc:sldMasterMk cId="791954662" sldId="2147483648"/>
              <pc:sldLayoutMk cId="1475118703" sldId="2147483692"/>
              <ac:spMk id="38" creationId="{00000000-0000-0000-0000-000000000000}"/>
            </ac:spMkLst>
          </pc:spChg>
          <pc:spChg chg="mod">
            <ac:chgData name="Naimish Vadodariya" userId="d2e325c0593a319e" providerId="LiveId" clId="{C5D15607-3D89-4432-AEBA-7EDDE20FB0FE}" dt="2022-08-02T14:05:08.946" v="5938" actId="207"/>
            <ac:spMkLst>
              <pc:docMk/>
              <pc:sldMasterMk cId="791954662" sldId="2147483648"/>
              <pc:sldLayoutMk cId="1475118703" sldId="2147483692"/>
              <ac:spMk id="41" creationId="{00000000-0000-0000-0000-000000000000}"/>
            </ac:spMkLst>
          </pc:spChg>
          <pc:spChg chg="mod">
            <ac:chgData name="Naimish Vadodariya" userId="d2e325c0593a319e" providerId="LiveId" clId="{C5D15607-3D89-4432-AEBA-7EDDE20FB0FE}" dt="2022-08-02T14:05:08.946" v="5938" actId="207"/>
            <ac:spMkLst>
              <pc:docMk/>
              <pc:sldMasterMk cId="791954662" sldId="2147483648"/>
              <pc:sldLayoutMk cId="1475118703" sldId="2147483692"/>
              <ac:spMk id="42" creationId="{00000000-0000-0000-0000-000000000000}"/>
            </ac:spMkLst>
          </pc:spChg>
        </pc:sldLayoutChg>
      </pc:sldMasterChg>
    </pc:docChg>
  </pc:docChgLst>
  <pc:docChgLst>
    <pc:chgData name="Naimish Vadodariya" userId="d2e325c0593a319e" providerId="LiveId" clId="{80D3DD34-0633-4CF3-9F17-1AAA4BF0DB11}"/>
    <pc:docChg chg="modSld">
      <pc:chgData name="Naimish Vadodariya" userId="d2e325c0593a319e" providerId="LiveId" clId="{80D3DD34-0633-4CF3-9F17-1AAA4BF0DB11}" dt="2022-09-15T06:36:12.020" v="10" actId="20577"/>
      <pc:docMkLst>
        <pc:docMk/>
      </pc:docMkLst>
      <pc:sldChg chg="modSp mod">
        <pc:chgData name="Naimish Vadodariya" userId="d2e325c0593a319e" providerId="LiveId" clId="{80D3DD34-0633-4CF3-9F17-1AAA4BF0DB11}" dt="2022-09-15T06:36:12.020" v="10" actId="20577"/>
        <pc:sldMkLst>
          <pc:docMk/>
          <pc:sldMk cId="2721305422" sldId="337"/>
        </pc:sldMkLst>
        <pc:graphicFrameChg chg="modGraphic">
          <ac:chgData name="Naimish Vadodariya" userId="d2e325c0593a319e" providerId="LiveId" clId="{80D3DD34-0633-4CF3-9F17-1AAA4BF0DB11}" dt="2022-09-15T06:36:12.020" v="10" actId="20577"/>
          <ac:graphicFrameMkLst>
            <pc:docMk/>
            <pc:sldMk cId="2721305422" sldId="337"/>
            <ac:graphicFrameMk id="42" creationId="{26B864CA-85CD-4666-B9D1-870ED08B272C}"/>
          </ac:graphicFrameMkLst>
        </pc:graphicFrameChg>
      </pc:sldChg>
    </pc:docChg>
  </pc:docChgLst>
  <pc:docChgLst>
    <pc:chgData name="Naimish Vadodariya" userId="d2e325c0593a319e" providerId="LiveId" clId="{4720A315-5A2E-4271-BFB1-BB9042A829E5}"/>
    <pc:docChg chg="undo redo custSel addSld delSld modSld sldOrd">
      <pc:chgData name="Naimish Vadodariya" userId="d2e325c0593a319e" providerId="LiveId" clId="{4720A315-5A2E-4271-BFB1-BB9042A829E5}" dt="2022-07-10T03:57:09.696" v="677" actId="20577"/>
      <pc:docMkLst>
        <pc:docMk/>
      </pc:docMkLst>
      <pc:sldChg chg="addSp delSp modSp mod addAnim delAnim">
        <pc:chgData name="Naimish Vadodariya" userId="d2e325c0593a319e" providerId="LiveId" clId="{4720A315-5A2E-4271-BFB1-BB9042A829E5}" dt="2022-07-08T16:31:11.035" v="586" actId="14100"/>
        <pc:sldMkLst>
          <pc:docMk/>
          <pc:sldMk cId="1915482141" sldId="289"/>
        </pc:sldMkLst>
        <pc:spChg chg="mod topLvl">
          <ac:chgData name="Naimish Vadodariya" userId="d2e325c0593a319e" providerId="LiveId" clId="{4720A315-5A2E-4271-BFB1-BB9042A829E5}" dt="2022-07-08T16:30:49.836" v="571" actId="478"/>
          <ac:spMkLst>
            <pc:docMk/>
            <pc:sldMk cId="1915482141" sldId="289"/>
            <ac:spMk id="4" creationId="{E9A4A388-3701-E936-5D61-943EDF699402}"/>
          </ac:spMkLst>
        </pc:spChg>
        <pc:spChg chg="add del mod topLvl">
          <ac:chgData name="Naimish Vadodariya" userId="d2e325c0593a319e" providerId="LiveId" clId="{4720A315-5A2E-4271-BFB1-BB9042A829E5}" dt="2022-07-08T16:31:11.035" v="586" actId="14100"/>
          <ac:spMkLst>
            <pc:docMk/>
            <pc:sldMk cId="1915482141" sldId="289"/>
            <ac:spMk id="5" creationId="{1A3C4AD4-AE2C-BB37-D8F4-E2CF8B009D71}"/>
          </ac:spMkLst>
        </pc:spChg>
        <pc:spChg chg="add del mod">
          <ac:chgData name="Naimish Vadodariya" userId="d2e325c0593a319e" providerId="LiveId" clId="{4720A315-5A2E-4271-BFB1-BB9042A829E5}" dt="2022-07-08T16:30:54.179" v="572" actId="478"/>
          <ac:spMkLst>
            <pc:docMk/>
            <pc:sldMk cId="1915482141" sldId="289"/>
            <ac:spMk id="6" creationId="{2E021695-34EC-5D16-AFE9-7C77205942CF}"/>
          </ac:spMkLst>
        </pc:spChg>
        <pc:grpChg chg="add del">
          <ac:chgData name="Naimish Vadodariya" userId="d2e325c0593a319e" providerId="LiveId" clId="{4720A315-5A2E-4271-BFB1-BB9042A829E5}" dt="2022-07-08T16:30:49.836" v="571" actId="478"/>
          <ac:grpSpMkLst>
            <pc:docMk/>
            <pc:sldMk cId="1915482141" sldId="289"/>
            <ac:grpSpMk id="3" creationId="{B814C6DB-F447-EDE6-462B-FA2DE34F8D8C}"/>
          </ac:grpSpMkLst>
        </pc:grpChg>
      </pc:sldChg>
      <pc:sldChg chg="addSp modSp mod modAnim">
        <pc:chgData name="Naimish Vadodariya" userId="d2e325c0593a319e" providerId="LiveId" clId="{4720A315-5A2E-4271-BFB1-BB9042A829E5}" dt="2022-07-10T03:57:09.696" v="677" actId="20577"/>
        <pc:sldMkLst>
          <pc:docMk/>
          <pc:sldMk cId="2554711902" sldId="291"/>
        </pc:sldMkLst>
        <pc:spChg chg="mod">
          <ac:chgData name="Naimish Vadodariya" userId="d2e325c0593a319e" providerId="LiveId" clId="{4720A315-5A2E-4271-BFB1-BB9042A829E5}" dt="2022-07-08T16:15:43.878" v="352" actId="20577"/>
          <ac:spMkLst>
            <pc:docMk/>
            <pc:sldMk cId="2554711902" sldId="291"/>
            <ac:spMk id="2" creationId="{095EF1AA-B384-4B3C-AA64-26D31B983DC1}"/>
          </ac:spMkLst>
        </pc:spChg>
        <pc:spChg chg="add mod">
          <ac:chgData name="Naimish Vadodariya" userId="d2e325c0593a319e" providerId="LiveId" clId="{4720A315-5A2E-4271-BFB1-BB9042A829E5}" dt="2022-07-08T16:36:09.671" v="674" actId="1582"/>
          <ac:spMkLst>
            <pc:docMk/>
            <pc:sldMk cId="2554711902" sldId="291"/>
            <ac:spMk id="3" creationId="{C1A1189A-7AFE-CCC8-8A9C-0C401FF3B55B}"/>
          </ac:spMkLst>
        </pc:spChg>
        <pc:spChg chg="add mod">
          <ac:chgData name="Naimish Vadodariya" userId="d2e325c0593a319e" providerId="LiveId" clId="{4720A315-5A2E-4271-BFB1-BB9042A829E5}" dt="2022-07-08T16:16:26.732" v="356" actId="1582"/>
          <ac:spMkLst>
            <pc:docMk/>
            <pc:sldMk cId="2554711902" sldId="291"/>
            <ac:spMk id="4" creationId="{0A8696B3-C7C3-43DD-0940-820E303B2436}"/>
          </ac:spMkLst>
        </pc:spChg>
        <pc:spChg chg="mod">
          <ac:chgData name="Naimish Vadodariya" userId="d2e325c0593a319e" providerId="LiveId" clId="{4720A315-5A2E-4271-BFB1-BB9042A829E5}" dt="2022-07-10T03:57:09.696" v="677" actId="20577"/>
          <ac:spMkLst>
            <pc:docMk/>
            <pc:sldMk cId="2554711902" sldId="291"/>
            <ac:spMk id="5" creationId="{C4A6F3DF-2EB8-43CF-3795-79063F5A0067}"/>
          </ac:spMkLst>
        </pc:spChg>
        <pc:spChg chg="mod">
          <ac:chgData name="Naimish Vadodariya" userId="d2e325c0593a319e" providerId="LiveId" clId="{4720A315-5A2E-4271-BFB1-BB9042A829E5}" dt="2022-07-08T16:20:35.779" v="375" actId="14100"/>
          <ac:spMkLst>
            <pc:docMk/>
            <pc:sldMk cId="2554711902" sldId="291"/>
            <ac:spMk id="7" creationId="{72A86601-7B9C-F9F6-5604-2455DAE19E61}"/>
          </ac:spMkLst>
        </pc:spChg>
      </pc:sldChg>
      <pc:sldChg chg="modSp">
        <pc:chgData name="Naimish Vadodariya" userId="d2e325c0593a319e" providerId="LiveId" clId="{4720A315-5A2E-4271-BFB1-BB9042A829E5}" dt="2022-07-08T16:31:33.453" v="587" actId="6549"/>
        <pc:sldMkLst>
          <pc:docMk/>
          <pc:sldMk cId="4216305698" sldId="292"/>
        </pc:sldMkLst>
        <pc:spChg chg="mod">
          <ac:chgData name="Naimish Vadodariya" userId="d2e325c0593a319e" providerId="LiveId" clId="{4720A315-5A2E-4271-BFB1-BB9042A829E5}" dt="2022-07-08T16:31:33.453" v="587" actId="6549"/>
          <ac:spMkLst>
            <pc:docMk/>
            <pc:sldMk cId="4216305698" sldId="292"/>
            <ac:spMk id="9" creationId="{BDA2F9A4-6988-4274-8384-12496EC9D59D}"/>
          </ac:spMkLst>
        </pc:spChg>
      </pc:sldChg>
      <pc:sldChg chg="modSp mod">
        <pc:chgData name="Naimish Vadodariya" userId="d2e325c0593a319e" providerId="LiveId" clId="{4720A315-5A2E-4271-BFB1-BB9042A829E5}" dt="2022-07-08T16:35:34.882" v="673" actId="20577"/>
        <pc:sldMkLst>
          <pc:docMk/>
          <pc:sldMk cId="1234560127" sldId="325"/>
        </pc:sldMkLst>
        <pc:spChg chg="mod">
          <ac:chgData name="Naimish Vadodariya" userId="d2e325c0593a319e" providerId="LiveId" clId="{4720A315-5A2E-4271-BFB1-BB9042A829E5}" dt="2022-07-08T16:35:34.882" v="673" actId="20577"/>
          <ac:spMkLst>
            <pc:docMk/>
            <pc:sldMk cId="1234560127" sldId="325"/>
            <ac:spMk id="2" creationId="{E1F2D5F8-87CB-4B5B-8EC7-5F4CE6485746}"/>
          </ac:spMkLst>
        </pc:spChg>
      </pc:sldChg>
      <pc:sldChg chg="modSp mod ord modAnim">
        <pc:chgData name="Naimish Vadodariya" userId="d2e325c0593a319e" providerId="LiveId" clId="{4720A315-5A2E-4271-BFB1-BB9042A829E5}" dt="2022-07-08T16:33:13.373" v="599" actId="113"/>
        <pc:sldMkLst>
          <pc:docMk/>
          <pc:sldMk cId="207174456" sldId="326"/>
        </pc:sldMkLst>
        <pc:spChg chg="mod">
          <ac:chgData name="Naimish Vadodariya" userId="d2e325c0593a319e" providerId="LiveId" clId="{4720A315-5A2E-4271-BFB1-BB9042A829E5}" dt="2022-07-08T16:33:13.373" v="599" actId="113"/>
          <ac:spMkLst>
            <pc:docMk/>
            <pc:sldMk cId="207174456" sldId="326"/>
            <ac:spMk id="3" creationId="{139A428D-8F15-4206-B337-FA27C005FA71}"/>
          </ac:spMkLst>
        </pc:spChg>
      </pc:sldChg>
      <pc:sldChg chg="modSp add mod">
        <pc:chgData name="Naimish Vadodariya" userId="d2e325c0593a319e" providerId="LiveId" clId="{4720A315-5A2E-4271-BFB1-BB9042A829E5}" dt="2022-07-08T02:29:46.351" v="19" actId="20577"/>
        <pc:sldMkLst>
          <pc:docMk/>
          <pc:sldMk cId="200374224" sldId="327"/>
        </pc:sldMkLst>
        <pc:spChg chg="mod">
          <ac:chgData name="Naimish Vadodariya" userId="d2e325c0593a319e" providerId="LiveId" clId="{4720A315-5A2E-4271-BFB1-BB9042A829E5}" dt="2022-07-08T02:29:46.351" v="19" actId="20577"/>
          <ac:spMkLst>
            <pc:docMk/>
            <pc:sldMk cId="200374224" sldId="327"/>
            <ac:spMk id="2" creationId="{54D792E8-8838-4744-A7DD-92B0ED18307B}"/>
          </ac:spMkLst>
        </pc:spChg>
        <pc:spChg chg="mod">
          <ac:chgData name="Naimish Vadodariya" userId="d2e325c0593a319e" providerId="LiveId" clId="{4720A315-5A2E-4271-BFB1-BB9042A829E5}" dt="2022-07-08T02:29:40.730" v="2" actId="20577"/>
          <ac:spMkLst>
            <pc:docMk/>
            <pc:sldMk cId="200374224" sldId="327"/>
            <ac:spMk id="3" creationId="{6C915463-E8EE-4502-8261-E337007EFAAF}"/>
          </ac:spMkLst>
        </pc:spChg>
      </pc:sldChg>
      <pc:sldChg chg="modSp add mod">
        <pc:chgData name="Naimish Vadodariya" userId="d2e325c0593a319e" providerId="LiveId" clId="{4720A315-5A2E-4271-BFB1-BB9042A829E5}" dt="2022-07-08T02:30:01.980" v="45" actId="20577"/>
        <pc:sldMkLst>
          <pc:docMk/>
          <pc:sldMk cId="700880048" sldId="328"/>
        </pc:sldMkLst>
        <pc:spChg chg="mod">
          <ac:chgData name="Naimish Vadodariya" userId="d2e325c0593a319e" providerId="LiveId" clId="{4720A315-5A2E-4271-BFB1-BB9042A829E5}" dt="2022-07-08T02:30:01.980" v="45" actId="20577"/>
          <ac:spMkLst>
            <pc:docMk/>
            <pc:sldMk cId="700880048" sldId="328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2:29.970" v="118" actId="20577"/>
        <pc:sldMkLst>
          <pc:docMk/>
          <pc:sldMk cId="2908367801" sldId="329"/>
        </pc:sldMkLst>
        <pc:spChg chg="mod">
          <ac:chgData name="Naimish Vadodariya" userId="d2e325c0593a319e" providerId="LiveId" clId="{4720A315-5A2E-4271-BFB1-BB9042A829E5}" dt="2022-07-08T02:32:29.970" v="118" actId="20577"/>
          <ac:spMkLst>
            <pc:docMk/>
            <pc:sldMk cId="2908367801" sldId="329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0:35.970" v="114" actId="20577"/>
        <pc:sldMkLst>
          <pc:docMk/>
          <pc:sldMk cId="2459902967" sldId="330"/>
        </pc:sldMkLst>
        <pc:spChg chg="mod">
          <ac:chgData name="Naimish Vadodariya" userId="d2e325c0593a319e" providerId="LiveId" clId="{4720A315-5A2E-4271-BFB1-BB9042A829E5}" dt="2022-07-08T02:30:35.970" v="114" actId="20577"/>
          <ac:spMkLst>
            <pc:docMk/>
            <pc:sldMk cId="2459902967" sldId="330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3:02.331" v="190" actId="20577"/>
        <pc:sldMkLst>
          <pc:docMk/>
          <pc:sldMk cId="3640156525" sldId="331"/>
        </pc:sldMkLst>
        <pc:spChg chg="mod">
          <ac:chgData name="Naimish Vadodariya" userId="d2e325c0593a319e" providerId="LiveId" clId="{4720A315-5A2E-4271-BFB1-BB9042A829E5}" dt="2022-07-08T02:33:02.331" v="190" actId="20577"/>
          <ac:spMkLst>
            <pc:docMk/>
            <pc:sldMk cId="3640156525" sldId="331"/>
            <ac:spMk id="2" creationId="{E1F2D5F8-87CB-4B5B-8EC7-5F4CE6485746}"/>
          </ac:spMkLst>
        </pc:spChg>
      </pc:sldChg>
      <pc:sldChg chg="modSp add mod">
        <pc:chgData name="Naimish Vadodariya" userId="d2e325c0593a319e" providerId="LiveId" clId="{4720A315-5A2E-4271-BFB1-BB9042A829E5}" dt="2022-07-08T02:33:15" v="201" actId="20577"/>
        <pc:sldMkLst>
          <pc:docMk/>
          <pc:sldMk cId="1849273504" sldId="332"/>
        </pc:sldMkLst>
        <pc:spChg chg="mod">
          <ac:chgData name="Naimish Vadodariya" userId="d2e325c0593a319e" providerId="LiveId" clId="{4720A315-5A2E-4271-BFB1-BB9042A829E5}" dt="2022-07-08T02:33:15" v="201" actId="20577"/>
          <ac:spMkLst>
            <pc:docMk/>
            <pc:sldMk cId="1849273504" sldId="332"/>
            <ac:spMk id="2" creationId="{E1F2D5F8-87CB-4B5B-8EC7-5F4CE6485746}"/>
          </ac:spMkLst>
        </pc:spChg>
      </pc:sldChg>
      <pc:sldChg chg="add del">
        <pc:chgData name="Naimish Vadodariya" userId="d2e325c0593a319e" providerId="LiveId" clId="{4720A315-5A2E-4271-BFB1-BB9042A829E5}" dt="2022-07-08T16:35:21.650" v="667" actId="2696"/>
        <pc:sldMkLst>
          <pc:docMk/>
          <pc:sldMk cId="1647061508" sldId="33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978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9.png"/><Relationship Id="rId4" Type="http://schemas.microsoft.com/office/2007/relationships/hdphoto" Target="../media/hdphoto2.wdp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microsoft.com/office/2007/relationships/hdphoto" Target="../media/hdphoto3.wdp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jpe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2364D95-B329-9454-0C65-6DD9D28321C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3657603" y="6604000"/>
            <a:ext cx="5588001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tx2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tx2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tx2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tx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045141CA-3257-6BFB-BB04-3762FEDA1C9B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7AB458A6-BA3D-1695-F4B0-6ACF702C5664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Dixita B. Kagathara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Footer Placeholder 2">
            <a:extLst>
              <a:ext uri="{FF2B5EF4-FFF2-40B4-BE49-F238E27FC236}">
                <a16:creationId xmlns:a16="http://schemas.microsoft.com/office/drawing/2014/main" id="{FC9FED5C-F4D5-E957-DC81-3C6139158BA8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811785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9A329F3-B4EA-403B-BD1C-FDD65D8E9D3F}"/>
              </a:ext>
            </a:extLst>
          </p:cNvPr>
          <p:cNvGrpSpPr/>
          <p:nvPr userDrawn="1"/>
        </p:nvGrpSpPr>
        <p:grpSpPr>
          <a:xfrm>
            <a:off x="10721798" y="852808"/>
            <a:ext cx="1339023" cy="407045"/>
            <a:chOff x="10721798" y="852808"/>
            <a:chExt cx="1339023" cy="40704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F0325C5E-F004-43A9-9277-53A0BD206A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B63808E-204C-4894-A747-B51DDC7425C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8961EB9-3BA2-B72E-11E5-1A931889BB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302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619E228D-B2BD-4EFA-9FE9-86D81DDC600E}"/>
              </a:ext>
            </a:extLst>
          </p:cNvPr>
          <p:cNvGrpSpPr/>
          <p:nvPr userDrawn="1"/>
        </p:nvGrpSpPr>
        <p:grpSpPr>
          <a:xfrm>
            <a:off x="10721797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0ED7292-9BDD-4D31-8064-11177842F8C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F0757EE-ABB9-45D2-B479-D5AB8FB14DF1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775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985968E-5769-B4EE-68D6-24E5D0D3C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1941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31179" y="6047527"/>
            <a:ext cx="1339023" cy="407045"/>
            <a:chOff x="10721798" y="852808"/>
            <a:chExt cx="1339023" cy="40704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436533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3F52789-B056-877D-995D-1DAB6C50DC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3111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04132C-088A-4457-A3C3-1DC6427585FC}"/>
              </a:ext>
            </a:extLst>
          </p:cNvPr>
          <p:cNvGrpSpPr/>
          <p:nvPr userDrawn="1"/>
        </p:nvGrpSpPr>
        <p:grpSpPr>
          <a:xfrm>
            <a:off x="10677938" y="6350844"/>
            <a:ext cx="1339023" cy="407045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B49C31A0-0173-45C3-B715-F73A797EA6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6EB3A16-1B2C-44F3-A559-3929B9A2E16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Freeform 17">
            <a:extLst>
              <a:ext uri="{FF2B5EF4-FFF2-40B4-BE49-F238E27FC236}">
                <a16:creationId xmlns:a16="http://schemas.microsoft.com/office/drawing/2014/main" id="{830E9B56-6CD2-0324-CBA9-D4D9040D1D12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BE67A2A-C110-D13B-20C2-A9C8F8165A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</p:spTree>
    <p:extLst>
      <p:ext uri="{BB962C8B-B14F-4D97-AF65-F5344CB8AC3E}">
        <p14:creationId xmlns:p14="http://schemas.microsoft.com/office/powerpoint/2010/main" val="977550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571998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AA5C57A-F840-488A-AACF-E658D398FCEC}"/>
              </a:ext>
            </a:extLst>
          </p:cNvPr>
          <p:cNvGrpSpPr/>
          <p:nvPr userDrawn="1"/>
        </p:nvGrpSpPr>
        <p:grpSpPr>
          <a:xfrm>
            <a:off x="10304203" y="212531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1B8F12B0-F30C-4955-8E3F-625C9D2A74C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508BA0B-FE99-4953-98B0-D2708C070068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1468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Deep C. Padaliya</a:t>
            </a: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544752"/>
            <a:ext cx="4445000" cy="314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#2501CS302 (T-SQL Querying)   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sz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3 – </a:t>
            </a:r>
            <a:r>
              <a:rPr lang="en-IN" sz="1200" kern="1200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rPr>
              <a:t>Window Functions and CTE</a:t>
            </a:r>
            <a:endParaRPr lang="en-US" sz="1200" kern="1200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  <a:cs typeface="+mn-cs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FD38B6F-D549-4D28-B5DA-3AF636652084}"/>
              </a:ext>
            </a:extLst>
          </p:cNvPr>
          <p:cNvGrpSpPr/>
          <p:nvPr userDrawn="1"/>
        </p:nvGrpSpPr>
        <p:grpSpPr>
          <a:xfrm>
            <a:off x="10357991" y="5976558"/>
            <a:ext cx="1649043" cy="501287"/>
            <a:chOff x="10721798" y="852808"/>
            <a:chExt cx="1339023" cy="40704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8C9597-8AB6-41B2-8903-FB3D0B47ADD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0CB3A116-446D-49CC-96A6-7C8DB2B53F5A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66015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57654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8593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018DFAF-9B15-4199-9C36-C730A2CE6C5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644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503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336341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228780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University,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E75253BA-841C-4898-BAAF-3A16D7F9433E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5249" y="320499"/>
            <a:ext cx="2976891" cy="904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162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0" r:id="rId2"/>
    <p:sldLayoutId id="2147483687" r:id="rId3"/>
    <p:sldLayoutId id="2147483688" r:id="rId4"/>
    <p:sldLayoutId id="2147483671" r:id="rId5"/>
    <p:sldLayoutId id="2147483672" r:id="rId6"/>
    <p:sldLayoutId id="2147483689" r:id="rId7"/>
    <p:sldLayoutId id="2147483673" r:id="rId8"/>
    <p:sldLayoutId id="2147483691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2877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7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38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15.png"/><Relationship Id="rId4" Type="http://schemas.openxmlformats.org/officeDocument/2006/relationships/image" Target="../media/image50.png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51.png"/><Relationship Id="rId4" Type="http://schemas.openxmlformats.org/officeDocument/2006/relationships/image" Target="../media/image15.png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Unit-3 </a:t>
            </a:r>
            <a:br>
              <a:rPr lang="en-US" dirty="0"/>
            </a:br>
            <a:r>
              <a:rPr lang="en-US" dirty="0"/>
              <a:t>Windows </a:t>
            </a:r>
            <a:r>
              <a:rPr lang="en-US" sz="6000" dirty="0"/>
              <a:t>Functions and CTE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deep.padaliya@darshan.ac.in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+91 - 98981 88771 (CSE Department)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Deep C. Padaliya</a:t>
            </a:r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IN" dirty="0"/>
              <a:t>T-SQL Querying</a:t>
            </a:r>
            <a:endParaRPr lang="en-US" b="1" dirty="0"/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</a:t>
            </a:r>
            <a:r>
              <a:rPr lang="en-IN" dirty="0"/>
              <a:t> 2501CS302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D07797-CD7D-9C19-F71F-5A0B5F8E94D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9" name="Picture Placeholder 15">
            <a:extLst>
              <a:ext uri="{FF2B5EF4-FFF2-40B4-BE49-F238E27FC236}">
                <a16:creationId xmlns:a16="http://schemas.microsoft.com/office/drawing/2014/main" id="{854331BB-7A2C-061A-95EC-40A445B3A0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1" r="5231"/>
          <a:stretch>
            <a:fillRect/>
          </a:stretch>
        </p:blipFill>
        <p:spPr>
          <a:xfrm>
            <a:off x="354013" y="5211763"/>
            <a:ext cx="1352550" cy="1352550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3429000"/>
            <a:ext cx="0" cy="34290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246540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7111293" cy="3865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Outline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Window Function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Partition By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Common Table Expression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COALESCE()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ISNULL()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Temporary Table</a:t>
            </a:r>
          </a:p>
          <a:p>
            <a:pPr marL="800100" lvl="1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400" dirty="0"/>
              <a:t>Exists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792E8-8838-4744-A7DD-92B0ED1830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Functions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915463-E8EE-4502-8261-E337007EF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74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EFD3D-A283-F6E0-7846-B3931C4E9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Window Functions ?</a:t>
            </a:r>
            <a:r>
              <a:rPr lang="en-IN" dirty="0"/>
              <a:t>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4C4654E-D051-046E-2623-7D2254CA6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r>
              <a:rPr lang="en-US" dirty="0"/>
              <a:t>Window functions perform calculations on a </a:t>
            </a:r>
            <a:r>
              <a:rPr lang="en-US" dirty="0">
                <a:solidFill>
                  <a:srgbClr val="C00000"/>
                </a:solidFill>
              </a:rPr>
              <a:t>group of rows.</a:t>
            </a:r>
          </a:p>
          <a:p>
            <a:r>
              <a:rPr lang="en-US" dirty="0"/>
              <a:t>They </a:t>
            </a:r>
            <a:r>
              <a:rPr lang="en-US" dirty="0">
                <a:solidFill>
                  <a:srgbClr val="C00000"/>
                </a:solidFill>
              </a:rPr>
              <a:t>do not </a:t>
            </a:r>
            <a:r>
              <a:rPr lang="en-US" dirty="0"/>
              <a:t>combine rows like </a:t>
            </a:r>
            <a:r>
              <a:rPr lang="en-US" dirty="0">
                <a:solidFill>
                  <a:srgbClr val="C00000"/>
                </a:solidFill>
              </a:rPr>
              <a:t>GROUP BY.</a:t>
            </a:r>
          </a:p>
          <a:p>
            <a:r>
              <a:rPr lang="en-US" dirty="0"/>
              <a:t>Original rows remain </a:t>
            </a:r>
            <a:r>
              <a:rPr lang="en-US" dirty="0">
                <a:solidFill>
                  <a:srgbClr val="C00000"/>
                </a:solidFill>
              </a:rPr>
              <a:t>visible</a:t>
            </a:r>
            <a:r>
              <a:rPr lang="en-US" dirty="0"/>
              <a:t> in output.</a:t>
            </a:r>
          </a:p>
          <a:p>
            <a:r>
              <a:rPr lang="en-IN" dirty="0"/>
              <a:t>Used with </a:t>
            </a:r>
            <a:r>
              <a:rPr lang="en-IN" dirty="0">
                <a:solidFill>
                  <a:srgbClr val="C00000"/>
                </a:solidFill>
              </a:rPr>
              <a:t>OVER() </a:t>
            </a:r>
            <a:r>
              <a:rPr lang="en-IN" dirty="0"/>
              <a:t>clause.</a:t>
            </a:r>
          </a:p>
          <a:p>
            <a:r>
              <a:rPr lang="en-US" dirty="0"/>
              <a:t>Window functions help in </a:t>
            </a:r>
            <a:r>
              <a:rPr lang="en-US" b="1" dirty="0">
                <a:solidFill>
                  <a:srgbClr val="C00000"/>
                </a:solidFill>
              </a:rPr>
              <a:t>ranking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calculations</a:t>
            </a:r>
            <a:r>
              <a:rPr lang="en-US" dirty="0"/>
              <a:t>, </a:t>
            </a:r>
            <a:r>
              <a:rPr lang="en-US" b="1" dirty="0">
                <a:solidFill>
                  <a:srgbClr val="C00000"/>
                </a:solidFill>
              </a:rPr>
              <a:t>comparisons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analyzing</a:t>
            </a:r>
            <a:r>
              <a:rPr lang="en-US" dirty="0"/>
              <a:t> data without combining rows.</a:t>
            </a: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633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76E56-1BA9-C448-BB2F-07B9BE08E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06423-8759-4362-096A-BCB04FD7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Window Function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4A1437F-7052-388B-4C59-BBE356F23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Aggregate Window Functions</a:t>
            </a:r>
          </a:p>
          <a:p>
            <a:pPr lvl="1"/>
            <a:r>
              <a:rPr lang="en-IN" dirty="0"/>
              <a:t>SUM(), AVG(), COUNT(), MIN(), MAX()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Ranking Functions</a:t>
            </a:r>
          </a:p>
          <a:p>
            <a:pPr lvl="1"/>
            <a:r>
              <a:rPr lang="en-IN" dirty="0"/>
              <a:t>ROW_NUMBER()</a:t>
            </a:r>
            <a:r>
              <a:rPr lang="en-IN" dirty="0">
                <a:solidFill>
                  <a:srgbClr val="212121"/>
                </a:solidFill>
              </a:rPr>
              <a:t>, </a:t>
            </a:r>
            <a:r>
              <a:rPr lang="en-IN" dirty="0"/>
              <a:t>RANK(), DENSE_RANK(), NTILE()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Value / Analytical Functions</a:t>
            </a:r>
          </a:p>
          <a:p>
            <a:pPr lvl="1"/>
            <a:r>
              <a:rPr lang="en-IN" dirty="0"/>
              <a:t>LAG(), LEAD(), FIRST_VALUE(), LAST_VALUE()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7461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4E89-53B3-87AA-2D30-68DAF76A1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15FCF-6834-9DB7-4699-185800380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30D49BA-246F-FBE0-8707-767529C92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Ranking functions are used to assign </a:t>
            </a:r>
            <a:r>
              <a:rPr lang="en-US" dirty="0">
                <a:solidFill>
                  <a:srgbClr val="C00000"/>
                </a:solidFill>
              </a:rPr>
              <a:t>position</a:t>
            </a:r>
            <a:r>
              <a:rPr lang="en-US" dirty="0"/>
              <a:t> or </a:t>
            </a:r>
            <a:r>
              <a:rPr lang="en-US" dirty="0">
                <a:solidFill>
                  <a:srgbClr val="C00000"/>
                </a:solidFill>
              </a:rPr>
              <a:t>rank</a:t>
            </a:r>
            <a:r>
              <a:rPr lang="en-US" dirty="0"/>
              <a:t> to records based on values like marks, salary, SPI, etc.</a:t>
            </a:r>
          </a:p>
          <a:p>
            <a:pPr lvl="0">
              <a:defRPr/>
            </a:pPr>
            <a:r>
              <a:rPr lang="en-US" dirty="0"/>
              <a:t>They are very useful in reports, analysis, and top/bottom record queries.</a:t>
            </a:r>
          </a:p>
          <a:p>
            <a:pPr lvl="0">
              <a:defRPr/>
            </a:pPr>
            <a:r>
              <a:rPr lang="en-US" dirty="0">
                <a:solidFill>
                  <a:srgbClr val="C00000"/>
                </a:solidFill>
              </a:rPr>
              <a:t>ORDER BY </a:t>
            </a:r>
            <a:r>
              <a:rPr lang="en-US" dirty="0"/>
              <a:t>is compulsory in ranking functions.</a:t>
            </a:r>
          </a:p>
          <a:p>
            <a:pPr lvl="0">
              <a:defRPr/>
            </a:pPr>
            <a:r>
              <a:rPr lang="en-US" dirty="0"/>
              <a:t>Easy way to find first, second, or nth highest value.</a:t>
            </a:r>
          </a:p>
          <a:p>
            <a:pPr marL="0" lvl="0" indent="0">
              <a:buNone/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Types of Ranking Functions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ROW_NUMBER()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RANK()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DENSE_RANK()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NTILE()</a:t>
            </a:r>
            <a:endParaRPr lang="en-US" dirty="0"/>
          </a:p>
          <a:p>
            <a:pPr lvl="0">
              <a:defRPr/>
            </a:pPr>
            <a:endParaRPr lang="en-IN" dirty="0"/>
          </a:p>
        </p:txBody>
      </p:sp>
      <p:pic>
        <p:nvPicPr>
          <p:cNvPr id="1026" name="Picture 2" descr="47,931 Top Ranking Stock Vectors and Vector Art | Shutterstock">
            <a:extLst>
              <a:ext uri="{FF2B5EF4-FFF2-40B4-BE49-F238E27FC236}">
                <a16:creationId xmlns:a16="http://schemas.microsoft.com/office/drawing/2014/main" id="{F61C424D-16FF-FE7F-6D4E-8AB80E3A21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070"/>
          <a:stretch>
            <a:fillRect/>
          </a:stretch>
        </p:blipFill>
        <p:spPr bwMode="auto">
          <a:xfrm>
            <a:off x="7778504" y="2706118"/>
            <a:ext cx="2954600" cy="2956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5008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43C67-6243-1685-7C8E-DCFF5C73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9815D-B42B-52A2-BABB-1EA406ED9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Row Number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9DBDE0-DB36-D174-B8A6-CC55B679C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Gives unique number to each row.</a:t>
            </a:r>
          </a:p>
          <a:p>
            <a:pPr lvl="0">
              <a:defRPr/>
            </a:pPr>
            <a:r>
              <a:rPr lang="en-US" dirty="0"/>
              <a:t>Duplicate values get different numbers.</a:t>
            </a:r>
          </a:p>
          <a:p>
            <a:pPr lvl="0">
              <a:defRPr/>
            </a:pPr>
            <a:endParaRPr lang="en-IN" dirty="0"/>
          </a:p>
          <a:p>
            <a:pPr lvl="0">
              <a:defRPr/>
            </a:pPr>
            <a:r>
              <a:rPr lang="en-IN" dirty="0"/>
              <a:t>What is ROW_NUMBER() 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DC51464-6F64-A4B7-2C19-0BB501A1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555115"/>
              </p:ext>
            </p:extLst>
          </p:nvPr>
        </p:nvGraphicFramePr>
        <p:xfrm>
          <a:off x="1299285" y="3033239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Row_Number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4384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955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08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86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4634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32951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19C27EA0-8F49-F60F-5A84-AB3CEB1FFF04}"/>
              </a:ext>
            </a:extLst>
          </p:cNvPr>
          <p:cNvSpPr/>
          <p:nvPr/>
        </p:nvSpPr>
        <p:spPr>
          <a:xfrm>
            <a:off x="8036540" y="3534199"/>
            <a:ext cx="1984766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30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13733-9D84-1F2F-1748-B0CC7FBF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11B96-727E-2ABD-E7CE-3A9B6A23C2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Row Number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8B4FF7A-5CCE-FBB6-813B-D4D6905EB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marL="0" lvl="0" indent="0">
              <a:buNone/>
              <a:defRPr/>
            </a:pPr>
            <a:r>
              <a:rPr lang="en-US" sz="2200" b="1" dirty="0">
                <a:solidFill>
                  <a:srgbClr val="C00000"/>
                </a:solidFill>
              </a:rPr>
              <a:t> Syntax: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33CCA3-D409-6E06-E0A0-7C01705EC0F5}"/>
              </a:ext>
            </a:extLst>
          </p:cNvPr>
          <p:cNvSpPr/>
          <p:nvPr/>
        </p:nvSpPr>
        <p:spPr>
          <a:xfrm>
            <a:off x="258613" y="1229620"/>
            <a:ext cx="7702577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ROW_NUMBER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3E0C1-C3A3-86AA-B809-B5DBAACFB1F7}"/>
              </a:ext>
            </a:extLst>
          </p:cNvPr>
          <p:cNvSpPr/>
          <p:nvPr/>
        </p:nvSpPr>
        <p:spPr>
          <a:xfrm>
            <a:off x="258613" y="4233639"/>
            <a:ext cx="7702577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ROW_NUMBER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RN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91BC1E6-580B-DC77-0B54-25D22EF811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3148" y="3577522"/>
            <a:ext cx="709226" cy="4495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55890EE1-1DFC-A240-6713-F9C64AF55473}"/>
              </a:ext>
            </a:extLst>
          </p:cNvPr>
          <p:cNvSpPr txBox="1"/>
          <p:nvPr/>
        </p:nvSpPr>
        <p:spPr>
          <a:xfrm>
            <a:off x="203749" y="3802315"/>
            <a:ext cx="77574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unique number to each 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4948841-43AC-4043-8081-924DD6E742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4"/>
          <a:stretch>
            <a:fillRect/>
          </a:stretch>
        </p:blipFill>
        <p:spPr>
          <a:xfrm>
            <a:off x="8201418" y="1204748"/>
            <a:ext cx="3860738" cy="2185457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6C0C958-2610-1DBF-5A7F-0DE9845FB5B7}"/>
              </a:ext>
            </a:extLst>
          </p:cNvPr>
          <p:cNvSpPr txBox="1"/>
          <p:nvPr/>
        </p:nvSpPr>
        <p:spPr>
          <a:xfrm>
            <a:off x="8940474" y="76286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A2222EC5-924D-270D-8200-EF5BFC73C5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5426" y="4215927"/>
            <a:ext cx="3805121" cy="2253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09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3" grpId="0" animBg="1"/>
      <p:bldP spid="16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7F9C3-7F74-59F8-D25A-7AB3374F2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Row Number with Partition By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0A7269-9A5E-95BC-D9FB-FDD1180F6888}"/>
              </a:ext>
            </a:extLst>
          </p:cNvPr>
          <p:cNvSpPr/>
          <p:nvPr/>
        </p:nvSpPr>
        <p:spPr>
          <a:xfrm>
            <a:off x="374925" y="1581044"/>
            <a:ext cx="5385795" cy="4172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BRANCH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ROW_NUMBER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RN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AA1D04-9563-8D3A-F5A3-BACBB0CCDA99}"/>
              </a:ext>
            </a:extLst>
          </p:cNvPr>
          <p:cNvSpPr txBox="1"/>
          <p:nvPr/>
        </p:nvSpPr>
        <p:spPr>
          <a:xfrm>
            <a:off x="374925" y="865089"/>
            <a:ext cx="689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branch wise unique number to each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735FBD-52F8-75DC-FBC0-F3FCB0FCBC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0" y="3737508"/>
            <a:ext cx="1015428" cy="6053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C9BB20F-367A-DF28-177B-7BF276E1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494" y="4392163"/>
            <a:ext cx="4572268" cy="20336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DDD5FA-DA45-E8E6-4476-C80A7F98DD7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44"/>
          <a:stretch>
            <a:fillRect/>
          </a:stretch>
        </p:blipFill>
        <p:spPr>
          <a:xfrm>
            <a:off x="7037610" y="1581044"/>
            <a:ext cx="3722427" cy="21071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E919E5-448D-DB18-83ED-C1F2E2208A8C}"/>
              </a:ext>
            </a:extLst>
          </p:cNvPr>
          <p:cNvSpPr txBox="1"/>
          <p:nvPr/>
        </p:nvSpPr>
        <p:spPr>
          <a:xfrm>
            <a:off x="7836408" y="1136289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</p:spTree>
    <p:extLst>
      <p:ext uri="{BB962C8B-B14F-4D97-AF65-F5344CB8AC3E}">
        <p14:creationId xmlns:p14="http://schemas.microsoft.com/office/powerpoint/2010/main" val="1727409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93413-3584-DAAD-56EB-0E58DD5C5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E4350-3598-08E9-BC15-42387340D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Rank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50046AF-7EF3-836D-347C-878C82782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Used to give ranking to rows.</a:t>
            </a:r>
          </a:p>
          <a:p>
            <a:pPr lvl="0">
              <a:defRPr/>
            </a:pPr>
            <a:r>
              <a:rPr lang="en-US" dirty="0"/>
              <a:t>Same values get </a:t>
            </a:r>
            <a:r>
              <a:rPr lang="en-US" dirty="0">
                <a:solidFill>
                  <a:srgbClr val="C00000"/>
                </a:solidFill>
              </a:rPr>
              <a:t>same rank.</a:t>
            </a:r>
          </a:p>
          <a:p>
            <a:pPr lvl="0">
              <a:defRPr/>
            </a:pPr>
            <a:r>
              <a:rPr lang="en-US" dirty="0"/>
              <a:t>Next rank is </a:t>
            </a:r>
            <a:r>
              <a:rPr lang="en-US" dirty="0">
                <a:solidFill>
                  <a:srgbClr val="C00000"/>
                </a:solidFill>
              </a:rPr>
              <a:t>skipped</a:t>
            </a:r>
            <a:r>
              <a:rPr lang="en-US" dirty="0"/>
              <a:t> after </a:t>
            </a:r>
            <a:r>
              <a:rPr lang="en-US" dirty="0">
                <a:solidFill>
                  <a:srgbClr val="C00000"/>
                </a:solidFill>
              </a:rPr>
              <a:t>duplicate</a:t>
            </a:r>
            <a:r>
              <a:rPr lang="en-US" dirty="0"/>
              <a:t> values.</a:t>
            </a:r>
          </a:p>
          <a:p>
            <a:pPr marL="0" lvl="0" indent="0">
              <a:buNone/>
              <a:defRPr/>
            </a:pPr>
            <a:endParaRPr lang="en-IN" dirty="0"/>
          </a:p>
          <a:p>
            <a:pPr lvl="0">
              <a:defRPr/>
            </a:pPr>
            <a:r>
              <a:rPr lang="en-IN" dirty="0"/>
              <a:t>What is RANK() 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2033EEE-4D4D-7BE9-B51D-AE1A3949DB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5270764"/>
              </p:ext>
            </p:extLst>
          </p:nvPr>
        </p:nvGraphicFramePr>
        <p:xfrm>
          <a:off x="1364329" y="3341708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4384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955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08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86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8603894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32951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4FBB9741-926D-47FE-BB09-2623748AAD09}"/>
              </a:ext>
            </a:extLst>
          </p:cNvPr>
          <p:cNvSpPr/>
          <p:nvPr/>
        </p:nvSpPr>
        <p:spPr>
          <a:xfrm>
            <a:off x="8084165" y="3819949"/>
            <a:ext cx="1984766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B86232-B934-3E8E-3130-D983E54674B6}"/>
              </a:ext>
            </a:extLst>
          </p:cNvPr>
          <p:cNvSpPr/>
          <p:nvPr/>
        </p:nvSpPr>
        <p:spPr>
          <a:xfrm rot="16200000">
            <a:off x="8094651" y="3951035"/>
            <a:ext cx="716195" cy="323236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5617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858EC-D6CE-E292-C970-1FFF61DE3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Rank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DEE6183-ACFB-1B49-33A7-B58D85D5B8CE}"/>
              </a:ext>
            </a:extLst>
          </p:cNvPr>
          <p:cNvSpPr/>
          <p:nvPr/>
        </p:nvSpPr>
        <p:spPr>
          <a:xfrm>
            <a:off x="276901" y="3886200"/>
            <a:ext cx="7702577" cy="203911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[RANK]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7CFAEB-E175-BB91-E128-989017DDDA3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30862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9517DDD-32FA-373B-6528-8D07DD7D5D1F}"/>
              </a:ext>
            </a:extLst>
          </p:cNvPr>
          <p:cNvSpPr txBox="1"/>
          <p:nvPr/>
        </p:nvSpPr>
        <p:spPr>
          <a:xfrm>
            <a:off x="9144000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D1B73A-6607-32B7-CF8D-B78CE5C6EE04}"/>
              </a:ext>
            </a:extLst>
          </p:cNvPr>
          <p:cNvSpPr txBox="1"/>
          <p:nvPr/>
        </p:nvSpPr>
        <p:spPr>
          <a:xfrm>
            <a:off x="198353" y="3476946"/>
            <a:ext cx="68945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Rank to each 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9190A2-DB82-6FD7-1C41-12B8C335C2C0}"/>
              </a:ext>
            </a:extLst>
          </p:cNvPr>
          <p:cNvSpPr/>
          <p:nvPr/>
        </p:nvSpPr>
        <p:spPr>
          <a:xfrm>
            <a:off x="267757" y="1229620"/>
            <a:ext cx="7702577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04BA7B-405E-58C1-3B65-1297081C76CE}"/>
              </a:ext>
            </a:extLst>
          </p:cNvPr>
          <p:cNvSpPr txBox="1"/>
          <p:nvPr/>
        </p:nvSpPr>
        <p:spPr>
          <a:xfrm>
            <a:off x="162306" y="798733"/>
            <a:ext cx="61584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Syntax:</a:t>
            </a:r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22D7A97-F395-CF47-8746-9212148ADE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382" y="4014217"/>
            <a:ext cx="4012913" cy="214229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90B95D-7039-4789-AC7C-CEDC1E1AD5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296" y="3364992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97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1" grpId="0"/>
      <p:bldP spid="12" grpId="0" animBg="1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A75DC-3E27-A2EC-F16D-92718F0CC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6BBAE-E021-D7C2-B36C-50146F743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Rank with Partition By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21320E-7D5C-822B-86AC-72553B1001E9}"/>
              </a:ext>
            </a:extLst>
          </p:cNvPr>
          <p:cNvSpPr/>
          <p:nvPr/>
        </p:nvSpPr>
        <p:spPr>
          <a:xfrm>
            <a:off x="374925" y="1581044"/>
            <a:ext cx="5385795" cy="4172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BRANCH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[RANK]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B57662-B062-0444-FD64-DF00514A6959}"/>
              </a:ext>
            </a:extLst>
          </p:cNvPr>
          <p:cNvSpPr txBox="1"/>
          <p:nvPr/>
        </p:nvSpPr>
        <p:spPr>
          <a:xfrm>
            <a:off x="374925" y="865089"/>
            <a:ext cx="689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branch wise Rank to each 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A40EAA8-19B5-BC46-52A8-0C6CCC9827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0" y="3737508"/>
            <a:ext cx="1015428" cy="605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BE06324-6A02-EF23-543F-88E0290FB5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4"/>
          <a:stretch>
            <a:fillRect/>
          </a:stretch>
        </p:blipFill>
        <p:spPr>
          <a:xfrm>
            <a:off x="7037610" y="1581044"/>
            <a:ext cx="3722427" cy="21071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63E391-45FB-4496-2006-886B47F14E6B}"/>
              </a:ext>
            </a:extLst>
          </p:cNvPr>
          <p:cNvSpPr txBox="1"/>
          <p:nvPr/>
        </p:nvSpPr>
        <p:spPr>
          <a:xfrm>
            <a:off x="7836408" y="1136289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8159EC-2251-8116-35BF-2C7824963F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91"/>
          <a:stretch>
            <a:fillRect/>
          </a:stretch>
        </p:blipFill>
        <p:spPr>
          <a:xfrm>
            <a:off x="6675179" y="4392163"/>
            <a:ext cx="4709101" cy="2140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09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1EA6-3DFA-3E3D-2294-11A458F88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9CD54-64BE-166A-5050-B2ACF7C88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Dense Rank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BF8FE5-4753-56D1-3A39-2FE5A7634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Used to give ranking to rows.</a:t>
            </a:r>
          </a:p>
          <a:p>
            <a:pPr lvl="0">
              <a:defRPr/>
            </a:pPr>
            <a:r>
              <a:rPr lang="en-US" dirty="0"/>
              <a:t>Same values get </a:t>
            </a:r>
            <a:r>
              <a:rPr lang="en-US" dirty="0">
                <a:solidFill>
                  <a:srgbClr val="C00000"/>
                </a:solidFill>
              </a:rPr>
              <a:t>same rank </a:t>
            </a:r>
            <a:r>
              <a:rPr lang="en-US" dirty="0"/>
              <a:t>but </a:t>
            </a:r>
            <a:r>
              <a:rPr lang="en-IN" dirty="0">
                <a:solidFill>
                  <a:srgbClr val="C00000"/>
                </a:solidFill>
              </a:rPr>
              <a:t>no</a:t>
            </a:r>
            <a:r>
              <a:rPr lang="en-IN" dirty="0"/>
              <a:t> rank is </a:t>
            </a:r>
            <a:r>
              <a:rPr lang="en-IN" dirty="0">
                <a:solidFill>
                  <a:srgbClr val="C00000"/>
                </a:solidFill>
              </a:rPr>
              <a:t>skipped</a:t>
            </a:r>
            <a:r>
              <a:rPr lang="en-US" dirty="0"/>
              <a:t>.</a:t>
            </a:r>
          </a:p>
          <a:p>
            <a:pPr marL="0" lvl="0" indent="0">
              <a:buNone/>
              <a:defRPr/>
            </a:pPr>
            <a:endParaRPr lang="en-IN" dirty="0"/>
          </a:p>
          <a:p>
            <a:pPr lvl="0">
              <a:defRPr/>
            </a:pPr>
            <a:r>
              <a:rPr lang="en-IN" dirty="0"/>
              <a:t>What is DENSE RANK() 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12D85A-8D1C-CE2B-4225-8C6E860D7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5919875"/>
              </p:ext>
            </p:extLst>
          </p:nvPr>
        </p:nvGraphicFramePr>
        <p:xfrm>
          <a:off x="1291177" y="2847932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DENSE_RANK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4384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955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08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86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011680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329510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AEC06C3-3ED1-56E9-5603-C3CF7366B5D3}"/>
              </a:ext>
            </a:extLst>
          </p:cNvPr>
          <p:cNvSpPr/>
          <p:nvPr/>
        </p:nvSpPr>
        <p:spPr>
          <a:xfrm>
            <a:off x="8027015" y="3334174"/>
            <a:ext cx="1984766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FB68A0-EAD5-720F-6E97-EB69D098B22F}"/>
              </a:ext>
            </a:extLst>
          </p:cNvPr>
          <p:cNvSpPr/>
          <p:nvPr/>
        </p:nvSpPr>
        <p:spPr>
          <a:xfrm rot="16200000">
            <a:off x="8037502" y="3484231"/>
            <a:ext cx="716195" cy="3232364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3289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4A1C6-2990-A7F3-B3D0-AD578FED09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CF53C-43E5-D5F5-CA6F-C43DF185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Dense Rank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1097C3-EE3D-64BF-E060-3A3B656832AD}"/>
              </a:ext>
            </a:extLst>
          </p:cNvPr>
          <p:cNvSpPr/>
          <p:nvPr/>
        </p:nvSpPr>
        <p:spPr>
          <a:xfrm>
            <a:off x="276901" y="3886200"/>
            <a:ext cx="7458923" cy="2142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DENSE_RANK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D_RANK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45C0E8-0129-0575-1139-AB3C2B5FE6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30862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F2FC2DB-4FFA-E24D-8BF8-EF0E8EE94641}"/>
              </a:ext>
            </a:extLst>
          </p:cNvPr>
          <p:cNvSpPr txBox="1"/>
          <p:nvPr/>
        </p:nvSpPr>
        <p:spPr>
          <a:xfrm>
            <a:off x="9144000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FF1C38-E34A-D351-3203-BAE18B7D49AD}"/>
              </a:ext>
            </a:extLst>
          </p:cNvPr>
          <p:cNvSpPr txBox="1"/>
          <p:nvPr/>
        </p:nvSpPr>
        <p:spPr>
          <a:xfrm>
            <a:off x="198353" y="3476946"/>
            <a:ext cx="811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Dense Rank to each 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B7F384B-C91E-BABF-5ACD-894EA5897FD5}"/>
              </a:ext>
            </a:extLst>
          </p:cNvPr>
          <p:cNvSpPr/>
          <p:nvPr/>
        </p:nvSpPr>
        <p:spPr>
          <a:xfrm>
            <a:off x="267757" y="1229620"/>
            <a:ext cx="7468067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DENSE_RANK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2AF245-6382-98AF-72BD-9939BC871E26}"/>
              </a:ext>
            </a:extLst>
          </p:cNvPr>
          <p:cNvSpPr txBox="1"/>
          <p:nvPr/>
        </p:nvSpPr>
        <p:spPr>
          <a:xfrm>
            <a:off x="162306" y="798733"/>
            <a:ext cx="61584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Syntax: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DB6BE8C-1E54-DC01-BDCC-910FE189A3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196" y="3531108"/>
            <a:ext cx="1015428" cy="605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A51CF4-67DB-DDCE-E22F-8C91591064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66"/>
          <a:stretch>
            <a:fillRect/>
          </a:stretch>
        </p:blipFill>
        <p:spPr>
          <a:xfrm>
            <a:off x="7829108" y="4352934"/>
            <a:ext cx="4246845" cy="2112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3205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2" grpId="0" animBg="1"/>
      <p:bldP spid="1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6EE42-9DAA-8870-F936-8DEC646D9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0E8E3-73BF-17B4-4E72-F895554505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Dense Rank with Partition By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FA1D7F-0F6D-F8BF-4EDE-DD83BDA21627}"/>
              </a:ext>
            </a:extLst>
          </p:cNvPr>
          <p:cNvSpPr/>
          <p:nvPr/>
        </p:nvSpPr>
        <p:spPr>
          <a:xfrm>
            <a:off x="374925" y="1581044"/>
            <a:ext cx="5385795" cy="4172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BRANCH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DENSE_RANK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D_RANK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124462-60B9-EBB6-3772-E928D4B82AB4}"/>
              </a:ext>
            </a:extLst>
          </p:cNvPr>
          <p:cNvSpPr txBox="1"/>
          <p:nvPr/>
        </p:nvSpPr>
        <p:spPr>
          <a:xfrm>
            <a:off x="374925" y="865089"/>
            <a:ext cx="689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branch wise Rank to each 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77FBFA-3594-22E0-4E99-91870C9E9F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0" y="3755796"/>
            <a:ext cx="1015428" cy="605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AF5FD9-D300-F54B-87D7-191EBD54229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4"/>
          <a:stretch>
            <a:fillRect/>
          </a:stretch>
        </p:blipFill>
        <p:spPr>
          <a:xfrm>
            <a:off x="7037610" y="1581044"/>
            <a:ext cx="3722427" cy="21071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BF0DB31-1F80-08FA-7332-3E55F01831C3}"/>
              </a:ext>
            </a:extLst>
          </p:cNvPr>
          <p:cNvSpPr txBox="1"/>
          <p:nvPr/>
        </p:nvSpPr>
        <p:spPr>
          <a:xfrm>
            <a:off x="7836408" y="1136289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46FE92-D888-1D0F-BAE0-D8E88FFA252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966"/>
          <a:stretch>
            <a:fillRect/>
          </a:stretch>
        </p:blipFill>
        <p:spPr>
          <a:xfrm>
            <a:off x="6431282" y="4462271"/>
            <a:ext cx="5174281" cy="1918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843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E1147-216D-1BF9-9BDB-F727F7D7C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7AB69-87A3-0237-5F70-00A73DF0A1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Ranking Functions 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E79120-9B6A-1391-9BF1-104F43533A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endParaRPr lang="en-US" dirty="0"/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dirty="0"/>
              <a:t>Display employee details with salary-wise numbering.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dirty="0"/>
              <a:t>Display employee details with salary ranking.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dirty="0"/>
              <a:t>Display employee details with continuous salary ranking.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dirty="0"/>
              <a:t>Display employee details with department-wise numbering.</a:t>
            </a:r>
          </a:p>
          <a:p>
            <a:pPr marL="457200" lvl="0" indent="-457200">
              <a:buFont typeface="+mj-lt"/>
              <a:buAutoNum type="arabicPeriod"/>
              <a:defRPr/>
            </a:pPr>
            <a:r>
              <a:rPr lang="en-US" dirty="0"/>
              <a:t>Display employee details with department-wise salary ranking.</a:t>
            </a:r>
          </a:p>
        </p:txBody>
      </p:sp>
      <p:graphicFrame>
        <p:nvGraphicFramePr>
          <p:cNvPr id="3" name="Content Placeholder 4">
            <a:extLst>
              <a:ext uri="{FF2B5EF4-FFF2-40B4-BE49-F238E27FC236}">
                <a16:creationId xmlns:a16="http://schemas.microsoft.com/office/drawing/2014/main" id="{42B28EA7-82AE-9032-0A12-7D7AC58E394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7204761"/>
              </p:ext>
            </p:extLst>
          </p:nvPr>
        </p:nvGraphicFramePr>
        <p:xfrm>
          <a:off x="3758068" y="936596"/>
          <a:ext cx="3794760" cy="288036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804672">
                  <a:extLst>
                    <a:ext uri="{9D8B030D-6E8A-4147-A177-3AD203B41FA5}">
                      <a16:colId xmlns:a16="http://schemas.microsoft.com/office/drawing/2014/main" val="2766505883"/>
                    </a:ext>
                  </a:extLst>
                </a:gridCol>
                <a:gridCol w="941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3584">
                  <a:extLst>
                    <a:ext uri="{9D8B030D-6E8A-4147-A177-3AD203B41FA5}">
                      <a16:colId xmlns:a16="http://schemas.microsoft.com/office/drawing/2014/main" val="1965213586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EMPID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NAME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DEPT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SALARY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101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Jay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372184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102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Admin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7000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103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Jeet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Admin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104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Riya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6000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105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Diya</a:t>
                      </a:r>
                      <a:endParaRPr lang="en-IN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Admin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9000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IN" dirty="0">
                          <a:solidFill>
                            <a:schemeClr val="tx1"/>
                          </a:solidFill>
                        </a:rPr>
                        <a:t>106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Vishal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HR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8000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070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4440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FB9EC-4A00-0694-3F49-C850C11C5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02D33-A8A9-DB78-1D86-8E4DEB209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 - NTILE</a:t>
            </a:r>
            <a:endParaRPr lang="en-IN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C124604-E07E-06AD-ED95-8DE9B136D3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NTILE() is a ranking function used to </a:t>
            </a:r>
            <a:r>
              <a:rPr lang="en-US" dirty="0">
                <a:solidFill>
                  <a:srgbClr val="C00000"/>
                </a:solidFill>
              </a:rPr>
              <a:t>divide</a:t>
            </a:r>
            <a:r>
              <a:rPr lang="en-US" dirty="0"/>
              <a:t> rows into </a:t>
            </a:r>
            <a:r>
              <a:rPr lang="en-US" dirty="0">
                <a:solidFill>
                  <a:srgbClr val="C00000"/>
                </a:solidFill>
              </a:rPr>
              <a:t>equal</a:t>
            </a:r>
            <a:r>
              <a:rPr lang="en-US" dirty="0"/>
              <a:t> groups.</a:t>
            </a:r>
          </a:p>
          <a:p>
            <a:pPr>
              <a:defRPr/>
            </a:pPr>
            <a:r>
              <a:rPr lang="en-US" dirty="0"/>
              <a:t>It distributes rows into a specified number of </a:t>
            </a:r>
            <a:r>
              <a:rPr lang="en-US" dirty="0">
                <a:solidFill>
                  <a:srgbClr val="C00000"/>
                </a:solidFill>
              </a:rPr>
              <a:t>partitions</a:t>
            </a:r>
            <a:r>
              <a:rPr lang="en-US" dirty="0"/>
              <a:t> or buckets.</a:t>
            </a:r>
          </a:p>
          <a:p>
            <a:pPr lvl="0">
              <a:defRPr/>
            </a:pPr>
            <a:r>
              <a:rPr lang="en-US" dirty="0"/>
              <a:t>If total rows are odd, some groups may contain one extra row.</a:t>
            </a:r>
            <a:endParaRPr lang="en-IN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5AA38A7-7C9C-F1A3-7B98-8B2D6460B7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0031520"/>
              </p:ext>
            </p:extLst>
          </p:nvPr>
        </p:nvGraphicFramePr>
        <p:xfrm>
          <a:off x="1291177" y="2847932"/>
          <a:ext cx="8730129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7334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3896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6449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6655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5795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GROUP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44384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3955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508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8486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148467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329510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AAB528D-6668-64C7-25D4-8C9FF72065A7}"/>
              </a:ext>
            </a:extLst>
          </p:cNvPr>
          <p:cNvSpPr/>
          <p:nvPr/>
        </p:nvSpPr>
        <p:spPr>
          <a:xfrm>
            <a:off x="8036540" y="3334174"/>
            <a:ext cx="1984766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495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ADEA6-D6D6-E022-36B0-D82D6176B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7D5CD-ED34-54B2-3E5E-654E28CF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Ranking Functions – NTILE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03F1C41-1D3E-92F5-E69A-FA930AD47FDE}"/>
              </a:ext>
            </a:extLst>
          </p:cNvPr>
          <p:cNvSpPr/>
          <p:nvPr/>
        </p:nvSpPr>
        <p:spPr>
          <a:xfrm>
            <a:off x="276901" y="3886200"/>
            <a:ext cx="7550363" cy="2142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NTILE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[GROUP]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C701949-52B2-FC20-FF40-141D1CB1A6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40006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EA0BED8-0510-2724-47AD-5CC51B7A597E}"/>
              </a:ext>
            </a:extLst>
          </p:cNvPr>
          <p:cNvSpPr txBox="1"/>
          <p:nvPr/>
        </p:nvSpPr>
        <p:spPr>
          <a:xfrm>
            <a:off x="9299448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F061A2-921A-722F-12BF-D8091E6D3ED4}"/>
              </a:ext>
            </a:extLst>
          </p:cNvPr>
          <p:cNvSpPr txBox="1"/>
          <p:nvPr/>
        </p:nvSpPr>
        <p:spPr>
          <a:xfrm>
            <a:off x="198353" y="3476946"/>
            <a:ext cx="811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Write a query to assign a Dense Rank to each row based on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FA1F33E-EB11-AFA5-69CA-A7FD1F369540}"/>
              </a:ext>
            </a:extLst>
          </p:cNvPr>
          <p:cNvSpPr/>
          <p:nvPr/>
        </p:nvSpPr>
        <p:spPr>
          <a:xfrm>
            <a:off x="267757" y="1229620"/>
            <a:ext cx="7961843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NTILE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NO. OF GROUP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979858-E9E3-EE72-E9A7-CDA1A979EA94}"/>
              </a:ext>
            </a:extLst>
          </p:cNvPr>
          <p:cNvSpPr txBox="1"/>
          <p:nvPr/>
        </p:nvSpPr>
        <p:spPr>
          <a:xfrm>
            <a:off x="162306" y="798733"/>
            <a:ext cx="61584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Syntax: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F16AC2C-4C99-053F-D8C2-FF0429D108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296" y="3493008"/>
            <a:ext cx="1015428" cy="6053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613D71-3A72-3E14-65F2-3DB6BC009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1626" y="4174846"/>
            <a:ext cx="4140867" cy="2119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130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allAtOnce" animBg="1"/>
      <p:bldP spid="9" grpId="0"/>
      <p:bldP spid="11" grpId="0"/>
      <p:bldP spid="12" grpId="0" animBg="1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3F71B-A13B-EADC-448F-05DEB9B60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0DF168-F9BC-47C5-8288-92E18FFEC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1045EF-012D-7515-FD7E-FED6CC28B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Value window functions are used to access values from other rows without joining tables.</a:t>
            </a:r>
          </a:p>
          <a:p>
            <a:pPr lvl="0">
              <a:defRPr/>
            </a:pPr>
            <a:r>
              <a:rPr lang="en-US" dirty="0"/>
              <a:t>They are very useful in reports, analysis, and top/bottom record queries.</a:t>
            </a:r>
          </a:p>
          <a:p>
            <a:pPr lvl="0">
              <a:defRPr/>
            </a:pPr>
            <a:r>
              <a:rPr lang="en-US" dirty="0"/>
              <a:t>They help in comparing current row values with previous, next, first, or last rows.</a:t>
            </a:r>
          </a:p>
          <a:p>
            <a:pPr marL="0" lvl="0" indent="0">
              <a:buNone/>
              <a:defRPr/>
            </a:pPr>
            <a:endParaRPr lang="en-US" dirty="0"/>
          </a:p>
          <a:p>
            <a:pPr lvl="0">
              <a:defRPr/>
            </a:pPr>
            <a:r>
              <a:rPr lang="en-US" dirty="0"/>
              <a:t>Types of Ranking Functions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LAG()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LEAD()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FIRST_VALUE()</a:t>
            </a:r>
          </a:p>
          <a:p>
            <a:pPr marL="914400" lvl="1" indent="-457200">
              <a:buFont typeface="+mj-lt"/>
              <a:buAutoNum type="arabicPeriod"/>
              <a:defRPr/>
            </a:pPr>
            <a:r>
              <a:rPr lang="en-IN" dirty="0"/>
              <a:t>LAST_VALUE()</a:t>
            </a:r>
          </a:p>
        </p:txBody>
      </p:sp>
    </p:spTree>
    <p:extLst>
      <p:ext uri="{BB962C8B-B14F-4D97-AF65-F5344CB8AC3E}">
        <p14:creationId xmlns:p14="http://schemas.microsoft.com/office/powerpoint/2010/main" val="1445845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9CAB0-59B5-608D-3B18-F313EB2D8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906DC-A93F-4070-B948-A5AD85BB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- LAG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41747A3-B60D-374A-A149-16BA9F2093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LAG() is a value window function used to access the previous row value without using self join.</a:t>
            </a:r>
          </a:p>
          <a:p>
            <a:pPr lvl="0">
              <a:defRPr/>
            </a:pPr>
            <a:r>
              <a:rPr lang="en-US" dirty="0"/>
              <a:t>It helps compare the current row with the previous row.</a:t>
            </a:r>
          </a:p>
          <a:p>
            <a:pPr lvl="0">
              <a:defRPr/>
            </a:pPr>
            <a:endParaRPr lang="en-US" dirty="0"/>
          </a:p>
          <a:p>
            <a:pPr>
              <a:defRPr/>
            </a:pPr>
            <a:r>
              <a:rPr lang="en-IN" dirty="0"/>
              <a:t>What is LAG() ?</a:t>
            </a:r>
          </a:p>
          <a:p>
            <a:pPr lvl="0">
              <a:defRPr/>
            </a:pPr>
            <a:endParaRPr lang="en-US" dirty="0"/>
          </a:p>
          <a:p>
            <a:pPr marL="0" lvl="0" indent="0">
              <a:buNone/>
              <a:defRPr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239A706-3F25-8EA6-A81A-DB7FC733F5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397914"/>
              </p:ext>
            </p:extLst>
          </p:nvPr>
        </p:nvGraphicFramePr>
        <p:xfrm>
          <a:off x="1218025" y="2782256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chemeClr val="bg1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Previous_SPI</a:t>
                      </a:r>
                      <a:endParaRPr lang="en-IN" sz="2000" b="1" kern="100" dirty="0">
                        <a:solidFill>
                          <a:schemeClr val="bg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NULL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49416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001645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9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6537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39909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77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D6545C6B-B9ED-A9AD-32AE-BDDCC73DE64E}"/>
              </a:ext>
            </a:extLst>
          </p:cNvPr>
          <p:cNvSpPr/>
          <p:nvPr/>
        </p:nvSpPr>
        <p:spPr>
          <a:xfrm>
            <a:off x="6675120" y="3267499"/>
            <a:ext cx="3241411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532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906640-738A-AD16-A59F-5B9C3DB9E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08E8A-84CB-9F4D-E2BD-067419AA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- LAG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361BA03-6E21-A8CF-511B-6DBA6E3B5DF5}"/>
              </a:ext>
            </a:extLst>
          </p:cNvPr>
          <p:cNvSpPr/>
          <p:nvPr/>
        </p:nvSpPr>
        <p:spPr>
          <a:xfrm>
            <a:off x="276901" y="3886200"/>
            <a:ext cx="6306779" cy="2142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PREVIOUS_SPI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4E6384-263A-8DF5-7122-AA772EE85DD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40006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54FAF6F-DCCE-3AB8-BA64-4F843E8DC0D7}"/>
              </a:ext>
            </a:extLst>
          </p:cNvPr>
          <p:cNvSpPr txBox="1"/>
          <p:nvPr/>
        </p:nvSpPr>
        <p:spPr>
          <a:xfrm>
            <a:off x="9299448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F69796-5FC8-EE1A-0C8C-FB81F1BA1D42}"/>
              </a:ext>
            </a:extLst>
          </p:cNvPr>
          <p:cNvSpPr txBox="1"/>
          <p:nvPr/>
        </p:nvSpPr>
        <p:spPr>
          <a:xfrm>
            <a:off x="198353" y="3476946"/>
            <a:ext cx="811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Display students’ SPI along with previous students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9485EFB-317D-E599-CA1D-C558B903CF01}"/>
              </a:ext>
            </a:extLst>
          </p:cNvPr>
          <p:cNvSpPr/>
          <p:nvPr/>
        </p:nvSpPr>
        <p:spPr>
          <a:xfrm>
            <a:off x="267757" y="1229620"/>
            <a:ext cx="7961843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25C11-E1A0-56BB-4641-91D2D004D94B}"/>
              </a:ext>
            </a:extLst>
          </p:cNvPr>
          <p:cNvSpPr txBox="1"/>
          <p:nvPr/>
        </p:nvSpPr>
        <p:spPr>
          <a:xfrm>
            <a:off x="162306" y="798733"/>
            <a:ext cx="61584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Syntax: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B8898B5-F104-60C5-5447-540DF55716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296" y="3493008"/>
            <a:ext cx="1015428" cy="605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C213F9-2BE1-3312-88CA-068EFE46EDA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07"/>
          <a:stretch>
            <a:fillRect/>
          </a:stretch>
        </p:blipFill>
        <p:spPr>
          <a:xfrm>
            <a:off x="6885432" y="4216853"/>
            <a:ext cx="5237061" cy="209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01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1" grpId="0"/>
      <p:bldP spid="12" grpId="0" animBg="1"/>
      <p:bldP spid="1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DA18B-5AB8-DA31-C29B-14FB95A731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3E704-7D55-6A2C-D293-D48F47348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- LAG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1C50EE-5907-7479-9B9D-F1177BF30CA6}"/>
              </a:ext>
            </a:extLst>
          </p:cNvPr>
          <p:cNvSpPr/>
          <p:nvPr/>
        </p:nvSpPr>
        <p:spPr>
          <a:xfrm>
            <a:off x="374925" y="1581044"/>
            <a:ext cx="5385795" cy="4172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BRANCH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LAG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 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PREVIOUS_SPI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8619EC-AC58-8B66-AE01-2AFD8C2ED206}"/>
              </a:ext>
            </a:extLst>
          </p:cNvPr>
          <p:cNvSpPr txBox="1"/>
          <p:nvPr/>
        </p:nvSpPr>
        <p:spPr>
          <a:xfrm>
            <a:off x="374925" y="865089"/>
            <a:ext cx="689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C00000"/>
                </a:solidFill>
              </a:rPr>
              <a:t>E.g. </a:t>
            </a:r>
            <a:r>
              <a:rPr lang="en-US" sz="2000" b="1" dirty="0">
                <a:solidFill>
                  <a:srgbClr val="C00000"/>
                </a:solidFill>
              </a:rPr>
              <a:t>Display branch wise students’ SPI along with previous students SPI.</a:t>
            </a:r>
            <a:endParaRPr lang="en-IN" sz="2000" b="1" dirty="0">
              <a:solidFill>
                <a:srgbClr val="C0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E7C6194-21AF-7401-7430-50516BAF0D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0" y="3755796"/>
            <a:ext cx="1015428" cy="605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8ACFF40-D532-9D49-F852-C43ECC65F2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4"/>
          <a:stretch>
            <a:fillRect/>
          </a:stretch>
        </p:blipFill>
        <p:spPr>
          <a:xfrm>
            <a:off x="7037610" y="1581044"/>
            <a:ext cx="3722427" cy="21071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0D84390-CE0F-5CF8-EC81-1AC9E7619554}"/>
              </a:ext>
            </a:extLst>
          </p:cNvPr>
          <p:cNvSpPr txBox="1"/>
          <p:nvPr/>
        </p:nvSpPr>
        <p:spPr>
          <a:xfrm>
            <a:off x="7836408" y="1136289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46B9574-E252-81BF-DEFC-DE7FF54E38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7744" y="4406870"/>
            <a:ext cx="6190248" cy="210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3598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9836C-C147-012F-49F2-BB66F746B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82FB0-23B8-F570-2484-F9A379FCFB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- LEAD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212B559-CF63-A54E-81A3-6080236EC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LEAD() is a value window function used to access the next row value without using self join.</a:t>
            </a:r>
          </a:p>
          <a:p>
            <a:pPr lvl="0">
              <a:defRPr/>
            </a:pPr>
            <a:r>
              <a:rPr lang="en-US" dirty="0"/>
              <a:t>It helps compare the current row with the next row.</a:t>
            </a:r>
          </a:p>
          <a:p>
            <a:pPr lvl="0">
              <a:defRPr/>
            </a:pPr>
            <a:endParaRPr lang="en-US" dirty="0"/>
          </a:p>
          <a:p>
            <a:pPr>
              <a:defRPr/>
            </a:pPr>
            <a:r>
              <a:rPr lang="en-IN" dirty="0"/>
              <a:t>What is LEAD() ?</a:t>
            </a:r>
          </a:p>
          <a:p>
            <a:pPr lvl="0">
              <a:defRPr/>
            </a:pPr>
            <a:endParaRPr lang="en-US" dirty="0"/>
          </a:p>
          <a:p>
            <a:pPr marL="0" lvl="0" indent="0">
              <a:buNone/>
              <a:defRPr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91454E1-0FEB-6765-04EA-B863FBF310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9307926"/>
              </p:ext>
            </p:extLst>
          </p:nvPr>
        </p:nvGraphicFramePr>
        <p:xfrm>
          <a:off x="1218025" y="2782256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bg1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NEXT_SPI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49416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7194904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9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6537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39909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77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NULL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F632BD2A-404A-905E-0B5D-8A781F3EBC68}"/>
              </a:ext>
            </a:extLst>
          </p:cNvPr>
          <p:cNvSpPr/>
          <p:nvPr/>
        </p:nvSpPr>
        <p:spPr>
          <a:xfrm>
            <a:off x="6702552" y="3267499"/>
            <a:ext cx="3223504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4213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648BB-7C00-30B6-7D1B-B8F21EAE8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AC9F4-765A-7847-7146-67E87B79C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- LEAD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7A51CB-B2AE-EA6A-CE8E-B088FFC7F1D2}"/>
              </a:ext>
            </a:extLst>
          </p:cNvPr>
          <p:cNvSpPr/>
          <p:nvPr/>
        </p:nvSpPr>
        <p:spPr>
          <a:xfrm>
            <a:off x="276901" y="3886200"/>
            <a:ext cx="6306779" cy="2142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NEXT_SPI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E41F6F-4B04-E81A-559B-E4DD5DDA9E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40006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445620D-BBEC-A53C-B72F-2947618BBBC5}"/>
              </a:ext>
            </a:extLst>
          </p:cNvPr>
          <p:cNvSpPr txBox="1"/>
          <p:nvPr/>
        </p:nvSpPr>
        <p:spPr>
          <a:xfrm>
            <a:off x="9299448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6AB093-9177-B73F-4091-A44E18528947}"/>
              </a:ext>
            </a:extLst>
          </p:cNvPr>
          <p:cNvSpPr txBox="1"/>
          <p:nvPr/>
        </p:nvSpPr>
        <p:spPr>
          <a:xfrm>
            <a:off x="198353" y="3476946"/>
            <a:ext cx="811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Display students’ SPI along with next students SPI.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D7D388-6A1C-413F-C5B6-4A32C078200E}"/>
              </a:ext>
            </a:extLst>
          </p:cNvPr>
          <p:cNvSpPr/>
          <p:nvPr/>
        </p:nvSpPr>
        <p:spPr>
          <a:xfrm>
            <a:off x="267757" y="1229620"/>
            <a:ext cx="7961843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CD73C9-6587-71E2-1ED8-2EC672F51827}"/>
              </a:ext>
            </a:extLst>
          </p:cNvPr>
          <p:cNvSpPr txBox="1"/>
          <p:nvPr/>
        </p:nvSpPr>
        <p:spPr>
          <a:xfrm>
            <a:off x="162306" y="798733"/>
            <a:ext cx="61584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Syntax: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CD70EFD-9C63-A0EA-70AC-5DE7C83694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296" y="3493008"/>
            <a:ext cx="1015428" cy="6053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AA5599-F8EE-9278-FCB6-8329A6C131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5139" y="4245055"/>
            <a:ext cx="4653758" cy="2213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87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/>
      <p:bldP spid="11" grpId="0"/>
      <p:bldP spid="12" grpId="0" animBg="1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8AEBD-933E-066A-AC10-B1974AA41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07C30-E5EF-107F-1476-82D6FAFE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- LAG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FD9470-BA19-EBB6-A6E1-921AFCC4774A}"/>
              </a:ext>
            </a:extLst>
          </p:cNvPr>
          <p:cNvSpPr/>
          <p:nvPr/>
        </p:nvSpPr>
        <p:spPr>
          <a:xfrm>
            <a:off x="374925" y="1581044"/>
            <a:ext cx="5385795" cy="41722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BRANCH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LEAD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 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</a:p>
          <a:p>
            <a:pPr lvl="1"/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NEXT_SPI</a:t>
            </a:r>
          </a:p>
          <a:p>
            <a:pPr lvl="1"/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6FFC22-6C14-5E65-4F00-C3A341067BBF}"/>
              </a:ext>
            </a:extLst>
          </p:cNvPr>
          <p:cNvSpPr txBox="1"/>
          <p:nvPr/>
        </p:nvSpPr>
        <p:spPr>
          <a:xfrm>
            <a:off x="374925" y="865089"/>
            <a:ext cx="689455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Display branch wise students’ SPI along with next </a:t>
            </a:r>
          </a:p>
          <a:p>
            <a:r>
              <a:rPr lang="en-US" sz="2000" b="1" dirty="0">
                <a:solidFill>
                  <a:srgbClr val="C00000"/>
                </a:solidFill>
              </a:rPr>
              <a:t>students SPI.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6B49011-F0DB-7B7E-C840-734B10247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4020" y="3755796"/>
            <a:ext cx="1015428" cy="60535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1D2724A-21F9-8DE7-0775-DE6839094C2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4"/>
          <a:stretch>
            <a:fillRect/>
          </a:stretch>
        </p:blipFill>
        <p:spPr>
          <a:xfrm>
            <a:off x="7037610" y="1581044"/>
            <a:ext cx="3722427" cy="210716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4356963-0FF8-70C9-DACB-0A9B082463C1}"/>
              </a:ext>
            </a:extLst>
          </p:cNvPr>
          <p:cNvSpPr txBox="1"/>
          <p:nvPr/>
        </p:nvSpPr>
        <p:spPr>
          <a:xfrm>
            <a:off x="7836408" y="1136289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3219A-BDC6-4078-7F88-3FAF68CB9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4428739"/>
            <a:ext cx="5734495" cy="210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59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21FE2-465C-03CB-723C-DBB2D408C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1D608-6EBA-601F-830F-B1A2C187A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– First Value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499641-51AD-22ED-A067-BC4BAB06D3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FIRST_VALUE() returns the first value from the result set based on the sorting order.</a:t>
            </a:r>
          </a:p>
          <a:p>
            <a:pPr lvl="0">
              <a:defRPr/>
            </a:pPr>
            <a:r>
              <a:rPr lang="en-US" dirty="0"/>
              <a:t>It shows the same first value for all rows.</a:t>
            </a:r>
          </a:p>
          <a:p>
            <a:pPr lvl="0">
              <a:defRPr/>
            </a:pPr>
            <a:endParaRPr lang="en-US" dirty="0"/>
          </a:p>
          <a:p>
            <a:pPr>
              <a:defRPr/>
            </a:pPr>
            <a:r>
              <a:rPr lang="en-IN" dirty="0"/>
              <a:t>What is FIRST_VALUE () ?</a:t>
            </a:r>
          </a:p>
          <a:p>
            <a:pPr lvl="0">
              <a:defRPr/>
            </a:pPr>
            <a:endParaRPr lang="en-US" dirty="0"/>
          </a:p>
          <a:p>
            <a:pPr marL="0" lvl="0" indent="0">
              <a:buNone/>
              <a:defRPr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F19FC88-97C3-C258-782D-41FF1B3B2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4142266"/>
              </p:ext>
            </p:extLst>
          </p:nvPr>
        </p:nvGraphicFramePr>
        <p:xfrm>
          <a:off x="1218025" y="2782256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dirty="0">
                          <a:solidFill>
                            <a:schemeClr val="bg1"/>
                          </a:solidFill>
                        </a:rPr>
                        <a:t>FIRST_VALUE </a:t>
                      </a:r>
                      <a:endParaRPr lang="en-IN" sz="2000" b="1" kern="100" dirty="0">
                        <a:solidFill>
                          <a:schemeClr val="bg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49416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9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75714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6537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39909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77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b="1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44BF393-AE65-FC8A-B5FB-99DE7BACAD7A}"/>
              </a:ext>
            </a:extLst>
          </p:cNvPr>
          <p:cNvSpPr/>
          <p:nvPr/>
        </p:nvSpPr>
        <p:spPr>
          <a:xfrm>
            <a:off x="6665976" y="3267499"/>
            <a:ext cx="3260080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81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7BF9F-9025-57A1-1314-2A234019EA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25DB6-F547-928F-8437-75A933763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– First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E01F9C5-7F93-038C-0A71-3AC6A6D1B45F}"/>
              </a:ext>
            </a:extLst>
          </p:cNvPr>
          <p:cNvSpPr/>
          <p:nvPr/>
        </p:nvSpPr>
        <p:spPr>
          <a:xfrm>
            <a:off x="276901" y="3886200"/>
            <a:ext cx="7001723" cy="21422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FIRST_VALUE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FIRST_VALUE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7051F4-3669-98B8-0026-FADA3F9B65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40006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5E9C26-51DD-8E23-C96E-FE1A2795C762}"/>
              </a:ext>
            </a:extLst>
          </p:cNvPr>
          <p:cNvSpPr txBox="1"/>
          <p:nvPr/>
        </p:nvSpPr>
        <p:spPr>
          <a:xfrm>
            <a:off x="9299448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03D161-EB46-70C5-299F-8F378C2FB9BD}"/>
              </a:ext>
            </a:extLst>
          </p:cNvPr>
          <p:cNvSpPr txBox="1"/>
          <p:nvPr/>
        </p:nvSpPr>
        <p:spPr>
          <a:xfrm>
            <a:off x="198353" y="3476946"/>
            <a:ext cx="811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Display students’ SPI along with First Value of SPI.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4EDCD1-FAB1-66A1-18C5-AA796EC9CA97}"/>
              </a:ext>
            </a:extLst>
          </p:cNvPr>
          <p:cNvSpPr/>
          <p:nvPr/>
        </p:nvSpPr>
        <p:spPr>
          <a:xfrm>
            <a:off x="267757" y="1229620"/>
            <a:ext cx="7961843" cy="219938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COLUMN1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COLUMN2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FIRST_VALUE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COLUMN_NAME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ALIAS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TABLENAME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153C7C7-EF51-E801-0B10-9FED575A8383}"/>
              </a:ext>
            </a:extLst>
          </p:cNvPr>
          <p:cNvSpPr txBox="1"/>
          <p:nvPr/>
        </p:nvSpPr>
        <p:spPr>
          <a:xfrm>
            <a:off x="162306" y="798733"/>
            <a:ext cx="615848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</a:rPr>
              <a:t>Syntax:</a:t>
            </a:r>
            <a:endParaRPr lang="en-IN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77BD22A-698C-7D9D-E698-970CD83CFD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296" y="3502152"/>
            <a:ext cx="1015428" cy="605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AD39734-62C4-3DF4-26A9-2A94E8A914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835"/>
          <a:stretch>
            <a:fillRect/>
          </a:stretch>
        </p:blipFill>
        <p:spPr>
          <a:xfrm>
            <a:off x="7356845" y="4233672"/>
            <a:ext cx="4835155" cy="2016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580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2" grpId="0" animBg="1"/>
      <p:bldP spid="1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20EE85-9F63-7162-4E45-9E7C992014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4265-B50E-C1D8-B925-ABF48FADD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– Last Value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82D65F3-AF24-8421-3A76-05C1A5232A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LAST_VALUE() returns the last value from the result set based on the sorting order.</a:t>
            </a:r>
          </a:p>
          <a:p>
            <a:pPr lvl="0">
              <a:defRPr/>
            </a:pPr>
            <a:r>
              <a:rPr lang="en-US" dirty="0"/>
              <a:t>It shows the same last value for all rows.</a:t>
            </a:r>
          </a:p>
          <a:p>
            <a:pPr>
              <a:defRPr/>
            </a:pPr>
            <a:endParaRPr lang="en-IN" dirty="0"/>
          </a:p>
          <a:p>
            <a:pPr>
              <a:defRPr/>
            </a:pPr>
            <a:r>
              <a:rPr lang="en-IN" dirty="0"/>
              <a:t>What is </a:t>
            </a:r>
            <a:r>
              <a:rPr lang="en-US" dirty="0"/>
              <a:t>LAST_VALUE</a:t>
            </a:r>
            <a:r>
              <a:rPr lang="en-IN" dirty="0"/>
              <a:t>() Function ?</a:t>
            </a:r>
          </a:p>
          <a:p>
            <a:pPr lvl="0">
              <a:defRPr/>
            </a:pPr>
            <a:endParaRPr lang="en-US" dirty="0"/>
          </a:p>
          <a:p>
            <a:pPr marL="0" lvl="0" indent="0">
              <a:buNone/>
              <a:defRPr/>
            </a:pP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638233C-5924-639F-ED9F-3D4A93110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0727"/>
              </p:ext>
            </p:extLst>
          </p:nvPr>
        </p:nvGraphicFramePr>
        <p:xfrm>
          <a:off x="1218025" y="2782256"/>
          <a:ext cx="8722021" cy="2961317"/>
        </p:xfrm>
        <a:graphic>
          <a:graphicData uri="http://schemas.openxmlformats.org/drawingml/2006/table">
            <a:tbl>
              <a:tblPr firstRow="1" firstCol="1" bandRow="1"/>
              <a:tblGrid>
                <a:gridCol w="1445990">
                  <a:extLst>
                    <a:ext uri="{9D8B030D-6E8A-4147-A177-3AD203B41FA5}">
                      <a16:colId xmlns:a16="http://schemas.microsoft.com/office/drawing/2014/main" val="2467080510"/>
                    </a:ext>
                  </a:extLst>
                </a:gridCol>
                <a:gridCol w="1792230">
                  <a:extLst>
                    <a:ext uri="{9D8B030D-6E8A-4147-A177-3AD203B41FA5}">
                      <a16:colId xmlns:a16="http://schemas.microsoft.com/office/drawing/2014/main" val="2110413047"/>
                    </a:ext>
                  </a:extLst>
                </a:gridCol>
                <a:gridCol w="2234372">
                  <a:extLst>
                    <a:ext uri="{9D8B030D-6E8A-4147-A177-3AD203B41FA5}">
                      <a16:colId xmlns:a16="http://schemas.microsoft.com/office/drawing/2014/main" val="718930138"/>
                    </a:ext>
                  </a:extLst>
                </a:gridCol>
                <a:gridCol w="1235506">
                  <a:extLst>
                    <a:ext uri="{9D8B030D-6E8A-4147-A177-3AD203B41FA5}">
                      <a16:colId xmlns:a16="http://schemas.microsoft.com/office/drawing/2014/main" val="2720225001"/>
                    </a:ext>
                  </a:extLst>
                </a:gridCol>
                <a:gridCol w="2013923">
                  <a:extLst>
                    <a:ext uri="{9D8B030D-6E8A-4147-A177-3AD203B41FA5}">
                      <a16:colId xmlns:a16="http://schemas.microsoft.com/office/drawing/2014/main" val="2319765494"/>
                    </a:ext>
                  </a:extLst>
                </a:gridCol>
              </a:tblGrid>
              <a:tr h="474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 err="1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RollNo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Name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Branch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>
                          <a:solidFill>
                            <a:srgbClr val="FFFFFF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SPI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LAST_VALUE</a:t>
                      </a:r>
                      <a:endParaRPr lang="en-IN" sz="2000" b="1" kern="100" dirty="0">
                        <a:solidFill>
                          <a:schemeClr val="bg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9973229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107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Hetvi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6.00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549416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106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Vishal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182532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102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Akhil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Civil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7.00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338989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105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Mayank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8.00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565376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104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Rahul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Mechanical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8.70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7399091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103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Riya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9.80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7277575"/>
                  </a:ext>
                </a:extLst>
              </a:tr>
              <a:tr h="3552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101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Jay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Computer</a:t>
                      </a:r>
                      <a:endParaRPr lang="en-IN" sz="2000" kern="10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20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kern="100" dirty="0">
                        <a:effectLst/>
                        <a:latin typeface="+mj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8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000" b="1" kern="1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Shruti" panose="020B0502040204020203" pitchFamily="34" charset="0"/>
                        </a:rPr>
                        <a:t>9.90</a:t>
                      </a:r>
                      <a:endParaRPr lang="en-IN" sz="2000" b="1" kern="100" dirty="0">
                        <a:solidFill>
                          <a:schemeClr val="tx1"/>
                        </a:solidFill>
                        <a:effectLst/>
                        <a:latin typeface="+mn-lt"/>
                        <a:ea typeface="Aptos" panose="020B0004020202020204" pitchFamily="34" charset="0"/>
                        <a:cs typeface="Shruti" panose="020B0502040204020203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2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997896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96A340A-6D22-B613-AC66-CB30CE575A93}"/>
              </a:ext>
            </a:extLst>
          </p:cNvPr>
          <p:cNvSpPr/>
          <p:nvPr/>
        </p:nvSpPr>
        <p:spPr>
          <a:xfrm>
            <a:off x="6693408" y="3277024"/>
            <a:ext cx="3232648" cy="2460357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942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FF4CC-CFB7-F1B8-46AC-6543206CFB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E4235-9F0A-F037-4D96-4A4E6B22A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Value / Analytical Functions – Last Value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A3A6E0-CBDA-4ED0-6659-B96B83F0CD48}"/>
              </a:ext>
            </a:extLst>
          </p:cNvPr>
          <p:cNvSpPr/>
          <p:nvPr/>
        </p:nvSpPr>
        <p:spPr>
          <a:xfrm>
            <a:off x="276901" y="1347929"/>
            <a:ext cx="7001723" cy="41841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ROLLNO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LAST_VALUE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BETWEEN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UNBOUNDED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PRECEDING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              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UNBOUNDED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FOLLOWING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LAST_VALUE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24D233-AEA8-6086-80C3-F32B724103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44"/>
          <a:stretch>
            <a:fillRect/>
          </a:stretch>
        </p:blipFill>
        <p:spPr>
          <a:xfrm>
            <a:off x="8400066" y="1239152"/>
            <a:ext cx="3722427" cy="21071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7753EE6-4E90-7812-2A09-E04A38448E0E}"/>
              </a:ext>
            </a:extLst>
          </p:cNvPr>
          <p:cNvSpPr txBox="1"/>
          <p:nvPr/>
        </p:nvSpPr>
        <p:spPr>
          <a:xfrm>
            <a:off x="9299448" y="82951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369610-A471-50A0-4242-EC9516B97EE6}"/>
              </a:ext>
            </a:extLst>
          </p:cNvPr>
          <p:cNvSpPr txBox="1"/>
          <p:nvPr/>
        </p:nvSpPr>
        <p:spPr>
          <a:xfrm>
            <a:off x="289793" y="829510"/>
            <a:ext cx="8110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Display students’ SPI along with last value of SPI.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F7B13F8-61CB-2A6C-E60E-FB3C4E383E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3296" y="3520440"/>
            <a:ext cx="1015428" cy="6053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F6A18B-270F-066D-D141-7FC8779A8E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35284" y="4263343"/>
            <a:ext cx="4687209" cy="2202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188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B7B39-1E7E-996F-22E7-139516031F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16D3858-406F-5D79-B856-77EC6924BC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Table Expression (CTE)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E7CFBD-099B-BEE5-6F36-5C1D934362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35271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F63420-2407-C01C-7EED-9CF375A39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23EBD-12E7-4B1A-15BD-FFF5BF6C9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Common Table Expression (CTE)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46E9478-5AFC-A560-99CE-3E08C7CC1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IN" dirty="0"/>
              <a:t>A </a:t>
            </a:r>
            <a:r>
              <a:rPr lang="en-IN" dirty="0">
                <a:solidFill>
                  <a:srgbClr val="C00000"/>
                </a:solidFill>
              </a:rPr>
              <a:t>CTE (Common Table Expression) </a:t>
            </a:r>
            <a:r>
              <a:rPr lang="en-IN" dirty="0"/>
              <a:t>is a </a:t>
            </a:r>
            <a:r>
              <a:rPr lang="en-IN" dirty="0">
                <a:solidFill>
                  <a:srgbClr val="C00000"/>
                </a:solidFill>
              </a:rPr>
              <a:t>temporary</a:t>
            </a:r>
            <a:r>
              <a:rPr lang="en-IN" dirty="0"/>
              <a:t> named </a:t>
            </a:r>
            <a:r>
              <a:rPr lang="en-IN" dirty="0">
                <a:solidFill>
                  <a:srgbClr val="C00000"/>
                </a:solidFill>
              </a:rPr>
              <a:t>result set</a:t>
            </a:r>
            <a:r>
              <a:rPr lang="en-IN" dirty="0"/>
              <a:t> created using the WITH keyword.</a:t>
            </a:r>
          </a:p>
          <a:p>
            <a:pPr lvl="0">
              <a:defRPr/>
            </a:pPr>
            <a:r>
              <a:rPr lang="en-IN" dirty="0"/>
              <a:t>It exists only for the duration of a </a:t>
            </a:r>
            <a:r>
              <a:rPr lang="en-IN" dirty="0">
                <a:solidFill>
                  <a:srgbClr val="C00000"/>
                </a:solidFill>
              </a:rPr>
              <a:t>single SQL statement</a:t>
            </a:r>
            <a:r>
              <a:rPr lang="en-IN" dirty="0"/>
              <a:t>.</a:t>
            </a:r>
          </a:p>
          <a:p>
            <a:pPr lvl="0">
              <a:defRPr/>
            </a:pPr>
            <a:r>
              <a:rPr lang="en-IN" dirty="0"/>
              <a:t>It helps write </a:t>
            </a:r>
            <a:r>
              <a:rPr lang="en-IN" dirty="0">
                <a:solidFill>
                  <a:srgbClr val="C00000"/>
                </a:solidFill>
              </a:rPr>
              <a:t>cleaner,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more</a:t>
            </a:r>
            <a:r>
              <a:rPr lang="en-IN" dirty="0"/>
              <a:t> </a:t>
            </a:r>
            <a:r>
              <a:rPr lang="en-IN" dirty="0">
                <a:solidFill>
                  <a:srgbClr val="C00000"/>
                </a:solidFill>
              </a:rPr>
              <a:t>readable,</a:t>
            </a:r>
            <a:r>
              <a:rPr lang="en-IN" dirty="0"/>
              <a:t> and </a:t>
            </a:r>
            <a:r>
              <a:rPr lang="en-IN" dirty="0">
                <a:solidFill>
                  <a:srgbClr val="C00000"/>
                </a:solidFill>
              </a:rPr>
              <a:t>reusable</a:t>
            </a:r>
            <a:r>
              <a:rPr lang="en-IN" dirty="0"/>
              <a:t> queries.</a:t>
            </a:r>
          </a:p>
          <a:p>
            <a:pPr lvl="0">
              <a:defRPr/>
            </a:pPr>
            <a:r>
              <a:rPr lang="en-IN" dirty="0"/>
              <a:t>It is not permanently stored in the database.</a:t>
            </a:r>
          </a:p>
          <a:p>
            <a:pPr marL="0" lvl="0" indent="0">
              <a:buNone/>
              <a:defRPr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4484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9A8DD-42E4-F7F9-063A-93B2B8479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A7A3-BAE0-0E1F-7DB0-12870636D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Advantages of Common Table Expression (CTE)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4710489-EB7A-C1D4-1220-1C1AE6426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Improves Readability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Breaks complex queries into smaller, meaningful parts.</a:t>
            </a:r>
          </a:p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Simplifies Complex Queries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Reduces the need for deeply nested subqueries.</a:t>
            </a:r>
          </a:p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Easy to Maintain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Query logic is organized and easier to modify.</a:t>
            </a:r>
          </a:p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Better Debugging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Makes it easier to identify and fix errors in complex SQL statements.</a:t>
            </a:r>
          </a:p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Reduces Code Duplication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Avoids repeating the same subquery multiple times.</a:t>
            </a:r>
          </a:p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Reusable Within a Query</a:t>
            </a: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/>
              <a:t>– A CTE can be referenced multiple times in the same SQL statement.</a:t>
            </a:r>
          </a:p>
        </p:txBody>
      </p:sp>
    </p:spTree>
    <p:extLst>
      <p:ext uri="{BB962C8B-B14F-4D97-AF65-F5344CB8AC3E}">
        <p14:creationId xmlns:p14="http://schemas.microsoft.com/office/powerpoint/2010/main" val="2520695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7DEA-8639-1B9B-2F02-35628812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B81FD-D77F-83B8-957E-41CC0EF8A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Advantages of Common Table Expression (CTE)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978D820-9F0C-2532-E220-45315DB4D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marL="0" lvl="0" indent="0">
              <a:buNone/>
              <a:defRPr/>
            </a:pPr>
            <a:endParaRPr lang="en-IN" dirty="0"/>
          </a:p>
          <a:p>
            <a:pPr marL="0" lvl="0" indent="0">
              <a:buNone/>
              <a:defRPr/>
            </a:pPr>
            <a:r>
              <a:rPr lang="en-IN" dirty="0">
                <a:solidFill>
                  <a:srgbClr val="C00000"/>
                </a:solidFill>
              </a:rPr>
              <a:t>     </a:t>
            </a:r>
            <a:r>
              <a:rPr lang="en-IN" b="1" dirty="0">
                <a:solidFill>
                  <a:srgbClr val="C00000"/>
                </a:solidFill>
              </a:rPr>
              <a:t>Syntax:</a:t>
            </a:r>
          </a:p>
          <a:p>
            <a:pPr lvl="1"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WITH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CTE_Name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AS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(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column1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column2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...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TableName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WHERE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condition</a:t>
            </a:r>
          </a:p>
          <a:p>
            <a:pPr lvl="1">
              <a:buNone/>
            </a:pP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)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column1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column2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...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1"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scadia Mono" panose="020B0609020000020004" pitchFamily="49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 </a:t>
            </a:r>
            <a:r>
              <a:rPr lang="en-IN" sz="2400" dirty="0" err="1">
                <a:solidFill>
                  <a:srgbClr val="000000"/>
                </a:solidFill>
                <a:effectLst/>
                <a:latin typeface="Cascadia Mono" panose="020B0609020000020004" pitchFamily="49" charset="0"/>
              </a:rPr>
              <a:t>CTE_Name</a:t>
            </a:r>
            <a:r>
              <a:rPr lang="en-IN" sz="2400" dirty="0">
                <a:solidFill>
                  <a:srgbClr val="808080"/>
                </a:solidFill>
                <a:effectLst/>
                <a:latin typeface="Cascadia Mono" panose="020B0609020000020004" pitchFamily="49" charset="0"/>
              </a:rPr>
              <a:t>;</a:t>
            </a:r>
            <a:endParaRPr lang="en-IN" sz="2400" dirty="0">
              <a:solidFill>
                <a:srgbClr val="000000"/>
              </a:solidFill>
              <a:effectLst/>
              <a:latin typeface="Cascadia Mono" panose="020B0609020000020004" pitchFamily="49" charset="0"/>
            </a:endParaRPr>
          </a:p>
          <a:p>
            <a:pPr lvl="0">
              <a:defRPr/>
            </a:pP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B74C25C-324E-00E0-3B90-4A135BACF6E9}"/>
              </a:ext>
            </a:extLst>
          </p:cNvPr>
          <p:cNvSpPr/>
          <p:nvPr/>
        </p:nvSpPr>
        <p:spPr>
          <a:xfrm>
            <a:off x="548640" y="1721298"/>
            <a:ext cx="6611112" cy="4001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E1595-E337-88AB-52F1-E9A9925C50F4}"/>
              </a:ext>
            </a:extLst>
          </p:cNvPr>
          <p:cNvSpPr/>
          <p:nvPr/>
        </p:nvSpPr>
        <p:spPr>
          <a:xfrm>
            <a:off x="548640" y="2120072"/>
            <a:ext cx="6611112" cy="1943317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16E86-0FBD-452F-3F6A-71FBE69E196D}"/>
              </a:ext>
            </a:extLst>
          </p:cNvPr>
          <p:cNvSpPr/>
          <p:nvPr/>
        </p:nvSpPr>
        <p:spPr>
          <a:xfrm>
            <a:off x="548640" y="4063389"/>
            <a:ext cx="6611112" cy="901803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70F980C-A322-85EC-5F2F-D0E4B7CA13F3}"/>
              </a:ext>
            </a:extLst>
          </p:cNvPr>
          <p:cNvSpPr txBox="1"/>
          <p:nvPr/>
        </p:nvSpPr>
        <p:spPr>
          <a:xfrm>
            <a:off x="8351520" y="1711866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D81A60"/>
                </a:solidFill>
              </a:rPr>
              <a:t>CTE Declaration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7D2712D-56B7-4C1C-B0BB-37E7BC667A18}"/>
              </a:ext>
            </a:extLst>
          </p:cNvPr>
          <p:cNvSpPr txBox="1"/>
          <p:nvPr/>
        </p:nvSpPr>
        <p:spPr>
          <a:xfrm>
            <a:off x="8302624" y="2877905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D81A60"/>
                </a:solidFill>
              </a:rPr>
              <a:t>CTE Definition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1ED89D-D107-6509-C619-7703D34269FF}"/>
              </a:ext>
            </a:extLst>
          </p:cNvPr>
          <p:cNvSpPr txBox="1"/>
          <p:nvPr/>
        </p:nvSpPr>
        <p:spPr>
          <a:xfrm>
            <a:off x="8302623" y="4285076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rgbClr val="D81A60"/>
                </a:solidFill>
              </a:rPr>
              <a:t>Main Query (Using the CTE)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71EDCE3-5AC3-BFE8-797F-B9FFA51DB886}"/>
              </a:ext>
            </a:extLst>
          </p:cNvPr>
          <p:cNvCxnSpPr>
            <a:cxnSpLocks/>
          </p:cNvCxnSpPr>
          <p:nvPr/>
        </p:nvCxnSpPr>
        <p:spPr>
          <a:xfrm flipH="1">
            <a:off x="7159750" y="4477511"/>
            <a:ext cx="1142873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32FCC6-03C9-6E3E-896C-5CC56391120C}"/>
              </a:ext>
            </a:extLst>
          </p:cNvPr>
          <p:cNvCxnSpPr>
            <a:cxnSpLocks/>
          </p:cNvCxnSpPr>
          <p:nvPr/>
        </p:nvCxnSpPr>
        <p:spPr>
          <a:xfrm flipH="1">
            <a:off x="7159751" y="3062571"/>
            <a:ext cx="1142873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A03BE62-939F-094B-4FA2-4EEF2336217D}"/>
              </a:ext>
            </a:extLst>
          </p:cNvPr>
          <p:cNvCxnSpPr>
            <a:cxnSpLocks/>
          </p:cNvCxnSpPr>
          <p:nvPr/>
        </p:nvCxnSpPr>
        <p:spPr>
          <a:xfrm flipH="1">
            <a:off x="7174991" y="1916523"/>
            <a:ext cx="1142873" cy="0"/>
          </a:xfrm>
          <a:prstGeom prst="straightConnector1">
            <a:avLst/>
          </a:prstGeom>
          <a:ln w="3810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564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/>
      <p:bldP spid="12" grpId="0"/>
      <p:bldP spid="1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137B-D570-47F6-EA14-BB9011D03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53517-3AB5-E685-1B8B-1496AD2AFF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- Common Table Expression (CTE)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A8E4D0-E50C-6FE1-51B9-8F60C40759A3}"/>
              </a:ext>
            </a:extLst>
          </p:cNvPr>
          <p:cNvSpPr txBox="1"/>
          <p:nvPr/>
        </p:nvSpPr>
        <p:spPr>
          <a:xfrm>
            <a:off x="5052292" y="901328"/>
            <a:ext cx="7273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</a:t>
            </a:r>
            <a:r>
              <a:rPr lang="en-IN" sz="2000" b="1" dirty="0">
                <a:solidFill>
                  <a:srgbClr val="C00000"/>
                </a:solidFill>
              </a:rPr>
              <a:t>Display Students details whose SPI greater than 9.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9868E-A184-6D22-65F0-EF8F2F308B5B}"/>
              </a:ext>
            </a:extLst>
          </p:cNvPr>
          <p:cNvSpPr txBox="1"/>
          <p:nvPr/>
        </p:nvSpPr>
        <p:spPr>
          <a:xfrm>
            <a:off x="5061436" y="1282133"/>
            <a:ext cx="557171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HIGHSPI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HIGHSPI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5F9E07-F36A-57BB-D90D-13ABBEC89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01" y="1301438"/>
            <a:ext cx="4211035" cy="2605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4E8F90-000C-CDA3-755F-3D29389F99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01" y="4842493"/>
            <a:ext cx="4447379" cy="90908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98EB887-9928-2C88-D39A-D78B5C1EBE0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9312" y="4118777"/>
            <a:ext cx="1015428" cy="605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EB5E0A9-DDBE-9D9D-0287-E440F6916E5E}"/>
              </a:ext>
            </a:extLst>
          </p:cNvPr>
          <p:cNvSpPr txBox="1"/>
          <p:nvPr/>
        </p:nvSpPr>
        <p:spPr>
          <a:xfrm>
            <a:off x="1280160" y="901328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</p:spTree>
    <p:extLst>
      <p:ext uri="{BB962C8B-B14F-4D97-AF65-F5344CB8AC3E}">
        <p14:creationId xmlns:p14="http://schemas.microsoft.com/office/powerpoint/2010/main" val="2722126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4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49F40-6C25-8495-BD40-FF5FEC2C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0A285-AC29-C835-AD6E-B741886C3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- Common Table Expression (CTE)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1FFD29-B5D3-1490-2893-43F86CE992BD}"/>
              </a:ext>
            </a:extLst>
          </p:cNvPr>
          <p:cNvSpPr txBox="1"/>
          <p:nvPr/>
        </p:nvSpPr>
        <p:spPr>
          <a:xfrm>
            <a:off x="4979140" y="901328"/>
            <a:ext cx="7273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</a:t>
            </a:r>
            <a:r>
              <a:rPr lang="en-IN" sz="2000" b="1" dirty="0">
                <a:solidFill>
                  <a:srgbClr val="C00000"/>
                </a:solidFill>
              </a:rPr>
              <a:t>Display Top 3 Students details based on their SPI.(Use Rank())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B57244-4633-ED1F-D075-9F86F45F8988}"/>
              </a:ext>
            </a:extLst>
          </p:cNvPr>
          <p:cNvSpPr txBox="1"/>
          <p:nvPr/>
        </p:nvSpPr>
        <p:spPr>
          <a:xfrm>
            <a:off x="4969996" y="1282133"/>
            <a:ext cx="7886468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STUDENTRANK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RANK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STUDENTRANK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RANK_BY_SPI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B978D0-AEC8-CAE3-108B-38CA21E35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01" y="1301438"/>
            <a:ext cx="4211035" cy="2605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8C5796-1C50-F6FA-232B-B6644E55766A}"/>
              </a:ext>
            </a:extLst>
          </p:cNvPr>
          <p:cNvSpPr txBox="1"/>
          <p:nvPr/>
        </p:nvSpPr>
        <p:spPr>
          <a:xfrm>
            <a:off x="1280160" y="901328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34AE607-AA34-6013-2E45-8AADAC6058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27" y="4729231"/>
            <a:ext cx="3884782" cy="164290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69615FE-01E3-ED37-B2E9-95F4AB2B24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456" y="4015184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7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01211-A49C-EC80-68F9-14E219FF0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12E80-9981-2BEC-0AFE-B395B9B55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- Common Table Expression (CTE)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2D7DCF-B11D-1E08-FD2F-C99374B849CF}"/>
              </a:ext>
            </a:extLst>
          </p:cNvPr>
          <p:cNvSpPr txBox="1"/>
          <p:nvPr/>
        </p:nvSpPr>
        <p:spPr>
          <a:xfrm>
            <a:off x="4951708" y="901328"/>
            <a:ext cx="72738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</a:t>
            </a:r>
            <a:r>
              <a:rPr lang="en-IN" sz="2000" b="1" dirty="0">
                <a:solidFill>
                  <a:srgbClr val="C00000"/>
                </a:solidFill>
              </a:rPr>
              <a:t>Display 4</a:t>
            </a:r>
            <a:r>
              <a:rPr lang="en-IN" sz="2000" b="1" baseline="30000" dirty="0">
                <a:solidFill>
                  <a:srgbClr val="C00000"/>
                </a:solidFill>
              </a:rPr>
              <a:t>th</a:t>
            </a:r>
            <a:r>
              <a:rPr lang="en-IN" sz="2000" b="1" dirty="0">
                <a:solidFill>
                  <a:srgbClr val="C00000"/>
                </a:solidFill>
              </a:rPr>
              <a:t> Highest SPI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62E907-EF6E-0738-3241-9C0D10924ECC}"/>
              </a:ext>
            </a:extLst>
          </p:cNvPr>
          <p:cNvSpPr txBox="1"/>
          <p:nvPr/>
        </p:nvSpPr>
        <p:spPr>
          <a:xfrm>
            <a:off x="4960852" y="1301438"/>
            <a:ext cx="788646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STUDENTRANK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DENSE_RANK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RANKNO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STUDENTRANK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RANKNO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4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658EA6-67B5-7007-0BE6-44B672382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201" y="1301438"/>
            <a:ext cx="4211035" cy="26050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1B39B2-730D-6B29-91C8-23906D02396A}"/>
              </a:ext>
            </a:extLst>
          </p:cNvPr>
          <p:cNvSpPr txBox="1"/>
          <p:nvPr/>
        </p:nvSpPr>
        <p:spPr>
          <a:xfrm>
            <a:off x="1280160" y="901328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8CBC988-27D7-54E0-3667-14DDE2E1FD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01" y="4891378"/>
            <a:ext cx="4240875" cy="9069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51B2E56-642C-56EC-5DD6-6042B3C9A78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456" y="4097480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51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6E47F-66DF-0C0A-C9CB-E6AF2C8FB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035B4-FDE2-39AD-9929-CD8908B6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- Common Table Expression (CTE)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1C0130-7648-0BF7-B076-7C1277ADE035}"/>
              </a:ext>
            </a:extLst>
          </p:cNvPr>
          <p:cNvSpPr txBox="1"/>
          <p:nvPr/>
        </p:nvSpPr>
        <p:spPr>
          <a:xfrm>
            <a:off x="5884396" y="927821"/>
            <a:ext cx="6048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</a:t>
            </a:r>
            <a:r>
              <a:rPr lang="en-IN" sz="2000" b="1" dirty="0">
                <a:solidFill>
                  <a:srgbClr val="C00000"/>
                </a:solidFill>
              </a:rPr>
              <a:t>Find students who do not have an SPI record.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08559A2-432C-AFAA-39DB-29CEDC40EBB8}"/>
              </a:ext>
            </a:extLst>
          </p:cNvPr>
          <p:cNvSpPr txBox="1"/>
          <p:nvPr/>
        </p:nvSpPr>
        <p:spPr>
          <a:xfrm>
            <a:off x="5884396" y="1304428"/>
            <a:ext cx="5637044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MISSINGRESULT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2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S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LEFT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 R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MISSINGRESULT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B356BD-19D9-1ECC-07E2-4D744E0EDB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895" y="1304428"/>
            <a:ext cx="2892053" cy="2188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D913359-8F0B-60AB-2DCB-E667314810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505" y="1327931"/>
            <a:ext cx="1521981" cy="185319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050E496-1DE9-668B-5A7C-58427D7D2BA1}"/>
              </a:ext>
            </a:extLst>
          </p:cNvPr>
          <p:cNvSpPr txBox="1"/>
          <p:nvPr/>
        </p:nvSpPr>
        <p:spPr>
          <a:xfrm>
            <a:off x="698056" y="904318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91DF63-4C23-E64C-1D48-C433C7D13150}"/>
              </a:ext>
            </a:extLst>
          </p:cNvPr>
          <p:cNvSpPr txBox="1"/>
          <p:nvPr/>
        </p:nvSpPr>
        <p:spPr>
          <a:xfrm>
            <a:off x="3366971" y="904318"/>
            <a:ext cx="1808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RESULT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825A534-CF4B-495E-44CB-E36B65D99E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675" y="4938409"/>
            <a:ext cx="3300094" cy="81900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1214880-D885-3538-C874-6FE6F8EB5C1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1008" y="3920550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778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3" grpId="0"/>
      <p:bldP spid="15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48EE2-E40E-0E49-D4A8-332EEAE9F9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DC807-94CB-47B2-35F2-6520522A8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- Common Table Expression (CTE)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F320D4-C2A0-C38C-F010-57AC905FCCF7}"/>
              </a:ext>
            </a:extLst>
          </p:cNvPr>
          <p:cNvSpPr txBox="1"/>
          <p:nvPr/>
        </p:nvSpPr>
        <p:spPr>
          <a:xfrm>
            <a:off x="458956" y="836381"/>
            <a:ext cx="6048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</a:t>
            </a:r>
            <a:r>
              <a:rPr lang="en-IN" sz="2000" b="1" dirty="0">
                <a:solidFill>
                  <a:srgbClr val="C00000"/>
                </a:solidFill>
              </a:rPr>
              <a:t>Find the top 2 students from each branch.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862958-8A7F-7E5C-233D-F78ABCB95027}"/>
              </a:ext>
            </a:extLst>
          </p:cNvPr>
          <p:cNvSpPr txBox="1"/>
          <p:nvPr/>
        </p:nvSpPr>
        <p:spPr>
          <a:xfrm>
            <a:off x="458956" y="1203079"/>
            <a:ext cx="6728228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RANKEDSTUDENTS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ROW_NUMBER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RN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S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 R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RANKEDSTUDENTS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RN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&lt;=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071DF6-7BF1-5044-7CE8-143DF511F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596" y="981245"/>
            <a:ext cx="2248016" cy="32069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6BE7859-B9BB-C804-BDC2-33825054E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76"/>
          <a:stretch>
            <a:fillRect/>
          </a:stretch>
        </p:blipFill>
        <p:spPr>
          <a:xfrm>
            <a:off x="6507480" y="1031538"/>
            <a:ext cx="2324219" cy="32100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EB45C7-91B5-10AD-84C0-2A46CFE164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784" y="4360412"/>
            <a:ext cx="3436080" cy="221606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E90C80-0938-E87C-6A20-FD8E01B227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934" y="3563122"/>
            <a:ext cx="1015428" cy="605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BF9AF7-BA2E-99E5-1381-CF26A2EA9D09}"/>
              </a:ext>
            </a:extLst>
          </p:cNvPr>
          <p:cNvSpPr txBox="1"/>
          <p:nvPr/>
        </p:nvSpPr>
        <p:spPr>
          <a:xfrm>
            <a:off x="6678232" y="694027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C6A083C-7B72-053F-79CE-E6285D58C657}"/>
              </a:ext>
            </a:extLst>
          </p:cNvPr>
          <p:cNvSpPr txBox="1"/>
          <p:nvPr/>
        </p:nvSpPr>
        <p:spPr>
          <a:xfrm>
            <a:off x="9867286" y="664117"/>
            <a:ext cx="1808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RESULT</a:t>
            </a:r>
          </a:p>
        </p:txBody>
      </p:sp>
    </p:spTree>
    <p:extLst>
      <p:ext uri="{BB962C8B-B14F-4D97-AF65-F5344CB8AC3E}">
        <p14:creationId xmlns:p14="http://schemas.microsoft.com/office/powerpoint/2010/main" val="3861841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A56FA-CBE3-F8CF-01C0-908993769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81762-2BDD-E4AD-FDD2-419E7CB6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- Common Table Expression (CTE)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3B3954-D5B4-C5E6-5FB0-B9B875CE0AFC}"/>
              </a:ext>
            </a:extLst>
          </p:cNvPr>
          <p:cNvSpPr txBox="1"/>
          <p:nvPr/>
        </p:nvSpPr>
        <p:spPr>
          <a:xfrm>
            <a:off x="458956" y="699221"/>
            <a:ext cx="85661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</a:rPr>
              <a:t>E.g. </a:t>
            </a:r>
            <a:r>
              <a:rPr lang="en-IN" sz="2000" b="1" dirty="0">
                <a:solidFill>
                  <a:srgbClr val="C00000"/>
                </a:solidFill>
              </a:rPr>
              <a:t>Find students whose SPI is closest to the average SPI.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003E87-8DD1-D917-10F7-5BCABBFEC5B2}"/>
              </a:ext>
            </a:extLst>
          </p:cNvPr>
          <p:cNvSpPr txBox="1"/>
          <p:nvPr/>
        </p:nvSpPr>
        <p:spPr>
          <a:xfrm>
            <a:off x="468100" y="1047631"/>
            <a:ext cx="991034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AVGDATA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AVGSPI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DIFFERENCEDATA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S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RESULT R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RNO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AVGDATA</a:t>
            </a:r>
          </a:p>
          <a:p>
            <a:pPr>
              <a:buNone/>
            </a:pP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IN" sz="22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DIFFERENCEDATA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DIFFERENCE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C5EB69-2034-6399-DE06-82054ECDC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9186" y="5172378"/>
            <a:ext cx="3516127" cy="7529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C77605-4CBB-8D65-288A-BFA422AD6F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316" y="1086402"/>
            <a:ext cx="2248016" cy="32069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67DC08-5950-1516-2C39-F3CE089CD86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76"/>
          <a:stretch>
            <a:fillRect/>
          </a:stretch>
        </p:blipFill>
        <p:spPr>
          <a:xfrm>
            <a:off x="7248144" y="1113834"/>
            <a:ext cx="2324219" cy="32100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B009C6D-579B-816D-43A1-BE9208698FB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4717" y="4433610"/>
            <a:ext cx="1015428" cy="60535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B20DE9-57EA-0217-8C2B-5EFDC1068565}"/>
              </a:ext>
            </a:extLst>
          </p:cNvPr>
          <p:cNvSpPr txBox="1"/>
          <p:nvPr/>
        </p:nvSpPr>
        <p:spPr>
          <a:xfrm>
            <a:off x="7437184" y="730603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0297B9-DC46-E421-B62A-B9912EFAEA8A}"/>
              </a:ext>
            </a:extLst>
          </p:cNvPr>
          <p:cNvSpPr txBox="1"/>
          <p:nvPr/>
        </p:nvSpPr>
        <p:spPr>
          <a:xfrm>
            <a:off x="9949582" y="728125"/>
            <a:ext cx="18085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RESULT</a:t>
            </a:r>
          </a:p>
        </p:txBody>
      </p:sp>
    </p:spTree>
    <p:extLst>
      <p:ext uri="{BB962C8B-B14F-4D97-AF65-F5344CB8AC3E}">
        <p14:creationId xmlns:p14="http://schemas.microsoft.com/office/powerpoint/2010/main" val="918896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  <p:bldP spid="16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DC63AD-A889-4D0F-7D03-F7950EA0B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F604D-C8CC-3636-05B5-5FE31868D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ISNULL() Function in SQL Server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19BAC93-6651-79AB-83DA-E896A300F9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/>
            <a:r>
              <a:rPr lang="en-IN" b="1" dirty="0">
                <a:solidFill>
                  <a:srgbClr val="C00000"/>
                </a:solidFill>
              </a:rPr>
              <a:t>ISNULL() </a:t>
            </a:r>
            <a:r>
              <a:rPr lang="en-IN" dirty="0">
                <a:solidFill>
                  <a:srgbClr val="C00000"/>
                </a:solidFill>
              </a:rPr>
              <a:t>Function </a:t>
            </a:r>
            <a:r>
              <a:rPr lang="en-IN" dirty="0"/>
              <a:t>is used to handle </a:t>
            </a:r>
            <a:r>
              <a:rPr lang="en-IN" dirty="0">
                <a:solidFill>
                  <a:srgbClr val="C00000"/>
                </a:solidFill>
              </a:rPr>
              <a:t>NULL values. </a:t>
            </a:r>
          </a:p>
          <a:p>
            <a:pPr lvl="0"/>
            <a:r>
              <a:rPr lang="en-IN" dirty="0"/>
              <a:t>If a value is </a:t>
            </a:r>
            <a:r>
              <a:rPr lang="en-IN" b="1" dirty="0">
                <a:solidFill>
                  <a:srgbClr val="C00000"/>
                </a:solidFill>
              </a:rPr>
              <a:t>NULL</a:t>
            </a:r>
            <a:r>
              <a:rPr lang="en-IN" dirty="0"/>
              <a:t>, it replaces it with a given value. </a:t>
            </a:r>
          </a:p>
          <a:p>
            <a:pPr lvl="0"/>
            <a:r>
              <a:rPr lang="en-IN" dirty="0"/>
              <a:t>It takes two values: 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Value to check </a:t>
            </a:r>
          </a:p>
          <a:p>
            <a:pPr lvl="1"/>
            <a:r>
              <a:rPr lang="en-IN" dirty="0">
                <a:solidFill>
                  <a:srgbClr val="C00000"/>
                </a:solidFill>
              </a:rPr>
              <a:t>Replacement value </a:t>
            </a:r>
            <a:r>
              <a:rPr lang="en-IN" dirty="0"/>
              <a:t>if it is NULL</a:t>
            </a: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r>
              <a:rPr lang="en-IN" dirty="0">
                <a:solidFill>
                  <a:srgbClr val="C00000"/>
                </a:solidFill>
              </a:rPr>
              <a:t>Syntax:</a:t>
            </a:r>
          </a:p>
          <a:p>
            <a:pPr>
              <a:buNone/>
            </a:pPr>
            <a:r>
              <a:rPr lang="en-IN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ISNULL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REPLACEMENT_VALUE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0688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5096C-51F5-5875-2A8F-114232F7F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639BD-B258-3542-2B62-EC502C89E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ISNULL() Function in SQL Server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0C452F2-B166-0D71-5ED3-33F31E1320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316" y="735428"/>
            <a:ext cx="11988933" cy="6217822"/>
          </a:xfrm>
        </p:spPr>
        <p:txBody>
          <a:bodyPr/>
          <a:lstStyle/>
          <a:p>
            <a:pPr lvl="0"/>
            <a:r>
              <a:rPr lang="en-IN" dirty="0"/>
              <a:t>Display the </a:t>
            </a:r>
            <a:r>
              <a:rPr lang="en-IN" dirty="0">
                <a:solidFill>
                  <a:srgbClr val="C00000"/>
                </a:solidFill>
              </a:rPr>
              <a:t>Student Name and Personal Email </a:t>
            </a:r>
            <a:r>
              <a:rPr lang="en-IN" dirty="0"/>
              <a:t>if the Personal Email is available.</a:t>
            </a:r>
          </a:p>
          <a:p>
            <a:pPr lvl="0"/>
            <a:r>
              <a:rPr lang="en-IN" dirty="0"/>
              <a:t>If the Personal Email is not available, display the </a:t>
            </a:r>
            <a:r>
              <a:rPr lang="en-IN" dirty="0">
                <a:solidFill>
                  <a:srgbClr val="C00000"/>
                </a:solidFill>
              </a:rPr>
              <a:t>College Email.</a:t>
            </a:r>
          </a:p>
          <a:p>
            <a:pPr lvl="0"/>
            <a:endParaRPr lang="en-IN" dirty="0">
              <a:solidFill>
                <a:srgbClr val="C00000"/>
              </a:solidFill>
            </a:endParaRPr>
          </a:p>
          <a:p>
            <a:pPr lvl="0"/>
            <a:endParaRPr lang="en-IN" dirty="0">
              <a:solidFill>
                <a:srgbClr val="C00000"/>
              </a:solidFill>
            </a:endParaRPr>
          </a:p>
          <a:p>
            <a:pPr lvl="0"/>
            <a:endParaRPr lang="en-IN" dirty="0">
              <a:solidFill>
                <a:srgbClr val="C00000"/>
              </a:solidFill>
            </a:endParaRPr>
          </a:p>
          <a:p>
            <a:pPr lvl="0"/>
            <a:endParaRPr lang="en-IN" dirty="0">
              <a:solidFill>
                <a:srgbClr val="C00000"/>
              </a:solidFill>
            </a:endParaRPr>
          </a:p>
          <a:p>
            <a:pPr lvl="0"/>
            <a:endParaRPr lang="en-IN" dirty="0">
              <a:solidFill>
                <a:srgbClr val="C00000"/>
              </a:solidFill>
            </a:endParaRPr>
          </a:p>
          <a:p>
            <a:pPr lvl="0"/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endParaRPr lang="en-IN" dirty="0"/>
          </a:p>
          <a:p>
            <a:pPr marL="0" lvl="0" indent="0">
              <a:buNone/>
              <a:defRPr/>
            </a:pPr>
            <a:r>
              <a:rPr lang="en-IN" dirty="0"/>
              <a:t>Limitations of ISNULL() Function</a:t>
            </a:r>
          </a:p>
          <a:p>
            <a:pPr lvl="0"/>
            <a:r>
              <a:rPr lang="en-IN" dirty="0"/>
              <a:t>It accepts only </a:t>
            </a:r>
            <a:r>
              <a:rPr lang="en-IN" dirty="0">
                <a:solidFill>
                  <a:srgbClr val="C00000"/>
                </a:solidFill>
              </a:rPr>
              <a:t>2 arguments. </a:t>
            </a:r>
          </a:p>
          <a:p>
            <a:pPr lvl="0"/>
            <a:r>
              <a:rPr lang="en-IN" dirty="0"/>
              <a:t>It cannot check </a:t>
            </a:r>
            <a:r>
              <a:rPr lang="en-IN" dirty="0">
                <a:solidFill>
                  <a:srgbClr val="C00000"/>
                </a:solidFill>
              </a:rPr>
              <a:t>multiple</a:t>
            </a:r>
            <a:r>
              <a:rPr lang="en-IN" dirty="0"/>
              <a:t> alternative values.</a:t>
            </a:r>
          </a:p>
          <a:p>
            <a:pPr lvl="0"/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BD639D-6A81-B7D6-4D9D-834595E9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69" y="2056890"/>
            <a:ext cx="5796874" cy="19972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D1B8214-51B6-25B1-2A32-349C484E1938}"/>
              </a:ext>
            </a:extLst>
          </p:cNvPr>
          <p:cNvSpPr txBox="1"/>
          <p:nvPr/>
        </p:nvSpPr>
        <p:spPr>
          <a:xfrm>
            <a:off x="484632" y="4141153"/>
            <a:ext cx="12801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ISNULL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PERSONAL_MAIL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COLLAGE_MAIL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EMAIL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8D7CFA-CBF2-7B44-E43E-339F57997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1866" y="2056890"/>
            <a:ext cx="3486465" cy="19646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F94B736-11BE-DE4B-A4FF-BED9DCEEB21D}"/>
              </a:ext>
            </a:extLst>
          </p:cNvPr>
          <p:cNvSpPr txBox="1"/>
          <p:nvPr/>
        </p:nvSpPr>
        <p:spPr>
          <a:xfrm>
            <a:off x="2169242" y="1685355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AD4121-3876-89D9-3540-29C77110A5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874557" y="2763247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67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41E15-6344-1072-AB59-2576A7A3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6FC5-0B31-DCF1-D87F-6131AA914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COALESCE() Function in SQL Server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4E109A-CF82-9D29-3ED8-ECD9A8A286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>
              <a:defRPr/>
            </a:pPr>
            <a:r>
              <a:rPr lang="en-IN" b="1" dirty="0">
                <a:solidFill>
                  <a:srgbClr val="C00000"/>
                </a:solidFill>
              </a:rPr>
              <a:t>COALESCE()</a:t>
            </a:r>
            <a:r>
              <a:rPr lang="en-IN" dirty="0"/>
              <a:t> is used to </a:t>
            </a:r>
            <a:r>
              <a:rPr lang="en-IN" b="1" dirty="0">
                <a:solidFill>
                  <a:srgbClr val="C00000"/>
                </a:solidFill>
              </a:rPr>
              <a:t>handle NULL values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 lvl="0">
              <a:defRPr/>
            </a:pPr>
            <a:r>
              <a:rPr lang="en-IN" dirty="0"/>
              <a:t>It checks the given values </a:t>
            </a:r>
            <a:r>
              <a:rPr lang="en-IN" b="1" dirty="0">
                <a:solidFill>
                  <a:srgbClr val="C00000"/>
                </a:solidFill>
              </a:rPr>
              <a:t>from left to right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 lvl="0">
              <a:defRPr/>
            </a:pPr>
            <a:r>
              <a:rPr lang="en-IN" dirty="0"/>
              <a:t>It returns the </a:t>
            </a:r>
            <a:r>
              <a:rPr lang="en-IN" b="1" dirty="0">
                <a:solidFill>
                  <a:srgbClr val="C00000"/>
                </a:solidFill>
              </a:rPr>
              <a:t>first value that is NOT NULL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 lvl="0">
              <a:defRPr/>
            </a:pPr>
            <a:r>
              <a:rPr lang="en-IN" dirty="0"/>
              <a:t>If all values are </a:t>
            </a:r>
            <a:r>
              <a:rPr lang="en-IN" b="1" dirty="0">
                <a:solidFill>
                  <a:srgbClr val="C00000"/>
                </a:solidFill>
              </a:rPr>
              <a:t>NULL</a:t>
            </a:r>
            <a:r>
              <a:rPr lang="en-IN" dirty="0">
                <a:solidFill>
                  <a:srgbClr val="C00000"/>
                </a:solidFill>
              </a:rPr>
              <a:t>,</a:t>
            </a:r>
            <a:r>
              <a:rPr lang="en-IN" dirty="0"/>
              <a:t> it returns </a:t>
            </a:r>
            <a:r>
              <a:rPr lang="en-IN" b="1" dirty="0">
                <a:solidFill>
                  <a:srgbClr val="C00000"/>
                </a:solidFill>
              </a:rPr>
              <a:t>NULL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 lvl="0">
              <a:defRPr/>
            </a:pPr>
            <a:r>
              <a:rPr lang="en-IN" dirty="0"/>
              <a:t>It is commonly used to display a </a:t>
            </a:r>
            <a:r>
              <a:rPr lang="en-IN" b="1" dirty="0">
                <a:solidFill>
                  <a:srgbClr val="C00000"/>
                </a:solidFill>
              </a:rPr>
              <a:t>default value when data is missing</a:t>
            </a:r>
            <a:r>
              <a:rPr lang="en-IN" dirty="0">
                <a:solidFill>
                  <a:srgbClr val="C00000"/>
                </a:solidFill>
              </a:rPr>
              <a:t>.</a:t>
            </a:r>
          </a:p>
          <a:p>
            <a:pPr lvl="0">
              <a:defRPr/>
            </a:pPr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r>
              <a:rPr lang="en-IN" dirty="0">
                <a:solidFill>
                  <a:srgbClr val="C00000"/>
                </a:solidFill>
              </a:rPr>
              <a:t> Syntax:</a:t>
            </a:r>
          </a:p>
          <a:p>
            <a:pPr>
              <a:buNone/>
            </a:pPr>
            <a:r>
              <a:rPr lang="en-IN" dirty="0">
                <a:solidFill>
                  <a:srgbClr val="C00000"/>
                </a:solidFill>
              </a:rPr>
              <a:t> </a:t>
            </a:r>
            <a:r>
              <a:rPr lang="en-IN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COALESCE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VALUE1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VALUE2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VALUE3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...)</a:t>
            </a:r>
            <a:endParaRPr lang="en-IN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r>
              <a:rPr lang="en-IN" dirty="0">
                <a:solidFill>
                  <a:srgbClr val="C00000"/>
                </a:solidFill>
              </a:rPr>
              <a:t>Example:</a:t>
            </a: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FF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COALESCE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'ABC'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dirty="0">
                <a:solidFill>
                  <a:srgbClr val="A31515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'XYZ'</a:t>
            </a:r>
            <a:r>
              <a:rPr lang="en-IN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IN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8634AD-6782-E67E-0F58-568B8CB3CB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09"/>
          <a:stretch>
            <a:fillRect/>
          </a:stretch>
        </p:blipFill>
        <p:spPr>
          <a:xfrm>
            <a:off x="7261707" y="5385816"/>
            <a:ext cx="2046266" cy="7514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F5AB3CF-39E8-E50F-5261-E9B8628EB649}"/>
              </a:ext>
            </a:extLst>
          </p:cNvPr>
          <p:cNvSpPr txBox="1"/>
          <p:nvPr/>
        </p:nvSpPr>
        <p:spPr>
          <a:xfrm>
            <a:off x="7261707" y="4924151"/>
            <a:ext cx="11144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C00000"/>
                </a:solidFill>
              </a:rPr>
              <a:t>Output: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800700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FE11D-84E7-BD67-8502-F575F2475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D8E6F-7475-58A8-1E24-0749B6C96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en-IN" dirty="0"/>
              <a:t>COALESCE() Function in SQL Server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4267FE0-70DF-31D0-7B5B-F00661D78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/>
            <a:r>
              <a:rPr lang="en-IN" dirty="0"/>
              <a:t>Display the </a:t>
            </a:r>
            <a:r>
              <a:rPr lang="en-IN" dirty="0">
                <a:solidFill>
                  <a:srgbClr val="C00000"/>
                </a:solidFill>
              </a:rPr>
              <a:t>Student Name and Personal Email </a:t>
            </a:r>
            <a:r>
              <a:rPr lang="en-IN" dirty="0"/>
              <a:t>if the Personal Email is available.</a:t>
            </a:r>
          </a:p>
          <a:p>
            <a:pPr lvl="0"/>
            <a:r>
              <a:rPr lang="en-IN" dirty="0"/>
              <a:t>If the Personal Email is not available, display the </a:t>
            </a:r>
            <a:r>
              <a:rPr lang="en-IN" dirty="0">
                <a:solidFill>
                  <a:srgbClr val="C00000"/>
                </a:solidFill>
              </a:rPr>
              <a:t>College Email.</a:t>
            </a:r>
          </a:p>
          <a:p>
            <a:pPr lvl="0"/>
            <a:r>
              <a:rPr lang="en-IN" dirty="0"/>
              <a:t>If both emails are not available, display </a:t>
            </a:r>
            <a:r>
              <a:rPr lang="en-IN" dirty="0">
                <a:solidFill>
                  <a:srgbClr val="C00000"/>
                </a:solidFill>
              </a:rPr>
              <a:t>"Email Not Available".</a:t>
            </a: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28BCD9A-64D3-A852-AB7E-57CEFE46C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01" y="2675342"/>
            <a:ext cx="5796874" cy="199724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21F6364-D06B-6237-8D57-FE26F5469DB0}"/>
              </a:ext>
            </a:extLst>
          </p:cNvPr>
          <p:cNvSpPr txBox="1"/>
          <p:nvPr/>
        </p:nvSpPr>
        <p:spPr>
          <a:xfrm>
            <a:off x="475488" y="4772089"/>
            <a:ext cx="12801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COALESCE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PERSONAL_MAIL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COLLAGE_MAIL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A31515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'NOT AVAILABLE'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7B1A68-73E0-C284-2816-C9A9D8467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7999" y="2685483"/>
            <a:ext cx="3319339" cy="197695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9FE3DA-61EB-D42D-4E7C-018FF542B2CC}"/>
              </a:ext>
            </a:extLst>
          </p:cNvPr>
          <p:cNvSpPr txBox="1"/>
          <p:nvPr/>
        </p:nvSpPr>
        <p:spPr>
          <a:xfrm>
            <a:off x="2041226" y="2275232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FEBA1-0D12-BE86-D0EA-B6A8371B71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6785987" y="3399161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328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CB2D8-07C1-2040-15EB-97E3885AC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94E9609-CF09-664E-84F0-0351B32C6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Temporary Table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D03F12-1D4F-6998-F5FA-1AC9F82C2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087763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F932B-C5D2-E22E-3E3D-3A283E48C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9177C-F97E-CF26-F0A5-893D312FA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Temporary Table in SQL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82E5296-5A2E-71B4-8EDA-A4BC8C66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/>
            <a:r>
              <a:rPr lang="en-IN" dirty="0"/>
              <a:t>A </a:t>
            </a:r>
            <a:r>
              <a:rPr lang="en-IN" dirty="0">
                <a:solidFill>
                  <a:srgbClr val="C00000"/>
                </a:solidFill>
              </a:rPr>
              <a:t>temporary table </a:t>
            </a:r>
            <a:r>
              <a:rPr lang="en-IN" dirty="0"/>
              <a:t>is used to </a:t>
            </a:r>
            <a:r>
              <a:rPr lang="en-IN" dirty="0">
                <a:solidFill>
                  <a:srgbClr val="C00000"/>
                </a:solidFill>
              </a:rPr>
              <a:t>store data temporarily. </a:t>
            </a:r>
          </a:p>
          <a:p>
            <a:pPr lvl="0"/>
            <a:r>
              <a:rPr lang="en-IN" dirty="0"/>
              <a:t>It is mainly used to </a:t>
            </a:r>
            <a:r>
              <a:rPr lang="en-IN" dirty="0">
                <a:solidFill>
                  <a:srgbClr val="C00000"/>
                </a:solidFill>
              </a:rPr>
              <a:t>store intermediate results </a:t>
            </a:r>
            <a:r>
              <a:rPr lang="en-IN" dirty="0"/>
              <a:t>while working with data. </a:t>
            </a:r>
          </a:p>
          <a:p>
            <a:pPr lvl="0"/>
            <a:r>
              <a:rPr lang="en-IN" dirty="0"/>
              <a:t>Temporary tables are stored in </a:t>
            </a:r>
            <a:r>
              <a:rPr lang="en-IN" dirty="0" err="1"/>
              <a:t>TempDB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They are automatically deleted when they are no longer needed. </a:t>
            </a:r>
          </a:p>
          <a:p>
            <a:pPr lvl="0"/>
            <a:r>
              <a:rPr lang="en-IN" dirty="0"/>
              <a:t>They are useful for </a:t>
            </a:r>
            <a:r>
              <a:rPr lang="en-IN" dirty="0">
                <a:solidFill>
                  <a:srgbClr val="C00000"/>
                </a:solidFill>
              </a:rPr>
              <a:t>complex queries </a:t>
            </a:r>
            <a:r>
              <a:rPr lang="en-IN" dirty="0"/>
              <a:t>and data processing.</a:t>
            </a: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0226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356FC-CD52-C486-5806-EAE728820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9EDF5-F452-CBA3-6506-BFD1B8EA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Temporary Table in SQL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E77E28D-DDE9-DDCB-A710-D04B7DE3E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Types of Temporary Tables</a:t>
            </a:r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1. Local Temporary Table (#)</a:t>
            </a:r>
          </a:p>
          <a:p>
            <a:pPr lvl="0"/>
            <a:r>
              <a:rPr lang="en-IN" dirty="0"/>
              <a:t>Created using a single #. </a:t>
            </a:r>
          </a:p>
          <a:p>
            <a:pPr lvl="0"/>
            <a:r>
              <a:rPr lang="en-IN" dirty="0"/>
              <a:t>Available only in the current session. </a:t>
            </a:r>
          </a:p>
          <a:p>
            <a:pPr lvl="0"/>
            <a:r>
              <a:rPr lang="en-IN" dirty="0"/>
              <a:t>Example: #TempTable </a:t>
            </a:r>
          </a:p>
          <a:p>
            <a:pPr lvl="0"/>
            <a:endParaRPr lang="en-IN" dirty="0"/>
          </a:p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2. Global Temporary Table (##)</a:t>
            </a:r>
          </a:p>
          <a:p>
            <a:pPr lvl="0"/>
            <a:r>
              <a:rPr lang="en-IN" dirty="0"/>
              <a:t>Created using ##. </a:t>
            </a:r>
          </a:p>
          <a:p>
            <a:pPr lvl="0"/>
            <a:r>
              <a:rPr lang="en-IN" dirty="0"/>
              <a:t>Can be accessed by multiple sessions. </a:t>
            </a:r>
          </a:p>
          <a:p>
            <a:pPr lvl="0"/>
            <a:r>
              <a:rPr lang="en-IN" dirty="0"/>
              <a:t>Example: ##TempTable</a:t>
            </a: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  <a:p>
            <a:pPr marL="0" lvl="0" indent="0">
              <a:buNone/>
              <a:defRPr/>
            </a:pPr>
            <a:endParaRPr lang="en-IN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073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D66E-A972-6039-5445-BBFCD84CC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Local Temporary Table (#)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5AED8E-2847-D3A6-BD77-88048AFA79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196"/>
          <a:stretch>
            <a:fillRect/>
          </a:stretch>
        </p:blipFill>
        <p:spPr>
          <a:xfrm>
            <a:off x="128935" y="1362456"/>
            <a:ext cx="5656043" cy="320954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4F18015-503F-C2BB-1274-F54970E3749F}"/>
              </a:ext>
            </a:extLst>
          </p:cNvPr>
          <p:cNvSpPr txBox="1"/>
          <p:nvPr/>
        </p:nvSpPr>
        <p:spPr>
          <a:xfrm>
            <a:off x="0" y="694944"/>
            <a:ext cx="11695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Example: </a:t>
            </a:r>
            <a:r>
              <a:rPr lang="en-IN" sz="2000" b="1" dirty="0"/>
              <a:t>Find students whose SPI is greater than their branch's average SPI.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8B7EEA3-069C-480F-3742-C71D8BBB6E92}"/>
              </a:ext>
            </a:extLst>
          </p:cNvPr>
          <p:cNvSpPr txBox="1"/>
          <p:nvPr/>
        </p:nvSpPr>
        <p:spPr>
          <a:xfrm>
            <a:off x="128935" y="4709600"/>
            <a:ext cx="6135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Step 1:</a:t>
            </a:r>
            <a:r>
              <a:rPr lang="en-IN" sz="2000" dirty="0"/>
              <a:t> Create Temporary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AF62A6-B53B-464C-581E-46443A6E5032}"/>
              </a:ext>
            </a:extLst>
          </p:cNvPr>
          <p:cNvSpPr txBox="1"/>
          <p:nvPr/>
        </p:nvSpPr>
        <p:spPr>
          <a:xfrm>
            <a:off x="5845145" y="4522708"/>
            <a:ext cx="6135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Step 2: </a:t>
            </a:r>
            <a:r>
              <a:rPr lang="en-IN" sz="2000" dirty="0"/>
              <a:t>Use the Temporary Table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B1D214-B69E-D6F8-6A04-87471361C444}"/>
              </a:ext>
            </a:extLst>
          </p:cNvPr>
          <p:cNvSpPr txBox="1"/>
          <p:nvPr/>
        </p:nvSpPr>
        <p:spPr>
          <a:xfrm>
            <a:off x="5847588" y="4802222"/>
            <a:ext cx="6135624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STDID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SNAME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S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#BRANCHAVG B</a:t>
            </a:r>
          </a:p>
          <a:p>
            <a:pPr>
              <a:buNone/>
            </a:pP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BRANCH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 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AVG_SPI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4C9BFF-0CB2-B149-A817-C5A94D8941B1}"/>
              </a:ext>
            </a:extLst>
          </p:cNvPr>
          <p:cNvSpPr txBox="1"/>
          <p:nvPr/>
        </p:nvSpPr>
        <p:spPr>
          <a:xfrm>
            <a:off x="128935" y="5024068"/>
            <a:ext cx="6135624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AVG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SPI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AVG_SPI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#BRANCHAVG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  <a:p>
            <a:pPr>
              <a:buNone/>
            </a:pP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2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2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  <a:r>
              <a:rPr lang="en-IN" sz="22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2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B299FD8-0EC4-FDBD-49CF-508D15B86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7367" y="2339364"/>
            <a:ext cx="3830425" cy="144039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07BF2EF-3B23-6998-738D-CE8AAFDF8F5A}"/>
              </a:ext>
            </a:extLst>
          </p:cNvPr>
          <p:cNvSpPr txBox="1"/>
          <p:nvPr/>
        </p:nvSpPr>
        <p:spPr>
          <a:xfrm>
            <a:off x="1969217" y="1025750"/>
            <a:ext cx="270944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TABLE: STUDENT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AA47668-3608-B2F3-0231-5D65F9E5278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5890963" y="2969366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634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8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060E6-7E32-4F8E-AEBC-44C21DE47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70FE3-4812-F7BF-D203-7CDFA34A5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Local Temporary Table (#)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F248A0-C8A2-61DE-34F8-3F4FE162128B}"/>
              </a:ext>
            </a:extLst>
          </p:cNvPr>
          <p:cNvSpPr txBox="1"/>
          <p:nvPr/>
        </p:nvSpPr>
        <p:spPr>
          <a:xfrm>
            <a:off x="0" y="773869"/>
            <a:ext cx="116951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Example: </a:t>
            </a:r>
            <a:r>
              <a:rPr lang="en-IN" sz="2000" b="1" dirty="0"/>
              <a:t>Find Top 1 students from each branch based on their SPI in descending order.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9EF525-879B-D668-B5A3-C9AC894CAD2F}"/>
              </a:ext>
            </a:extLst>
          </p:cNvPr>
          <p:cNvSpPr txBox="1"/>
          <p:nvPr/>
        </p:nvSpPr>
        <p:spPr>
          <a:xfrm>
            <a:off x="0" y="1420665"/>
            <a:ext cx="6135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Step 1:</a:t>
            </a:r>
            <a:r>
              <a:rPr lang="en-IN" sz="2000" dirty="0"/>
              <a:t> Store Branch-wise Ranking in Temporary Table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18135B-6824-4D23-19EA-8B085F39F9CA}"/>
              </a:ext>
            </a:extLst>
          </p:cNvPr>
          <p:cNvSpPr txBox="1"/>
          <p:nvPr/>
        </p:nvSpPr>
        <p:spPr>
          <a:xfrm>
            <a:off x="75281" y="4331339"/>
            <a:ext cx="613562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rgbClr val="C00000"/>
                </a:solidFill>
              </a:rPr>
              <a:t>Step 2: </a:t>
            </a:r>
            <a:r>
              <a:rPr lang="en-IN" sz="2000" dirty="0"/>
              <a:t>Get Top 1 from Each Branch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D93EC8-1E86-8E91-BCD2-6E685F67C10F}"/>
              </a:ext>
            </a:extLst>
          </p:cNvPr>
          <p:cNvSpPr txBox="1"/>
          <p:nvPr/>
        </p:nvSpPr>
        <p:spPr>
          <a:xfrm>
            <a:off x="730601" y="4854310"/>
            <a:ext cx="613562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SNAME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#TopStudents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RN 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E51CAD-43FC-8B91-66E5-EA2A39362740}"/>
              </a:ext>
            </a:extLst>
          </p:cNvPr>
          <p:cNvSpPr txBox="1"/>
          <p:nvPr/>
        </p:nvSpPr>
        <p:spPr>
          <a:xfrm>
            <a:off x="730601" y="1836164"/>
            <a:ext cx="431993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SNAME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</a:t>
            </a:r>
            <a:r>
              <a:rPr lang="en-IN" sz="2400" dirty="0">
                <a:solidFill>
                  <a:srgbClr val="FF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DENSE_RANK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OVER 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PARTITION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 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ORDER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RN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INTO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#TopStudents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C9B395-9DAF-1C93-1EB4-11D62A78B3A6}"/>
              </a:ext>
            </a:extLst>
          </p:cNvPr>
          <p:cNvSpPr txBox="1"/>
          <p:nvPr/>
        </p:nvSpPr>
        <p:spPr>
          <a:xfrm>
            <a:off x="7935473" y="1717081"/>
            <a:ext cx="1135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8E6C95-BE69-FF9A-5483-127415C17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617" y="2117191"/>
            <a:ext cx="4064514" cy="25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1" grpId="0"/>
      <p:bldP spid="13" grpId="0"/>
      <p:bldP spid="15" grpId="0"/>
      <p:bldP spid="1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AC645-5F48-458A-FF7C-A6D36753E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9F59-8505-C752-DDB4-C4262806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Global Temporary Table (##)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02D551D-173E-5136-1D20-687DEB5B54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88933" cy="5590565"/>
          </a:xfrm>
        </p:spPr>
        <p:txBody>
          <a:bodyPr/>
          <a:lstStyle/>
          <a:p>
            <a:pPr lvl="0"/>
            <a:r>
              <a:rPr lang="en-IN" dirty="0"/>
              <a:t>Think of a </a:t>
            </a:r>
            <a:r>
              <a:rPr lang="en-IN" b="1" dirty="0"/>
              <a:t>college placement drive</a:t>
            </a:r>
            <a:r>
              <a:rPr lang="en-IN" dirty="0"/>
              <a:t>.</a:t>
            </a:r>
          </a:p>
          <a:p>
            <a:pPr lvl="0"/>
            <a:endParaRPr lang="en-IN" dirty="0"/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scadia Mono" panose="020B0609020000020004" pitchFamily="49" charset="0"/>
              </a:rPr>
              <a:t>     </a:t>
            </a:r>
          </a:p>
          <a:p>
            <a:pPr>
              <a:buNone/>
            </a:pPr>
            <a:endParaRPr lang="en-IN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endParaRPr lang="en-IN" sz="2400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endParaRPr lang="en-IN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endParaRPr lang="en-IN" sz="2400" dirty="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00000"/>
              </a:lnSpc>
              <a:buNone/>
            </a:pPr>
            <a:r>
              <a:rPr lang="en-IN" dirty="0">
                <a:solidFill>
                  <a:srgbClr val="C00000"/>
                </a:solidFill>
              </a:rPr>
              <a:t>		</a:t>
            </a:r>
          </a:p>
          <a:p>
            <a:pPr>
              <a:lnSpc>
                <a:spcPct val="100000"/>
              </a:lnSpc>
              <a:buNone/>
            </a:pPr>
            <a:endParaRPr lang="en-IN" dirty="0">
              <a:solidFill>
                <a:srgbClr val="C00000"/>
              </a:solidFill>
              <a:latin typeface="Cascadia Mono" panose="020B0609020000020004" pitchFamily="49" charset="0"/>
            </a:endParaRPr>
          </a:p>
          <a:p>
            <a:pPr>
              <a:lnSpc>
                <a:spcPct val="100000"/>
              </a:lnSpc>
              <a:buNone/>
            </a:pPr>
            <a:endParaRPr lang="en-IN" dirty="0">
              <a:solidFill>
                <a:srgbClr val="0000FF"/>
              </a:solidFill>
              <a:latin typeface="Cascadia Mono" panose="020B0609020000020004" pitchFamily="49" charset="0"/>
            </a:endParaRPr>
          </a:p>
          <a:p>
            <a:pPr>
              <a:buNone/>
            </a:pPr>
            <a:r>
              <a:rPr lang="en-IN" dirty="0">
                <a:solidFill>
                  <a:srgbClr val="0000FF"/>
                </a:solidFill>
                <a:latin typeface="Cascadia Mono" panose="020B0609020000020004" pitchFamily="49" charset="0"/>
              </a:rPr>
              <a:t>	</a:t>
            </a:r>
            <a:r>
              <a:rPr lang="en-IN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IN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DB973C-295C-C752-DCE5-67BFCCAF32EA}"/>
              </a:ext>
            </a:extLst>
          </p:cNvPr>
          <p:cNvSpPr txBox="1"/>
          <p:nvPr/>
        </p:nvSpPr>
        <p:spPr>
          <a:xfrm>
            <a:off x="533400" y="3470392"/>
            <a:ext cx="61356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Step 2:</a:t>
            </a:r>
            <a:r>
              <a:rPr lang="en-IN" sz="2200" dirty="0"/>
              <a:t> </a:t>
            </a:r>
            <a:r>
              <a:rPr lang="en-IN" sz="2200" b="1" dirty="0"/>
              <a:t>Placement Team Uses It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6ACC41-CEE9-C010-790E-A2D74C918144}"/>
              </a:ext>
            </a:extLst>
          </p:cNvPr>
          <p:cNvSpPr txBox="1"/>
          <p:nvPr/>
        </p:nvSpPr>
        <p:spPr>
          <a:xfrm>
            <a:off x="533400" y="1449240"/>
            <a:ext cx="61356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Step 1:</a:t>
            </a:r>
            <a:r>
              <a:rPr lang="en-IN" sz="2200" dirty="0"/>
              <a:t> </a:t>
            </a:r>
            <a:r>
              <a:rPr lang="en-IN" sz="2200" b="1" dirty="0"/>
              <a:t>Create the Global Temporary Table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9A2D61-4BD0-7E0B-36B0-DF084F2A6CBC}"/>
              </a:ext>
            </a:extLst>
          </p:cNvPr>
          <p:cNvSpPr txBox="1"/>
          <p:nvPr/>
        </p:nvSpPr>
        <p:spPr>
          <a:xfrm>
            <a:off x="533400" y="4762145"/>
            <a:ext cx="61356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Step 3:</a:t>
            </a:r>
            <a:r>
              <a:rPr lang="en-IN" sz="2200" dirty="0"/>
              <a:t> </a:t>
            </a:r>
            <a:r>
              <a:rPr lang="en-IN" sz="2200" b="1" dirty="0"/>
              <a:t>Interview Team Also Uses 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65DB74-FEF6-46E1-D1BD-BD29A317A480}"/>
              </a:ext>
            </a:extLst>
          </p:cNvPr>
          <p:cNvSpPr txBox="1"/>
          <p:nvPr/>
        </p:nvSpPr>
        <p:spPr>
          <a:xfrm>
            <a:off x="1019174" y="1834981"/>
            <a:ext cx="68675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SELECT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INTO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##EligibleStudents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FROM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WHERE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 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&gt;=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7.5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436253E-51D0-BB7A-E3E5-ED45A4798E7B}"/>
              </a:ext>
            </a:extLst>
          </p:cNvPr>
          <p:cNvSpPr txBox="1"/>
          <p:nvPr/>
        </p:nvSpPr>
        <p:spPr>
          <a:xfrm>
            <a:off x="1304924" y="3870502"/>
            <a:ext cx="39147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</a:p>
          <a:p>
            <a:pPr>
              <a:lnSpc>
                <a:spcPct val="100000"/>
              </a:lnSpc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##ELIGIBLESTUDENTS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05846D-E138-A20F-443C-4E2C12E7FEB5}"/>
              </a:ext>
            </a:extLst>
          </p:cNvPr>
          <p:cNvSpPr txBox="1"/>
          <p:nvPr/>
        </p:nvSpPr>
        <p:spPr>
          <a:xfrm>
            <a:off x="1304924" y="5222901"/>
            <a:ext cx="591502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SNAME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SPI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BRANCH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##EligibleStudents</a:t>
            </a:r>
            <a:r>
              <a:rPr lang="en-IN" sz="2400" dirty="0">
                <a:solidFill>
                  <a:srgbClr val="80808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  <a:endParaRPr lang="en-IN" sz="24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9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5448D-E235-1A1F-3CAB-E3E841FC9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F0D307-DA68-F786-A96A-51A64E723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Exists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19C4F0-8274-F8D7-86EF-CEA9B44ADB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3166963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7C3A28-1739-6EC6-8D98-B73E2657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EXISTS in SQL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714F6A-539C-F36C-1712-3CA574FCE3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863444"/>
            <a:ext cx="11923661" cy="5747668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EXISTS</a:t>
            </a:r>
            <a:r>
              <a:rPr lang="en-IN" dirty="0"/>
              <a:t> checks whether at least one record is returned by the subquery.</a:t>
            </a:r>
          </a:p>
          <a:p>
            <a:r>
              <a:rPr lang="en-IN" dirty="0"/>
              <a:t>It returns </a:t>
            </a:r>
            <a:r>
              <a:rPr lang="en-IN" dirty="0">
                <a:solidFill>
                  <a:srgbClr val="C00000"/>
                </a:solidFill>
              </a:rPr>
              <a:t>TRUE</a:t>
            </a:r>
            <a:r>
              <a:rPr lang="en-IN" dirty="0"/>
              <a:t> when a </a:t>
            </a:r>
            <a:r>
              <a:rPr lang="en-IN" dirty="0">
                <a:solidFill>
                  <a:srgbClr val="C00000"/>
                </a:solidFill>
              </a:rPr>
              <a:t>matching</a:t>
            </a:r>
            <a:r>
              <a:rPr lang="en-IN" dirty="0"/>
              <a:t> record exists and FALSE when no record exists.</a:t>
            </a:r>
          </a:p>
          <a:p>
            <a:r>
              <a:rPr lang="en-IN" dirty="0"/>
              <a:t>It does not consider the actual values returned by the subquery.</a:t>
            </a:r>
          </a:p>
          <a:p>
            <a:r>
              <a:rPr lang="en-IN" dirty="0"/>
              <a:t>It is commonly used with correlated subqueries to check related records in another table.</a:t>
            </a:r>
          </a:p>
        </p:txBody>
      </p:sp>
    </p:spTree>
    <p:extLst>
      <p:ext uri="{BB962C8B-B14F-4D97-AF65-F5344CB8AC3E}">
        <p14:creationId xmlns:p14="http://schemas.microsoft.com/office/powerpoint/2010/main" val="2097204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8C7-1640-5181-145D-AC02589E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EXISTS in SQL Server (Cont..)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3B0328F-65B7-46DC-DA07-EF9DB3774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95" y="1523911"/>
            <a:ext cx="4043256" cy="2460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EB6DA70-6209-4113-B8B5-D3CB171DCA8F}"/>
              </a:ext>
            </a:extLst>
          </p:cNvPr>
          <p:cNvSpPr txBox="1"/>
          <p:nvPr/>
        </p:nvSpPr>
        <p:spPr>
          <a:xfrm>
            <a:off x="6457183" y="1008336"/>
            <a:ext cx="42641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SNAME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S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EXISTS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PLACEMENT P</a:t>
            </a: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 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</a:t>
            </a:r>
          </a:p>
          <a:p>
            <a:pPr>
              <a:buNone/>
            </a:pP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45DD8D-9D77-3165-1EBA-48E50ABE7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72" y="4499845"/>
            <a:ext cx="3935902" cy="1626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1D21E0E-C51A-1292-14F3-22FFE49FB517}"/>
              </a:ext>
            </a:extLst>
          </p:cNvPr>
          <p:cNvSpPr txBox="1"/>
          <p:nvPr/>
        </p:nvSpPr>
        <p:spPr>
          <a:xfrm>
            <a:off x="146304" y="731507"/>
            <a:ext cx="612648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Example:</a:t>
            </a:r>
            <a:r>
              <a:rPr lang="en-IN" sz="2200" dirty="0"/>
              <a:t> </a:t>
            </a:r>
            <a:r>
              <a:rPr lang="en-IN" sz="2200" b="1" dirty="0"/>
              <a:t>Display students who have been placed.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E68DD6-FA03-34E8-5575-599130A43D6B}"/>
              </a:ext>
            </a:extLst>
          </p:cNvPr>
          <p:cNvSpPr txBox="1"/>
          <p:nvPr/>
        </p:nvSpPr>
        <p:spPr>
          <a:xfrm>
            <a:off x="1470665" y="1123801"/>
            <a:ext cx="1208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68505C4-414B-9784-75DC-118C97568757}"/>
              </a:ext>
            </a:extLst>
          </p:cNvPr>
          <p:cNvSpPr txBox="1"/>
          <p:nvPr/>
        </p:nvSpPr>
        <p:spPr>
          <a:xfrm>
            <a:off x="1403609" y="4099735"/>
            <a:ext cx="1495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PLACEMENT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E96423-F39A-ED60-DFBC-B2FA99CDCE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59"/>
          <a:stretch>
            <a:fillRect/>
          </a:stretch>
        </p:blipFill>
        <p:spPr>
          <a:xfrm>
            <a:off x="6457183" y="4638675"/>
            <a:ext cx="2420857" cy="148781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6B2FDD0-2E6B-B054-8137-B38D0C0E312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42714" y="5051646"/>
            <a:ext cx="1015428" cy="605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398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9" grpId="0"/>
      <p:bldP spid="10" grpId="0"/>
      <p:bldP spid="11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9276E5-5742-0F79-9A66-04A3BDE7E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4260E-9A2E-E50A-7532-EFD77ED2B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EXISTS in SQL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7F21-86DF-A9F0-A6D4-F24C23621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863444"/>
            <a:ext cx="11923661" cy="5747668"/>
          </a:xfrm>
        </p:spPr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rgbClr val="C00000"/>
                </a:solidFill>
              </a:rPr>
              <a:t>Why do we </a:t>
            </a:r>
            <a:r>
              <a:rPr lang="en-IN" b="1" dirty="0">
                <a:solidFill>
                  <a:srgbClr val="C00000"/>
                </a:solidFill>
              </a:rPr>
              <a:t>write SELECT 1?</a:t>
            </a:r>
          </a:p>
          <a:p>
            <a:r>
              <a:rPr lang="en-IN" dirty="0"/>
              <a:t>Because EXISTS </a:t>
            </a:r>
            <a:r>
              <a:rPr lang="en-IN" dirty="0">
                <a:solidFill>
                  <a:srgbClr val="C00000"/>
                </a:solidFill>
              </a:rPr>
              <a:t>doesn't care about the columns returned.</a:t>
            </a:r>
          </a:p>
          <a:p>
            <a:r>
              <a:rPr lang="en-IN" dirty="0"/>
              <a:t>All of these are logically equivalent for </a:t>
            </a:r>
            <a:r>
              <a:rPr lang="en-IN" dirty="0">
                <a:solidFill>
                  <a:srgbClr val="C00000"/>
                </a:solidFill>
              </a:rPr>
              <a:t>EXISTS:</a:t>
            </a:r>
          </a:p>
          <a:p>
            <a:pPr marL="0" indent="0">
              <a:buNone/>
            </a:pPr>
            <a:endParaRPr lang="en-IN" dirty="0">
              <a:solidFill>
                <a:srgbClr val="C00000"/>
              </a:solidFill>
            </a:endParaRP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The purpose is simply: </a:t>
            </a:r>
            <a:r>
              <a:rPr lang="en-IN" dirty="0">
                <a:solidFill>
                  <a:srgbClr val="C00000"/>
                </a:solidFill>
              </a:rPr>
              <a:t>Find out whether at least one row exists.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17D79C-A937-C830-615B-2FABEF4D66A1}"/>
              </a:ext>
            </a:extLst>
          </p:cNvPr>
          <p:cNvSpPr txBox="1"/>
          <p:nvPr/>
        </p:nvSpPr>
        <p:spPr>
          <a:xfrm>
            <a:off x="618744" y="2324730"/>
            <a:ext cx="4005072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  <a:p>
            <a:pPr>
              <a:buNone/>
            </a:pP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</a:t>
            </a:r>
          </a:p>
        </p:txBody>
      </p:sp>
    </p:spTree>
    <p:extLst>
      <p:ext uri="{BB962C8B-B14F-4D97-AF65-F5344CB8AC3E}">
        <p14:creationId xmlns:p14="http://schemas.microsoft.com/office/powerpoint/2010/main" val="2927279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B4542B-1A2B-64D0-6551-5E147DC82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35BD3-CFE3-9601-C1C1-FC2F52436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 EXISTS in SQL Server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3008125-904D-9746-CB01-0E859DDB48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095" y="1523911"/>
            <a:ext cx="4043256" cy="24604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896F39-DA69-453E-8FFD-D8E7A5860F13}"/>
              </a:ext>
            </a:extLst>
          </p:cNvPr>
          <p:cNvSpPr txBox="1"/>
          <p:nvPr/>
        </p:nvSpPr>
        <p:spPr>
          <a:xfrm>
            <a:off x="6457183" y="1008336"/>
            <a:ext cx="4264152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SNAME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STUDENT S</a:t>
            </a:r>
          </a:p>
          <a:p>
            <a:pPr>
              <a:buNone/>
            </a:pP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 NOT EXISTS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</a:t>
            </a: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FROM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PLACEMENT P</a:t>
            </a:r>
          </a:p>
          <a:p>
            <a:pPr>
              <a:buNone/>
            </a:pP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</a:t>
            </a:r>
            <a:r>
              <a:rPr lang="en-IN" sz="2400" dirty="0">
                <a:solidFill>
                  <a:srgbClr val="0000FF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WHERE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 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</a:t>
            </a: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IN" sz="24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STUID</a:t>
            </a:r>
          </a:p>
          <a:p>
            <a:pPr>
              <a:buNone/>
            </a:pPr>
            <a:r>
              <a:rPr lang="en-IN" sz="2400" dirty="0">
                <a:solidFill>
                  <a:srgbClr val="80808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  <a:endParaRPr lang="en-IN" sz="2400" dirty="0">
              <a:solidFill>
                <a:srgbClr val="0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3F7552-2443-664B-05B5-B528C7B6A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7772" y="4499845"/>
            <a:ext cx="3935902" cy="1626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10E2703-FAF8-DDD2-ED99-E7217F56C2A7}"/>
              </a:ext>
            </a:extLst>
          </p:cNvPr>
          <p:cNvSpPr txBox="1"/>
          <p:nvPr/>
        </p:nvSpPr>
        <p:spPr>
          <a:xfrm>
            <a:off x="146303" y="731507"/>
            <a:ext cx="70260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dirty="0">
                <a:solidFill>
                  <a:srgbClr val="C00000"/>
                </a:solidFill>
              </a:rPr>
              <a:t>Example:</a:t>
            </a:r>
            <a:r>
              <a:rPr lang="en-IN" sz="2200" dirty="0"/>
              <a:t> </a:t>
            </a:r>
            <a:r>
              <a:rPr lang="en-IN" sz="2200" b="1" dirty="0"/>
              <a:t>Display students who have not been placed.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E17EB8-E49D-51A4-560E-7E2F680AE6D1}"/>
              </a:ext>
            </a:extLst>
          </p:cNvPr>
          <p:cNvSpPr txBox="1"/>
          <p:nvPr/>
        </p:nvSpPr>
        <p:spPr>
          <a:xfrm>
            <a:off x="1470665" y="1123801"/>
            <a:ext cx="120852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STUDENT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3EC8F7-3805-88EF-8593-D8A4ED56F507}"/>
              </a:ext>
            </a:extLst>
          </p:cNvPr>
          <p:cNvSpPr txBox="1"/>
          <p:nvPr/>
        </p:nvSpPr>
        <p:spPr>
          <a:xfrm>
            <a:off x="1403609" y="4099735"/>
            <a:ext cx="14950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tx2"/>
                </a:solidFill>
              </a:rPr>
              <a:t>PLACEMENT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2CC0D46-4C5D-9F4D-FACE-D87ECB4F74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4842714" y="5051646"/>
            <a:ext cx="1015428" cy="60535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9B5675E-A412-8A31-140A-61D6E4E1E4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436"/>
          <a:stretch>
            <a:fillRect/>
          </a:stretch>
        </p:blipFill>
        <p:spPr>
          <a:xfrm>
            <a:off x="6538897" y="4682773"/>
            <a:ext cx="2536617" cy="12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498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853E7E6-9A71-88A8-96FA-AD528F5B2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E91D1B-5D13-7725-B2BA-A0D3A30A82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145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11877</TotalTime>
  <Words>3509</Words>
  <Application>Microsoft Office PowerPoint</Application>
  <PresentationFormat>Widescreen</PresentationFormat>
  <Paragraphs>937</Paragraphs>
  <Slides>55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5" baseType="lpstr">
      <vt:lpstr>Calibri</vt:lpstr>
      <vt:lpstr>Wingdings</vt:lpstr>
      <vt:lpstr>Arial</vt:lpstr>
      <vt:lpstr>Wingdings 3</vt:lpstr>
      <vt:lpstr>Wingdings 2</vt:lpstr>
      <vt:lpstr>Cascadia Mono</vt:lpstr>
      <vt:lpstr>Roboto Condensed</vt:lpstr>
      <vt:lpstr>Roboto Condensed Light</vt:lpstr>
      <vt:lpstr>Office Theme</vt:lpstr>
      <vt:lpstr>1_Office Theme</vt:lpstr>
      <vt:lpstr>Unit-3  Windows Functions and CTE</vt:lpstr>
      <vt:lpstr>PowerPoint Presentation</vt:lpstr>
      <vt:lpstr>Windows Functions</vt:lpstr>
      <vt:lpstr>What is Window Functions ? </vt:lpstr>
      <vt:lpstr>Types of Window Function</vt:lpstr>
      <vt:lpstr>Ranking Functions</vt:lpstr>
      <vt:lpstr>Ranking Functions – Row Number</vt:lpstr>
      <vt:lpstr>Ranking Functions – Row Number</vt:lpstr>
      <vt:lpstr>Ranking Functions – Row Number with Partition By</vt:lpstr>
      <vt:lpstr>Ranking Functions – Rank</vt:lpstr>
      <vt:lpstr>Ranking Functions – Rank</vt:lpstr>
      <vt:lpstr>Ranking Functions – Rank with Partition By</vt:lpstr>
      <vt:lpstr>Ranking Functions – Dense Rank</vt:lpstr>
      <vt:lpstr>Ranking Functions – Dense Rank</vt:lpstr>
      <vt:lpstr>Ranking Functions – Dense Rank with Partition By</vt:lpstr>
      <vt:lpstr>Exercise: Ranking Functions </vt:lpstr>
      <vt:lpstr>Ranking Function - NTILE</vt:lpstr>
      <vt:lpstr>Ranking Functions – NTILE</vt:lpstr>
      <vt:lpstr>Value / Analytical Functions</vt:lpstr>
      <vt:lpstr>Value / Analytical Functions - LAG</vt:lpstr>
      <vt:lpstr>Value / Analytical Functions - LAG</vt:lpstr>
      <vt:lpstr>Value / Analytical Functions - LAG</vt:lpstr>
      <vt:lpstr>Value / Analytical Functions - LEAD</vt:lpstr>
      <vt:lpstr>Value / Analytical Functions - LEAD</vt:lpstr>
      <vt:lpstr>Value / Analytical Functions - LAG</vt:lpstr>
      <vt:lpstr>Value / Analytical Functions – First Value</vt:lpstr>
      <vt:lpstr>Value / Analytical Functions – First Value</vt:lpstr>
      <vt:lpstr>Value / Analytical Functions – Last Value</vt:lpstr>
      <vt:lpstr>Value / Analytical Functions – Last Value</vt:lpstr>
      <vt:lpstr>Common Table Expression (CTE)</vt:lpstr>
      <vt:lpstr>Common Table Expression (CTE)</vt:lpstr>
      <vt:lpstr>Key Advantages of Common Table Expression (CTE)</vt:lpstr>
      <vt:lpstr>Key Advantages of Common Table Expression (CTE)</vt:lpstr>
      <vt:lpstr>Query - Common Table Expression (CTE)</vt:lpstr>
      <vt:lpstr>Query - Common Table Expression (CTE)</vt:lpstr>
      <vt:lpstr>Query - Common Table Expression (CTE)</vt:lpstr>
      <vt:lpstr>Query - Common Table Expression (CTE)</vt:lpstr>
      <vt:lpstr>Query - Common Table Expression (CTE)</vt:lpstr>
      <vt:lpstr>Query - Common Table Expression (CTE)</vt:lpstr>
      <vt:lpstr>ISNULL() Function in SQL Server</vt:lpstr>
      <vt:lpstr>ISNULL() Function in SQL Server</vt:lpstr>
      <vt:lpstr>COALESCE() Function in SQL Server</vt:lpstr>
      <vt:lpstr>COALESCE() Function in SQL Server</vt:lpstr>
      <vt:lpstr>Temporary Table</vt:lpstr>
      <vt:lpstr>Temporary Table in SQL</vt:lpstr>
      <vt:lpstr>Temporary Table in SQL</vt:lpstr>
      <vt:lpstr>Local Temporary Table (#)</vt:lpstr>
      <vt:lpstr>Local Temporary Table (#)</vt:lpstr>
      <vt:lpstr>Global Temporary Table (##)</vt:lpstr>
      <vt:lpstr>Exists  </vt:lpstr>
      <vt:lpstr>EXISTS in SQL Server</vt:lpstr>
      <vt:lpstr>EXISTS in SQL Server (Cont..)</vt:lpstr>
      <vt:lpstr>EXISTS in SQL Server</vt:lpstr>
      <vt:lpstr>Not EXISTS in SQL Server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Deep Padaliya</cp:lastModifiedBy>
  <cp:revision>791</cp:revision>
  <dcterms:created xsi:type="dcterms:W3CDTF">2020-05-01T05:09:15Z</dcterms:created>
  <dcterms:modified xsi:type="dcterms:W3CDTF">2026-08-13T13:50:55Z</dcterms:modified>
</cp:coreProperties>
</file>